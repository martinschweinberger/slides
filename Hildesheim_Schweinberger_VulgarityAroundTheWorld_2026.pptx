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0"/>
  </p:notesMasterIdLst>
  <p:handoutMasterIdLst>
    <p:handoutMasterId r:id="rId21"/>
  </p:handoutMasterIdLst>
  <p:sldIdLst>
    <p:sldId id="256" r:id="rId2"/>
    <p:sldId id="258" r:id="rId3"/>
    <p:sldId id="484" r:id="rId4"/>
    <p:sldId id="485" r:id="rId5"/>
    <p:sldId id="486" r:id="rId6"/>
    <p:sldId id="487" r:id="rId7"/>
    <p:sldId id="488" r:id="rId8"/>
    <p:sldId id="489" r:id="rId9"/>
    <p:sldId id="490" r:id="rId10"/>
    <p:sldId id="491" r:id="rId11"/>
    <p:sldId id="492" r:id="rId12"/>
    <p:sldId id="493" r:id="rId13"/>
    <p:sldId id="494" r:id="rId14"/>
    <p:sldId id="495" r:id="rId15"/>
    <p:sldId id="499" r:id="rId16"/>
    <p:sldId id="496" r:id="rId17"/>
    <p:sldId id="497" r:id="rId18"/>
    <p:sldId id="49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1C800D76-3C72-4CB3-9FC9-AADDB526D820}">
          <p14:sldIdLst>
            <p14:sldId id="256"/>
            <p14:sldId id="258"/>
            <p14:sldId id="484"/>
            <p14:sldId id="485"/>
            <p14:sldId id="486"/>
            <p14:sldId id="487"/>
            <p14:sldId id="488"/>
            <p14:sldId id="489"/>
            <p14:sldId id="490"/>
            <p14:sldId id="491"/>
            <p14:sldId id="492"/>
            <p14:sldId id="493"/>
            <p14:sldId id="494"/>
            <p14:sldId id="495"/>
            <p14:sldId id="499"/>
            <p14:sldId id="496"/>
            <p14:sldId id="497"/>
            <p14:sldId id="498"/>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3030"/>
    <a:srgbClr val="51247A"/>
    <a:srgbClr val="962A8B"/>
    <a:srgbClr val="E62645"/>
    <a:srgbClr val="2EA836"/>
    <a:srgbClr val="D9AC6D"/>
    <a:srgbClr val="EB602B"/>
    <a:srgbClr val="FBB800"/>
    <a:srgbClr val="4085C6"/>
    <a:srgbClr val="00A2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BF6C1D-62B4-4710-9B9A-77E5DDBF953C}" v="60" dt="2026-01-15T10:31:31.9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75" autoAdjust="0"/>
    <p:restoredTop sz="94756" autoAdjust="0"/>
  </p:normalViewPr>
  <p:slideViewPr>
    <p:cSldViewPr showGuides="1">
      <p:cViewPr varScale="1">
        <p:scale>
          <a:sx n="107" d="100"/>
          <a:sy n="107" d="100"/>
        </p:scale>
        <p:origin x="1003" y="302"/>
      </p:cViewPr>
      <p:guideLst/>
    </p:cSldViewPr>
  </p:slideViewPr>
  <p:outlineViewPr>
    <p:cViewPr>
      <p:scale>
        <a:sx n="33" d="100"/>
        <a:sy n="33" d="100"/>
      </p:scale>
      <p:origin x="0" y="-17179"/>
    </p:cViewPr>
  </p:outlineViewPr>
  <p:notesTextViewPr>
    <p:cViewPr>
      <p:scale>
        <a:sx n="1" d="1"/>
        <a:sy n="1" d="1"/>
      </p:scale>
      <p:origin x="0" y="0"/>
    </p:cViewPr>
  </p:notesTextViewPr>
  <p:notesViewPr>
    <p:cSldViewPr showGuides="1">
      <p:cViewPr varScale="1">
        <p:scale>
          <a:sx n="84" d="100"/>
          <a:sy n="84" d="100"/>
        </p:scale>
        <p:origin x="3024"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tin Schweinberger" userId="90c3b6fdff4c5443" providerId="LiveId" clId="{16B467C6-3D5B-4F2A-A3D4-D5D9DBF197BE}"/>
    <pc:docChg chg="undo custSel addSld delSld modSld sldOrd modMainMaster modSection">
      <pc:chgData name="Martin Schweinberger" userId="90c3b6fdff4c5443" providerId="LiveId" clId="{16B467C6-3D5B-4F2A-A3D4-D5D9DBF197BE}" dt="2026-01-19T07:46:09.719" v="739" actId="20577"/>
      <pc:docMkLst>
        <pc:docMk/>
      </pc:docMkLst>
      <pc:sldChg chg="addSp modSp add mod">
        <pc:chgData name="Martin Schweinberger" userId="90c3b6fdff4c5443" providerId="LiveId" clId="{16B467C6-3D5B-4F2A-A3D4-D5D9DBF197BE}" dt="2026-01-15T10:21:13.985" v="563" actId="14100"/>
        <pc:sldMkLst>
          <pc:docMk/>
          <pc:sldMk cId="1215179980" sldId="256"/>
        </pc:sldMkLst>
        <pc:spChg chg="mod">
          <ac:chgData name="Martin Schweinberger" userId="90c3b6fdff4c5443" providerId="LiveId" clId="{16B467C6-3D5B-4F2A-A3D4-D5D9DBF197BE}" dt="2026-01-15T10:21:13.985" v="563" actId="14100"/>
          <ac:spMkLst>
            <pc:docMk/>
            <pc:sldMk cId="1215179980" sldId="256"/>
            <ac:spMk id="2" creationId="{78190079-DF56-B497-C558-DBED6F9308C2}"/>
          </ac:spMkLst>
        </pc:spChg>
        <pc:spChg chg="mod">
          <ac:chgData name="Martin Schweinberger" userId="90c3b6fdff4c5443" providerId="LiveId" clId="{16B467C6-3D5B-4F2A-A3D4-D5D9DBF197BE}" dt="2026-01-15T10:20:35.803" v="557" actId="1076"/>
          <ac:spMkLst>
            <pc:docMk/>
            <pc:sldMk cId="1215179980" sldId="256"/>
            <ac:spMk id="3" creationId="{11185EB3-A92A-44F9-4577-B2B9AD6365FB}"/>
          </ac:spMkLst>
        </pc:spChg>
        <pc:picChg chg="add mod">
          <ac:chgData name="Martin Schweinberger" userId="90c3b6fdff4c5443" providerId="LiveId" clId="{16B467C6-3D5B-4F2A-A3D4-D5D9DBF197BE}" dt="2026-01-15T10:20:43.646" v="559" actId="1076"/>
          <ac:picMkLst>
            <pc:docMk/>
            <pc:sldMk cId="1215179980" sldId="256"/>
            <ac:picMk id="4" creationId="{6A553B64-B94A-7DA8-0DAB-0F7A56997175}"/>
          </ac:picMkLst>
        </pc:picChg>
        <pc:picChg chg="add mod">
          <ac:chgData name="Martin Schweinberger" userId="90c3b6fdff4c5443" providerId="LiveId" clId="{16B467C6-3D5B-4F2A-A3D4-D5D9DBF197BE}" dt="2026-01-15T10:20:53.978" v="561" actId="1076"/>
          <ac:picMkLst>
            <pc:docMk/>
            <pc:sldMk cId="1215179980" sldId="256"/>
            <ac:picMk id="5" creationId="{1B5EAC13-62B2-18C1-910D-D31057DAFEA1}"/>
          </ac:picMkLst>
        </pc:picChg>
      </pc:sldChg>
      <pc:sldChg chg="addSp modSp add mod">
        <pc:chgData name="Martin Schweinberger" userId="90c3b6fdff4c5443" providerId="LiveId" clId="{16B467C6-3D5B-4F2A-A3D4-D5D9DBF197BE}" dt="2026-01-15T10:26:19.196" v="628" actId="12"/>
        <pc:sldMkLst>
          <pc:docMk/>
          <pc:sldMk cId="747622486" sldId="258"/>
        </pc:sldMkLst>
        <pc:spChg chg="mod">
          <ac:chgData name="Martin Schweinberger" userId="90c3b6fdff4c5443" providerId="LiveId" clId="{16B467C6-3D5B-4F2A-A3D4-D5D9DBF197BE}" dt="2026-01-15T10:21:43.833" v="566"/>
          <ac:spMkLst>
            <pc:docMk/>
            <pc:sldMk cId="747622486" sldId="258"/>
            <ac:spMk id="2" creationId="{8E12B67A-B77D-004F-A9ED-B9C87B76C745}"/>
          </ac:spMkLst>
        </pc:spChg>
        <pc:spChg chg="mod">
          <ac:chgData name="Martin Schweinberger" userId="90c3b6fdff4c5443" providerId="LiveId" clId="{16B467C6-3D5B-4F2A-A3D4-D5D9DBF197BE}" dt="2026-01-15T10:26:19.196" v="628" actId="12"/>
          <ac:spMkLst>
            <pc:docMk/>
            <pc:sldMk cId="747622486" sldId="258"/>
            <ac:spMk id="3" creationId="{C35E6FAA-B5D0-7A19-0714-5185D0BC85F3}"/>
          </ac:spMkLst>
        </pc:spChg>
        <pc:picChg chg="add mod">
          <ac:chgData name="Martin Schweinberger" userId="90c3b6fdff4c5443" providerId="LiveId" clId="{16B467C6-3D5B-4F2A-A3D4-D5D9DBF197BE}" dt="2026-01-15T10:21:56.877" v="569"/>
          <ac:picMkLst>
            <pc:docMk/>
            <pc:sldMk cId="747622486" sldId="258"/>
            <ac:picMk id="5" creationId="{711B9D15-E68A-31A1-45C0-0A4F77AECA2A}"/>
          </ac:picMkLst>
        </pc:picChg>
        <pc:picChg chg="add mod">
          <ac:chgData name="Martin Schweinberger" userId="90c3b6fdff4c5443" providerId="LiveId" clId="{16B467C6-3D5B-4F2A-A3D4-D5D9DBF197BE}" dt="2026-01-15T10:22:00.585" v="570"/>
          <ac:picMkLst>
            <pc:docMk/>
            <pc:sldMk cId="747622486" sldId="258"/>
            <ac:picMk id="6" creationId="{98819A8D-1042-FA27-7165-95493BC10BE4}"/>
          </ac:picMkLst>
        </pc:picChg>
        <pc:picChg chg="add mod">
          <ac:chgData name="Martin Schweinberger" userId="90c3b6fdff4c5443" providerId="LiveId" clId="{16B467C6-3D5B-4F2A-A3D4-D5D9DBF197BE}" dt="2026-01-15T10:22:04.716" v="571"/>
          <ac:picMkLst>
            <pc:docMk/>
            <pc:sldMk cId="747622486" sldId="258"/>
            <ac:picMk id="7" creationId="{FF18E587-40AB-1307-0F6D-B12748C002CB}"/>
          </ac:picMkLst>
        </pc:picChg>
      </pc:sldChg>
      <pc:sldChg chg="addSp delSp modSp add mod">
        <pc:chgData name="Martin Schweinberger" userId="90c3b6fdff4c5443" providerId="LiveId" clId="{16B467C6-3D5B-4F2A-A3D4-D5D9DBF197BE}" dt="2026-01-19T07:46:09.719" v="739" actId="20577"/>
        <pc:sldMkLst>
          <pc:docMk/>
          <pc:sldMk cId="772109077" sldId="484"/>
        </pc:sldMkLst>
        <pc:spChg chg="mod">
          <ac:chgData name="Martin Schweinberger" userId="90c3b6fdff4c5443" providerId="LiveId" clId="{16B467C6-3D5B-4F2A-A3D4-D5D9DBF197BE}" dt="2026-01-19T07:46:09.719" v="739" actId="20577"/>
          <ac:spMkLst>
            <pc:docMk/>
            <pc:sldMk cId="772109077" sldId="484"/>
            <ac:spMk id="3" creationId="{CFA7EE0D-EF9C-739C-0A09-354DC12FBDCC}"/>
          </ac:spMkLst>
        </pc:spChg>
        <pc:spChg chg="add mod">
          <ac:chgData name="Martin Schweinberger" userId="90c3b6fdff4c5443" providerId="LiveId" clId="{16B467C6-3D5B-4F2A-A3D4-D5D9DBF197BE}" dt="2026-01-15T10:23:06.624" v="583" actId="208"/>
          <ac:spMkLst>
            <pc:docMk/>
            <pc:sldMk cId="772109077" sldId="484"/>
            <ac:spMk id="9" creationId="{E266BDFD-2F64-620E-C20E-890C032D6CE8}"/>
          </ac:spMkLst>
        </pc:spChg>
        <pc:picChg chg="add mod">
          <ac:chgData name="Martin Schweinberger" userId="90c3b6fdff4c5443" providerId="LiveId" clId="{16B467C6-3D5B-4F2A-A3D4-D5D9DBF197BE}" dt="2026-01-15T10:23:14.968" v="596" actId="1036"/>
          <ac:picMkLst>
            <pc:docMk/>
            <pc:sldMk cId="772109077" sldId="484"/>
            <ac:picMk id="8" creationId="{EDA940DE-5633-060A-7D80-1FBC0E95F933}"/>
          </ac:picMkLst>
        </pc:picChg>
      </pc:sldChg>
      <pc:sldChg chg="delSp modSp add mod">
        <pc:chgData name="Martin Schweinberger" userId="90c3b6fdff4c5443" providerId="LiveId" clId="{16B467C6-3D5B-4F2A-A3D4-D5D9DBF197BE}" dt="2026-01-15T10:26:09.115" v="627" actId="12"/>
        <pc:sldMkLst>
          <pc:docMk/>
          <pc:sldMk cId="915312590" sldId="485"/>
        </pc:sldMkLst>
        <pc:spChg chg="mod">
          <ac:chgData name="Martin Schweinberger" userId="90c3b6fdff4c5443" providerId="LiveId" clId="{16B467C6-3D5B-4F2A-A3D4-D5D9DBF197BE}" dt="2026-01-15T10:23:44.801" v="603"/>
          <ac:spMkLst>
            <pc:docMk/>
            <pc:sldMk cId="915312590" sldId="485"/>
            <ac:spMk id="2" creationId="{1D606BCE-F638-EB07-C110-5721A3B29F35}"/>
          </ac:spMkLst>
        </pc:spChg>
        <pc:spChg chg="mod">
          <ac:chgData name="Martin Schweinberger" userId="90c3b6fdff4c5443" providerId="LiveId" clId="{16B467C6-3D5B-4F2A-A3D4-D5D9DBF197BE}" dt="2026-01-15T10:26:09.115" v="627" actId="12"/>
          <ac:spMkLst>
            <pc:docMk/>
            <pc:sldMk cId="915312590" sldId="485"/>
            <ac:spMk id="3" creationId="{E99741AC-AC94-7159-B4AF-73AEBAC023F8}"/>
          </ac:spMkLst>
        </pc:spChg>
      </pc:sldChg>
      <pc:sldChg chg="modSp add mod">
        <pc:chgData name="Martin Schweinberger" userId="90c3b6fdff4c5443" providerId="LiveId" clId="{16B467C6-3D5B-4F2A-A3D4-D5D9DBF197BE}" dt="2026-01-15T10:25:52.345" v="625" actId="12"/>
        <pc:sldMkLst>
          <pc:docMk/>
          <pc:sldMk cId="36815056" sldId="486"/>
        </pc:sldMkLst>
        <pc:spChg chg="mod">
          <ac:chgData name="Martin Schweinberger" userId="90c3b6fdff4c5443" providerId="LiveId" clId="{16B467C6-3D5B-4F2A-A3D4-D5D9DBF197BE}" dt="2026-01-15T10:24:10.724" v="609"/>
          <ac:spMkLst>
            <pc:docMk/>
            <pc:sldMk cId="36815056" sldId="486"/>
            <ac:spMk id="2" creationId="{0BC73D01-5144-499A-60F4-34724335ED3B}"/>
          </ac:spMkLst>
        </pc:spChg>
        <pc:spChg chg="mod">
          <ac:chgData name="Martin Schweinberger" userId="90c3b6fdff4c5443" providerId="LiveId" clId="{16B467C6-3D5B-4F2A-A3D4-D5D9DBF197BE}" dt="2026-01-15T10:25:52.345" v="625" actId="12"/>
          <ac:spMkLst>
            <pc:docMk/>
            <pc:sldMk cId="36815056" sldId="486"/>
            <ac:spMk id="3" creationId="{7F8D943D-DF3A-26E4-8C73-59D9F774F34B}"/>
          </ac:spMkLst>
        </pc:spChg>
      </pc:sldChg>
      <pc:sldChg chg="addSp modSp add mod">
        <pc:chgData name="Martin Schweinberger" userId="90c3b6fdff4c5443" providerId="LiveId" clId="{16B467C6-3D5B-4F2A-A3D4-D5D9DBF197BE}" dt="2026-01-15T10:26:33.047" v="629" actId="12"/>
        <pc:sldMkLst>
          <pc:docMk/>
          <pc:sldMk cId="226483051" sldId="487"/>
        </pc:sldMkLst>
        <pc:spChg chg="mod">
          <ac:chgData name="Martin Schweinberger" userId="90c3b6fdff4c5443" providerId="LiveId" clId="{16B467C6-3D5B-4F2A-A3D4-D5D9DBF197BE}" dt="2026-01-15T10:25:02.237" v="618"/>
          <ac:spMkLst>
            <pc:docMk/>
            <pc:sldMk cId="226483051" sldId="487"/>
            <ac:spMk id="2" creationId="{B37D3946-857D-5163-F22B-831380FDBB2E}"/>
          </ac:spMkLst>
        </pc:spChg>
        <pc:spChg chg="mod">
          <ac:chgData name="Martin Schweinberger" userId="90c3b6fdff4c5443" providerId="LiveId" clId="{16B467C6-3D5B-4F2A-A3D4-D5D9DBF197BE}" dt="2026-01-15T10:26:33.047" v="629" actId="12"/>
          <ac:spMkLst>
            <pc:docMk/>
            <pc:sldMk cId="226483051" sldId="487"/>
            <ac:spMk id="3" creationId="{93A5FB2D-11E6-FFF6-08B9-1D6D4DA940EC}"/>
          </ac:spMkLst>
        </pc:spChg>
        <pc:picChg chg="add mod">
          <ac:chgData name="Martin Schweinberger" userId="90c3b6fdff4c5443" providerId="LiveId" clId="{16B467C6-3D5B-4F2A-A3D4-D5D9DBF197BE}" dt="2026-01-15T10:24:55.126" v="617" actId="1076"/>
          <ac:picMkLst>
            <pc:docMk/>
            <pc:sldMk cId="226483051" sldId="487"/>
            <ac:picMk id="5" creationId="{204B3F4A-5C8A-8F23-0AB5-1133C0EB9715}"/>
          </ac:picMkLst>
        </pc:picChg>
      </pc:sldChg>
      <pc:sldChg chg="delSp modSp add mod">
        <pc:chgData name="Martin Schweinberger" userId="90c3b6fdff4c5443" providerId="LiveId" clId="{16B467C6-3D5B-4F2A-A3D4-D5D9DBF197BE}" dt="2026-01-15T10:27:08.475" v="636" actId="12"/>
        <pc:sldMkLst>
          <pc:docMk/>
          <pc:sldMk cId="2561495379" sldId="488"/>
        </pc:sldMkLst>
        <pc:spChg chg="mod">
          <ac:chgData name="Martin Schweinberger" userId="90c3b6fdff4c5443" providerId="LiveId" clId="{16B467C6-3D5B-4F2A-A3D4-D5D9DBF197BE}" dt="2026-01-15T10:26:49.050" v="632"/>
          <ac:spMkLst>
            <pc:docMk/>
            <pc:sldMk cId="2561495379" sldId="488"/>
            <ac:spMk id="2" creationId="{483FC125-EF76-E0EE-A7B9-1D663E09236D}"/>
          </ac:spMkLst>
        </pc:spChg>
        <pc:spChg chg="mod">
          <ac:chgData name="Martin Schweinberger" userId="90c3b6fdff4c5443" providerId="LiveId" clId="{16B467C6-3D5B-4F2A-A3D4-D5D9DBF197BE}" dt="2026-01-15T10:27:08.475" v="636" actId="12"/>
          <ac:spMkLst>
            <pc:docMk/>
            <pc:sldMk cId="2561495379" sldId="488"/>
            <ac:spMk id="3" creationId="{2544C75A-9D0C-853B-0082-285F9F6F70B4}"/>
          </ac:spMkLst>
        </pc:spChg>
      </pc:sldChg>
      <pc:sldChg chg="addSp delSp modSp add mod">
        <pc:chgData name="Martin Schweinberger" userId="90c3b6fdff4c5443" providerId="LiveId" clId="{16B467C6-3D5B-4F2A-A3D4-D5D9DBF197BE}" dt="2026-01-15T10:27:57.121" v="645" actId="14100"/>
        <pc:sldMkLst>
          <pc:docMk/>
          <pc:sldMk cId="2043203393" sldId="489"/>
        </pc:sldMkLst>
        <pc:spChg chg="mod">
          <ac:chgData name="Martin Schweinberger" userId="90c3b6fdff4c5443" providerId="LiveId" clId="{16B467C6-3D5B-4F2A-A3D4-D5D9DBF197BE}" dt="2026-01-15T10:27:25.359" v="639"/>
          <ac:spMkLst>
            <pc:docMk/>
            <pc:sldMk cId="2043203393" sldId="489"/>
            <ac:spMk id="2" creationId="{29FA416B-52CA-6BF2-5CDC-38C5C118AC8D}"/>
          </ac:spMkLst>
        </pc:spChg>
        <pc:spChg chg="add mod">
          <ac:chgData name="Martin Schweinberger" userId="90c3b6fdff4c5443" providerId="LiveId" clId="{16B467C6-3D5B-4F2A-A3D4-D5D9DBF197BE}" dt="2026-01-15T10:27:34.319" v="640" actId="478"/>
          <ac:spMkLst>
            <pc:docMk/>
            <pc:sldMk cId="2043203393" sldId="489"/>
            <ac:spMk id="6" creationId="{028B3B0C-3E39-C794-1054-E3B0E94F7ECC}"/>
          </ac:spMkLst>
        </pc:spChg>
        <pc:graphicFrameChg chg="add mod modGraphic">
          <ac:chgData name="Martin Schweinberger" userId="90c3b6fdff4c5443" providerId="LiveId" clId="{16B467C6-3D5B-4F2A-A3D4-D5D9DBF197BE}" dt="2026-01-15T10:27:57.121" v="645" actId="14100"/>
          <ac:graphicFrameMkLst>
            <pc:docMk/>
            <pc:sldMk cId="2043203393" sldId="489"/>
            <ac:graphicFrameMk id="7" creationId="{D83493A2-EB63-D3B0-BABE-BC0E3128897B}"/>
          </ac:graphicFrameMkLst>
        </pc:graphicFrameChg>
      </pc:sldChg>
      <pc:sldChg chg="addSp delSp modSp add mod">
        <pc:chgData name="Martin Schweinberger" userId="90c3b6fdff4c5443" providerId="LiveId" clId="{16B467C6-3D5B-4F2A-A3D4-D5D9DBF197BE}" dt="2026-01-15T10:28:24.127" v="653" actId="478"/>
        <pc:sldMkLst>
          <pc:docMk/>
          <pc:sldMk cId="1530506881" sldId="490"/>
        </pc:sldMkLst>
        <pc:picChg chg="add mod">
          <ac:chgData name="Martin Schweinberger" userId="90c3b6fdff4c5443" providerId="LiveId" clId="{16B467C6-3D5B-4F2A-A3D4-D5D9DBF197BE}" dt="2026-01-15T10:28:19.621" v="652"/>
          <ac:picMkLst>
            <pc:docMk/>
            <pc:sldMk cId="1530506881" sldId="490"/>
            <ac:picMk id="8" creationId="{611D8EA2-54C8-50F0-2511-34A2610059B6}"/>
          </ac:picMkLst>
        </pc:picChg>
      </pc:sldChg>
      <pc:sldChg chg="addSp delSp modSp add mod">
        <pc:chgData name="Martin Schweinberger" userId="90c3b6fdff4c5443" providerId="LiveId" clId="{16B467C6-3D5B-4F2A-A3D4-D5D9DBF197BE}" dt="2026-01-15T10:28:40.162" v="657"/>
        <pc:sldMkLst>
          <pc:docMk/>
          <pc:sldMk cId="3899784974" sldId="491"/>
        </pc:sldMkLst>
        <pc:picChg chg="add mod">
          <ac:chgData name="Martin Schweinberger" userId="90c3b6fdff4c5443" providerId="LiveId" clId="{16B467C6-3D5B-4F2A-A3D4-D5D9DBF197BE}" dt="2026-01-15T10:28:40.162" v="657"/>
          <ac:picMkLst>
            <pc:docMk/>
            <pc:sldMk cId="3899784974" sldId="491"/>
            <ac:picMk id="2" creationId="{CB28C155-545C-C33A-266B-9D792B7DC389}"/>
          </ac:picMkLst>
        </pc:picChg>
      </pc:sldChg>
      <pc:sldChg chg="addSp delSp modSp add mod">
        <pc:chgData name="Martin Schweinberger" userId="90c3b6fdff4c5443" providerId="LiveId" clId="{16B467C6-3D5B-4F2A-A3D4-D5D9DBF197BE}" dt="2026-01-15T10:28:51.250" v="661"/>
        <pc:sldMkLst>
          <pc:docMk/>
          <pc:sldMk cId="65345026" sldId="492"/>
        </pc:sldMkLst>
        <pc:picChg chg="add mod">
          <ac:chgData name="Martin Schweinberger" userId="90c3b6fdff4c5443" providerId="LiveId" clId="{16B467C6-3D5B-4F2A-A3D4-D5D9DBF197BE}" dt="2026-01-15T10:28:51.250" v="661"/>
          <ac:picMkLst>
            <pc:docMk/>
            <pc:sldMk cId="65345026" sldId="492"/>
            <ac:picMk id="3" creationId="{8E315CD8-A6F9-4CE6-7845-33F107C40B00}"/>
          </ac:picMkLst>
        </pc:picChg>
      </pc:sldChg>
      <pc:sldChg chg="modSp add mod">
        <pc:chgData name="Martin Schweinberger" userId="90c3b6fdff4c5443" providerId="LiveId" clId="{16B467C6-3D5B-4F2A-A3D4-D5D9DBF197BE}" dt="2026-01-15T10:29:18.489" v="667" actId="12"/>
        <pc:sldMkLst>
          <pc:docMk/>
          <pc:sldMk cId="215524142" sldId="493"/>
        </pc:sldMkLst>
        <pc:spChg chg="mod">
          <ac:chgData name="Martin Schweinberger" userId="90c3b6fdff4c5443" providerId="LiveId" clId="{16B467C6-3D5B-4F2A-A3D4-D5D9DBF197BE}" dt="2026-01-15T10:29:05.576" v="664"/>
          <ac:spMkLst>
            <pc:docMk/>
            <pc:sldMk cId="215524142" sldId="493"/>
            <ac:spMk id="2" creationId="{CDD0DDF6-6A48-D26D-4C7A-81A987A41A6A}"/>
          </ac:spMkLst>
        </pc:spChg>
        <pc:spChg chg="mod">
          <ac:chgData name="Martin Schweinberger" userId="90c3b6fdff4c5443" providerId="LiveId" clId="{16B467C6-3D5B-4F2A-A3D4-D5D9DBF197BE}" dt="2026-01-15T10:29:18.489" v="667" actId="12"/>
          <ac:spMkLst>
            <pc:docMk/>
            <pc:sldMk cId="215524142" sldId="493"/>
            <ac:spMk id="3" creationId="{1B8E921A-B83A-E0EB-42D9-9C973EB22F5F}"/>
          </ac:spMkLst>
        </pc:spChg>
      </pc:sldChg>
      <pc:sldChg chg="modSp add mod">
        <pc:chgData name="Martin Schweinberger" userId="90c3b6fdff4c5443" providerId="LiveId" clId="{16B467C6-3D5B-4F2A-A3D4-D5D9DBF197BE}" dt="2026-01-15T10:29:51.124" v="674" actId="12"/>
        <pc:sldMkLst>
          <pc:docMk/>
          <pc:sldMk cId="2519785801" sldId="494"/>
        </pc:sldMkLst>
        <pc:spChg chg="mod">
          <ac:chgData name="Martin Schweinberger" userId="90c3b6fdff4c5443" providerId="LiveId" clId="{16B467C6-3D5B-4F2A-A3D4-D5D9DBF197BE}" dt="2026-01-15T10:29:30.357" v="670"/>
          <ac:spMkLst>
            <pc:docMk/>
            <pc:sldMk cId="2519785801" sldId="494"/>
            <ac:spMk id="2" creationId="{A946D05A-18AF-91CE-9936-0BD26A36B79D}"/>
          </ac:spMkLst>
        </pc:spChg>
        <pc:spChg chg="mod">
          <ac:chgData name="Martin Schweinberger" userId="90c3b6fdff4c5443" providerId="LiveId" clId="{16B467C6-3D5B-4F2A-A3D4-D5D9DBF197BE}" dt="2026-01-15T10:29:51.124" v="674" actId="12"/>
          <ac:spMkLst>
            <pc:docMk/>
            <pc:sldMk cId="2519785801" sldId="494"/>
            <ac:spMk id="3" creationId="{B2ED9C63-9FB9-7305-A213-5733337C2FBE}"/>
          </ac:spMkLst>
        </pc:spChg>
      </pc:sldChg>
      <pc:sldChg chg="modSp add mod">
        <pc:chgData name="Martin Schweinberger" userId="90c3b6fdff4c5443" providerId="LiveId" clId="{16B467C6-3D5B-4F2A-A3D4-D5D9DBF197BE}" dt="2026-01-15T10:30:21.785" v="686" actId="27636"/>
        <pc:sldMkLst>
          <pc:docMk/>
          <pc:sldMk cId="1372529736" sldId="495"/>
        </pc:sldMkLst>
        <pc:spChg chg="mod">
          <ac:chgData name="Martin Schweinberger" userId="90c3b6fdff4c5443" providerId="LiveId" clId="{16B467C6-3D5B-4F2A-A3D4-D5D9DBF197BE}" dt="2026-01-15T10:30:06.235" v="677"/>
          <ac:spMkLst>
            <pc:docMk/>
            <pc:sldMk cId="1372529736" sldId="495"/>
            <ac:spMk id="2" creationId="{D5C15CDF-81B0-3B61-D76C-F9E197316BFB}"/>
          </ac:spMkLst>
        </pc:spChg>
        <pc:spChg chg="mod">
          <ac:chgData name="Martin Schweinberger" userId="90c3b6fdff4c5443" providerId="LiveId" clId="{16B467C6-3D5B-4F2A-A3D4-D5D9DBF197BE}" dt="2026-01-15T10:30:21.785" v="686" actId="27636"/>
          <ac:spMkLst>
            <pc:docMk/>
            <pc:sldMk cId="1372529736" sldId="495"/>
            <ac:spMk id="3" creationId="{6AD95551-3562-D2DB-23BE-F09DC546A391}"/>
          </ac:spMkLst>
        </pc:spChg>
      </pc:sldChg>
      <pc:sldChg chg="add">
        <pc:chgData name="Martin Schweinberger" userId="90c3b6fdff4c5443" providerId="LiveId" clId="{16B467C6-3D5B-4F2A-A3D4-D5D9DBF197BE}" dt="2026-01-15T10:30:34.613" v="688"/>
        <pc:sldMkLst>
          <pc:docMk/>
          <pc:sldMk cId="896658017" sldId="496"/>
        </pc:sldMkLst>
      </pc:sldChg>
      <pc:sldChg chg="addSp delSp modSp add mod">
        <pc:chgData name="Martin Schweinberger" userId="90c3b6fdff4c5443" providerId="LiveId" clId="{16B467C6-3D5B-4F2A-A3D4-D5D9DBF197BE}" dt="2026-01-15T10:30:50.892" v="691"/>
        <pc:sldMkLst>
          <pc:docMk/>
          <pc:sldMk cId="1823927808" sldId="497"/>
        </pc:sldMkLst>
        <pc:picChg chg="add mod">
          <ac:chgData name="Martin Schweinberger" userId="90c3b6fdff4c5443" providerId="LiveId" clId="{16B467C6-3D5B-4F2A-A3D4-D5D9DBF197BE}" dt="2026-01-15T10:30:50.892" v="691"/>
          <ac:picMkLst>
            <pc:docMk/>
            <pc:sldMk cId="1823927808" sldId="497"/>
            <ac:picMk id="2" creationId="{8DAE89AF-22B6-EA94-A7D9-42E133ECE975}"/>
          </ac:picMkLst>
        </pc:picChg>
      </pc:sldChg>
      <pc:sldChg chg="addSp delSp modSp add mod">
        <pc:chgData name="Martin Schweinberger" userId="90c3b6fdff4c5443" providerId="LiveId" clId="{16B467C6-3D5B-4F2A-A3D4-D5D9DBF197BE}" dt="2026-01-15T10:31:10.725" v="695"/>
        <pc:sldMkLst>
          <pc:docMk/>
          <pc:sldMk cId="2051710063" sldId="498"/>
        </pc:sldMkLst>
        <pc:picChg chg="add mod">
          <ac:chgData name="Martin Schweinberger" userId="90c3b6fdff4c5443" providerId="LiveId" clId="{16B467C6-3D5B-4F2A-A3D4-D5D9DBF197BE}" dt="2026-01-15T10:31:06.408" v="694"/>
          <ac:picMkLst>
            <pc:docMk/>
            <pc:sldMk cId="2051710063" sldId="498"/>
            <ac:picMk id="3" creationId="{8C59BBB8-C9E1-8ED1-1B86-5091DC87E10B}"/>
          </ac:picMkLst>
        </pc:picChg>
        <pc:picChg chg="add mod">
          <ac:chgData name="Martin Schweinberger" userId="90c3b6fdff4c5443" providerId="LiveId" clId="{16B467C6-3D5B-4F2A-A3D4-D5D9DBF197BE}" dt="2026-01-15T10:31:10.725" v="695"/>
          <ac:picMkLst>
            <pc:docMk/>
            <pc:sldMk cId="2051710063" sldId="498"/>
            <ac:picMk id="4" creationId="{12FC4AE7-ECFC-B367-330D-700DB3262369}"/>
          </ac:picMkLst>
        </pc:picChg>
      </pc:sldChg>
      <pc:sldChg chg="addSp delSp modSp add mod">
        <pc:chgData name="Martin Schweinberger" userId="90c3b6fdff4c5443" providerId="LiveId" clId="{16B467C6-3D5B-4F2A-A3D4-D5D9DBF197BE}" dt="2026-01-15T10:32:08.347" v="737" actId="14100"/>
        <pc:sldMkLst>
          <pc:docMk/>
          <pc:sldMk cId="3948832012" sldId="499"/>
        </pc:sldMkLst>
        <pc:spChg chg="mod">
          <ac:chgData name="Martin Schweinberger" userId="90c3b6fdff4c5443" providerId="LiveId" clId="{16B467C6-3D5B-4F2A-A3D4-D5D9DBF197BE}" dt="2026-01-15T10:32:08.347" v="737" actId="14100"/>
          <ac:spMkLst>
            <pc:docMk/>
            <pc:sldMk cId="3948832012" sldId="499"/>
            <ac:spMk id="2" creationId="{EC47A0AB-51A0-988E-B477-A1CC10F58546}"/>
          </ac:spMkLst>
        </pc:spChg>
      </pc:sldChg>
      <pc:sldMasterChg chg="delSp modSp mod">
        <pc:chgData name="Martin Schweinberger" userId="90c3b6fdff4c5443" providerId="LiveId" clId="{16B467C6-3D5B-4F2A-A3D4-D5D9DBF197BE}" dt="2026-01-15T10:14:56.516" v="444" actId="12"/>
        <pc:sldMasterMkLst>
          <pc:docMk/>
          <pc:sldMasterMk cId="3786833112" sldId="2147483648"/>
        </pc:sldMasterMkLst>
        <pc:spChg chg="mod">
          <ac:chgData name="Martin Schweinberger" userId="90c3b6fdff4c5443" providerId="LiveId" clId="{16B467C6-3D5B-4F2A-A3D4-D5D9DBF197BE}" dt="2026-01-15T10:14:56.516" v="444" actId="12"/>
          <ac:spMkLst>
            <pc:docMk/>
            <pc:sldMasterMk cId="3786833112" sldId="2147483648"/>
            <ac:spMk id="4" creationId="{BDF8D2AE-3583-4708-BD46-43C743300E11}"/>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12A36AD-C140-47B5-A0AA-2808AF1C1C9D}" type="datetimeFigureOut">
              <a:rPr lang="en-AU" smtClean="0"/>
              <a:t>19/01/2026</a:t>
            </a:fld>
            <a:endParaRPr lang="en-AU"/>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6A420D9-E2BA-4BD5-B845-F55DFC0118AC}" type="slidenum">
              <a:rPr lang="en-AU" smtClean="0"/>
              <a:t>‹#›</a:t>
            </a:fld>
            <a:endParaRPr lang="en-AU"/>
          </a:p>
        </p:txBody>
      </p:sp>
    </p:spTree>
    <p:extLst>
      <p:ext uri="{BB962C8B-B14F-4D97-AF65-F5344CB8AC3E}">
        <p14:creationId xmlns:p14="http://schemas.microsoft.com/office/powerpoint/2010/main" val="268497846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63829E-EB69-4A98-9D54-8D6822520B27}" type="datetimeFigureOut">
              <a:rPr lang="en-AU" smtClean="0"/>
              <a:t>19/01/2026</a:t>
            </a:fld>
            <a:endParaRPr lang="en-AU"/>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F05BAA-92F6-4DEA-A832-E4B15A2F525C}" type="slidenum">
              <a:rPr lang="en-AU" smtClean="0"/>
              <a:t>‹#›</a:t>
            </a:fld>
            <a:endParaRPr lang="en-AU"/>
          </a:p>
        </p:txBody>
      </p:sp>
    </p:spTree>
    <p:extLst>
      <p:ext uri="{BB962C8B-B14F-4D97-AF65-F5344CB8AC3E}">
        <p14:creationId xmlns:p14="http://schemas.microsoft.com/office/powerpoint/2010/main" val="203997852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5BEF6F-6263-4F8D-8EB5-8791451073CD}"/>
              </a:ext>
            </a:extLst>
          </p:cNvPr>
          <p:cNvSpPr/>
          <p:nvPr userDrawn="1"/>
        </p:nvSpPr>
        <p:spPr bwMode="invGray">
          <a:xfrm>
            <a:off x="0" y="0"/>
            <a:ext cx="12192000" cy="9288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5" name="Picture 4">
            <a:extLst>
              <a:ext uri="{FF2B5EF4-FFF2-40B4-BE49-F238E27FC236}">
                <a16:creationId xmlns:a16="http://schemas.microsoft.com/office/drawing/2014/main" id="{3F3E3223-6328-4488-8A5F-952E87A12E34}"/>
              </a:ext>
            </a:extLst>
          </p:cNvPr>
          <p:cNvPicPr>
            <a:picLocks noChangeAspect="1"/>
          </p:cNvPicPr>
          <p:nvPr userDrawn="1"/>
        </p:nvPicPr>
        <p:blipFill rotWithShape="1">
          <a:blip r:embed="rId2"/>
          <a:srcRect l="74412" t="80198" b="-1"/>
          <a:stretch/>
        </p:blipFill>
        <p:spPr bwMode="ltGray">
          <a:xfrm>
            <a:off x="9852228" y="5499893"/>
            <a:ext cx="2339772" cy="1358107"/>
          </a:xfrm>
          <a:prstGeom prst="rect">
            <a:avLst/>
          </a:prstGeom>
          <a:ln>
            <a:noFill/>
          </a:ln>
        </p:spPr>
      </p:pic>
      <p:sp>
        <p:nvSpPr>
          <p:cNvPr id="2" name="Title 1"/>
          <p:cNvSpPr>
            <a:spLocks noGrp="1"/>
          </p:cNvSpPr>
          <p:nvPr>
            <p:ph type="title" hasCustomPrompt="1"/>
          </p:nvPr>
        </p:nvSpPr>
        <p:spPr>
          <a:xfrm>
            <a:off x="695325" y="1160745"/>
            <a:ext cx="10738247" cy="1296144"/>
          </a:xfrm>
        </p:spPr>
        <p:txBody>
          <a:bodyPr anchor="b">
            <a:noAutofit/>
          </a:bodyPr>
          <a:lstStyle>
            <a:lvl1pPr>
              <a:lnSpc>
                <a:spcPts val="5040"/>
              </a:lnSpc>
              <a:defRPr sz="4200">
                <a:solidFill>
                  <a:schemeClr val="accent1"/>
                </a:solidFill>
              </a:defRPr>
            </a:lvl1pPr>
          </a:lstStyle>
          <a:p>
            <a:r>
              <a:rPr lang="en-US" dirty="0"/>
              <a:t>[Title]</a:t>
            </a:r>
            <a:endParaRPr lang="en-AU" dirty="0"/>
          </a:p>
        </p:txBody>
      </p:sp>
      <p:sp>
        <p:nvSpPr>
          <p:cNvPr id="7" name="Text Placeholder 6"/>
          <p:cNvSpPr>
            <a:spLocks noGrp="1"/>
          </p:cNvSpPr>
          <p:nvPr>
            <p:ph type="body" sz="quarter" idx="10" hasCustomPrompt="1"/>
          </p:nvPr>
        </p:nvSpPr>
        <p:spPr>
          <a:xfrm>
            <a:off x="695298" y="2571294"/>
            <a:ext cx="10747200" cy="2675249"/>
          </a:xfrm>
          <a:prstGeom prst="rect">
            <a:avLst/>
          </a:prstGeom>
        </p:spPr>
        <p:txBody>
          <a:bodyPr>
            <a:normAutofit/>
          </a:bodyPr>
          <a:lstStyle>
            <a:lvl1pPr marL="0" indent="0">
              <a:lnSpc>
                <a:spcPts val="3240"/>
              </a:lnSpc>
              <a:buNone/>
              <a:defRPr sz="2700">
                <a:solidFill>
                  <a:schemeClr val="accent1"/>
                </a:solidFill>
              </a:defRPr>
            </a:lvl1pPr>
          </a:lstStyle>
          <a:p>
            <a:pPr lvl="0"/>
            <a:r>
              <a:rPr lang="en-US" dirty="0"/>
              <a:t>[Subtitle]</a:t>
            </a:r>
          </a:p>
        </p:txBody>
      </p:sp>
      <p:pic>
        <p:nvPicPr>
          <p:cNvPr id="9" name="Picture 8">
            <a:extLst>
              <a:ext uri="{FF2B5EF4-FFF2-40B4-BE49-F238E27FC236}">
                <a16:creationId xmlns:a16="http://schemas.microsoft.com/office/drawing/2014/main" id="{B3140420-5D32-4B9D-AAC5-EA821D594034}"/>
              </a:ext>
            </a:extLst>
          </p:cNvPr>
          <p:cNvPicPr>
            <a:picLocks noChangeAspect="1"/>
          </p:cNvPicPr>
          <p:nvPr userDrawn="1"/>
        </p:nvPicPr>
        <p:blipFill rotWithShape="1">
          <a:blip r:embed="rId2"/>
          <a:srcRect t="59270" r="70475" b="-1"/>
          <a:stretch/>
        </p:blipFill>
        <p:spPr bwMode="ltGray">
          <a:xfrm>
            <a:off x="1" y="4064704"/>
            <a:ext cx="2699772" cy="2793299"/>
          </a:xfrm>
          <a:prstGeom prst="rect">
            <a:avLst/>
          </a:prstGeom>
          <a:ln>
            <a:noFill/>
          </a:ln>
        </p:spPr>
      </p:pic>
      <p:pic>
        <p:nvPicPr>
          <p:cNvPr id="10" name="Picture 9">
            <a:extLst>
              <a:ext uri="{FF2B5EF4-FFF2-40B4-BE49-F238E27FC236}">
                <a16:creationId xmlns:a16="http://schemas.microsoft.com/office/drawing/2014/main" id="{1A1484F3-3D7B-466C-B621-2369AAE0DB10}"/>
              </a:ext>
            </a:extLst>
          </p:cNvPr>
          <p:cNvPicPr>
            <a:picLocks noChangeAspect="1"/>
          </p:cNvPicPr>
          <p:nvPr userDrawn="1"/>
        </p:nvPicPr>
        <p:blipFill>
          <a:blip r:embed="rId3"/>
          <a:stretch>
            <a:fillRect/>
          </a:stretch>
        </p:blipFill>
        <p:spPr>
          <a:xfrm>
            <a:off x="695325" y="207631"/>
            <a:ext cx="3204000" cy="472463"/>
          </a:xfrm>
          <a:prstGeom prst="rect">
            <a:avLst/>
          </a:prstGeom>
        </p:spPr>
      </p:pic>
    </p:spTree>
    <p:extLst>
      <p:ext uri="{BB962C8B-B14F-4D97-AF65-F5344CB8AC3E}">
        <p14:creationId xmlns:p14="http://schemas.microsoft.com/office/powerpoint/2010/main" val="3697731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64299D2-DE60-4B62-A10B-375899206764}"/>
              </a:ext>
            </a:extLst>
          </p:cNvPr>
          <p:cNvSpPr/>
          <p:nvPr userDrawn="1"/>
        </p:nvSpPr>
        <p:spPr bwMode="invGray">
          <a:xfrm>
            <a:off x="0" y="0"/>
            <a:ext cx="12192000" cy="6858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2" name="Title 1"/>
          <p:cNvSpPr>
            <a:spLocks noGrp="1"/>
          </p:cNvSpPr>
          <p:nvPr>
            <p:ph type="title" hasCustomPrompt="1"/>
          </p:nvPr>
        </p:nvSpPr>
        <p:spPr bwMode="white">
          <a:xfrm>
            <a:off x="695325" y="1143405"/>
            <a:ext cx="10738247" cy="1296144"/>
          </a:xfrm>
        </p:spPr>
        <p:txBody>
          <a:bodyPr anchor="b">
            <a:noAutofit/>
          </a:bodyPr>
          <a:lstStyle>
            <a:lvl1pPr>
              <a:lnSpc>
                <a:spcPts val="5040"/>
              </a:lnSpc>
              <a:defRPr sz="4200">
                <a:solidFill>
                  <a:schemeClr val="bg1"/>
                </a:solidFill>
              </a:defRPr>
            </a:lvl1pPr>
          </a:lstStyle>
          <a:p>
            <a:r>
              <a:rPr lang="en-US" dirty="0"/>
              <a:t>[Title]</a:t>
            </a:r>
            <a:endParaRPr lang="en-AU" dirty="0"/>
          </a:p>
        </p:txBody>
      </p:sp>
      <p:sp>
        <p:nvSpPr>
          <p:cNvPr id="7" name="Text Placeholder 6"/>
          <p:cNvSpPr>
            <a:spLocks noGrp="1"/>
          </p:cNvSpPr>
          <p:nvPr>
            <p:ph type="body" sz="quarter" idx="10" hasCustomPrompt="1"/>
          </p:nvPr>
        </p:nvSpPr>
        <p:spPr bwMode="white">
          <a:xfrm>
            <a:off x="695298" y="2553954"/>
            <a:ext cx="10747200" cy="2675249"/>
          </a:xfrm>
          <a:prstGeom prst="rect">
            <a:avLst/>
          </a:prstGeom>
        </p:spPr>
        <p:txBody>
          <a:bodyPr>
            <a:normAutofit/>
          </a:bodyPr>
          <a:lstStyle>
            <a:lvl1pPr marL="0" indent="0">
              <a:lnSpc>
                <a:spcPts val="3240"/>
              </a:lnSpc>
              <a:buNone/>
              <a:defRPr sz="2700">
                <a:solidFill>
                  <a:schemeClr val="bg1"/>
                </a:solidFill>
              </a:defRPr>
            </a:lvl1pPr>
          </a:lstStyle>
          <a:p>
            <a:pPr lvl="0"/>
            <a:r>
              <a:rPr lang="en-US" dirty="0"/>
              <a:t>[Subtitle]</a:t>
            </a:r>
          </a:p>
        </p:txBody>
      </p:sp>
      <p:sp>
        <p:nvSpPr>
          <p:cNvPr id="18" name="Right Triangle 3">
            <a:extLst>
              <a:ext uri="{FF2B5EF4-FFF2-40B4-BE49-F238E27FC236}">
                <a16:creationId xmlns:a16="http://schemas.microsoft.com/office/drawing/2014/main" id="{E49831C3-1265-4B26-84DA-16A7EC28AF57}"/>
              </a:ext>
            </a:extLst>
          </p:cNvPr>
          <p:cNvSpPr/>
          <p:nvPr userDrawn="1"/>
        </p:nvSpPr>
        <p:spPr bwMode="white">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8" name="Graphic 1">
            <a:extLst>
              <a:ext uri="{FF2B5EF4-FFF2-40B4-BE49-F238E27FC236}">
                <a16:creationId xmlns:a16="http://schemas.microsoft.com/office/drawing/2014/main" id="{570549AC-72A0-49C7-B98A-4959B5690850}"/>
              </a:ext>
            </a:extLst>
          </p:cNvPr>
          <p:cNvSpPr/>
          <p:nvPr userDrawn="1"/>
        </p:nvSpPr>
        <p:spPr bwMode="white">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pic>
        <p:nvPicPr>
          <p:cNvPr id="11" name="Picture 10">
            <a:extLst>
              <a:ext uri="{FF2B5EF4-FFF2-40B4-BE49-F238E27FC236}">
                <a16:creationId xmlns:a16="http://schemas.microsoft.com/office/drawing/2014/main" id="{DEDF6610-A984-4E2A-B1B8-C6D02948493B}"/>
              </a:ext>
            </a:extLst>
          </p:cNvPr>
          <p:cNvPicPr>
            <a:picLocks noChangeAspect="1"/>
          </p:cNvPicPr>
          <p:nvPr userDrawn="1"/>
        </p:nvPicPr>
        <p:blipFill>
          <a:blip r:embed="rId2"/>
          <a:stretch>
            <a:fillRect/>
          </a:stretch>
        </p:blipFill>
        <p:spPr>
          <a:xfrm>
            <a:off x="695325" y="207631"/>
            <a:ext cx="3204000" cy="472463"/>
          </a:xfrm>
          <a:prstGeom prst="rect">
            <a:avLst/>
          </a:prstGeom>
        </p:spPr>
      </p:pic>
    </p:spTree>
    <p:extLst>
      <p:ext uri="{BB962C8B-B14F-4D97-AF65-F5344CB8AC3E}">
        <p14:creationId xmlns:p14="http://schemas.microsoft.com/office/powerpoint/2010/main" val="1755759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3">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95325" y="1143405"/>
            <a:ext cx="10728647" cy="1296144"/>
          </a:xfrm>
        </p:spPr>
        <p:txBody>
          <a:bodyPr anchor="b">
            <a:noAutofit/>
          </a:bodyPr>
          <a:lstStyle>
            <a:lvl1pPr>
              <a:lnSpc>
                <a:spcPts val="5040"/>
              </a:lnSpc>
              <a:defRPr sz="4200">
                <a:solidFill>
                  <a:schemeClr val="bg1"/>
                </a:solidFill>
              </a:defRPr>
            </a:lvl1pPr>
          </a:lstStyle>
          <a:p>
            <a:r>
              <a:rPr lang="en-US" dirty="0"/>
              <a:t>[Title]</a:t>
            </a:r>
            <a:endParaRPr lang="en-AU" dirty="0"/>
          </a:p>
        </p:txBody>
      </p:sp>
      <p:sp>
        <p:nvSpPr>
          <p:cNvPr id="7" name="Text Placeholder 6"/>
          <p:cNvSpPr>
            <a:spLocks noGrp="1"/>
          </p:cNvSpPr>
          <p:nvPr>
            <p:ph type="body" sz="quarter" idx="10" hasCustomPrompt="1"/>
          </p:nvPr>
        </p:nvSpPr>
        <p:spPr>
          <a:xfrm>
            <a:off x="695306" y="2553954"/>
            <a:ext cx="10737592" cy="2675249"/>
          </a:xfrm>
          <a:prstGeom prst="rect">
            <a:avLst/>
          </a:prstGeom>
          <a:noFill/>
        </p:spPr>
        <p:txBody>
          <a:bodyPr>
            <a:normAutofit/>
          </a:bodyPr>
          <a:lstStyle>
            <a:lvl1pPr marL="0" indent="0">
              <a:lnSpc>
                <a:spcPts val="3240"/>
              </a:lnSpc>
              <a:buNone/>
              <a:defRPr sz="2700">
                <a:solidFill>
                  <a:schemeClr val="bg1"/>
                </a:solidFill>
              </a:defRPr>
            </a:lvl1pPr>
          </a:lstStyle>
          <a:p>
            <a:pPr lvl="0"/>
            <a:r>
              <a:rPr lang="en-US" dirty="0"/>
              <a:t>[Subtitle]</a:t>
            </a:r>
          </a:p>
        </p:txBody>
      </p:sp>
      <p:sp>
        <p:nvSpPr>
          <p:cNvPr id="3" name="Rectangle 2">
            <a:extLst>
              <a:ext uri="{FF2B5EF4-FFF2-40B4-BE49-F238E27FC236}">
                <a16:creationId xmlns:a16="http://schemas.microsoft.com/office/drawing/2014/main" id="{19933EA7-FE92-4C6D-8733-61E671888999}"/>
              </a:ext>
            </a:extLst>
          </p:cNvPr>
          <p:cNvSpPr/>
          <p:nvPr userDrawn="1"/>
        </p:nvSpPr>
        <p:spPr bwMode="ltGray">
          <a:xfrm>
            <a:off x="2" y="0"/>
            <a:ext cx="12191999" cy="928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pic>
        <p:nvPicPr>
          <p:cNvPr id="16" name="Picture 15">
            <a:extLst>
              <a:ext uri="{FF2B5EF4-FFF2-40B4-BE49-F238E27FC236}">
                <a16:creationId xmlns:a16="http://schemas.microsoft.com/office/drawing/2014/main" id="{D93FA41E-EFD5-45E8-BE8D-8CAB28F4BDD2}"/>
              </a:ext>
            </a:extLst>
          </p:cNvPr>
          <p:cNvPicPr>
            <a:picLocks noChangeAspect="1"/>
          </p:cNvPicPr>
          <p:nvPr userDrawn="1"/>
        </p:nvPicPr>
        <p:blipFill>
          <a:blip r:embed="rId3"/>
          <a:stretch>
            <a:fillRect/>
          </a:stretch>
        </p:blipFill>
        <p:spPr>
          <a:xfrm>
            <a:off x="704849" y="234886"/>
            <a:ext cx="2988000" cy="452585"/>
          </a:xfrm>
          <a:prstGeom prst="rect">
            <a:avLst/>
          </a:prstGeom>
        </p:spPr>
      </p:pic>
      <p:sp>
        <p:nvSpPr>
          <p:cNvPr id="5" name="TextBox 4">
            <a:extLst>
              <a:ext uri="{FF2B5EF4-FFF2-40B4-BE49-F238E27FC236}">
                <a16:creationId xmlns:a16="http://schemas.microsoft.com/office/drawing/2014/main" id="{FDDADB43-ED09-48C5-A41D-5E4BDF72C85E}"/>
              </a:ext>
            </a:extLst>
          </p:cNvPr>
          <p:cNvSpPr txBox="1"/>
          <p:nvPr userDrawn="1"/>
        </p:nvSpPr>
        <p:spPr>
          <a:xfrm>
            <a:off x="1" y="-1586050"/>
            <a:ext cx="7632171" cy="1384995"/>
          </a:xfrm>
          <a:prstGeom prst="rect">
            <a:avLst/>
          </a:prstGeom>
          <a:solidFill>
            <a:schemeClr val="accent1"/>
          </a:solidFill>
        </p:spPr>
        <p:txBody>
          <a:bodyPr wrap="square" rtlCol="0">
            <a:spAutoFit/>
          </a:bodyPr>
          <a:lstStyle/>
          <a:p>
            <a:r>
              <a:rPr lang="en-AU" sz="1400" dirty="0">
                <a:solidFill>
                  <a:schemeClr val="bg1"/>
                </a:solidFill>
              </a:rPr>
              <a:t>For this slide design, you can choose your own image </a:t>
            </a:r>
            <a:br>
              <a:rPr lang="en-AU" sz="1400" dirty="0">
                <a:solidFill>
                  <a:schemeClr val="bg1"/>
                </a:solidFill>
              </a:rPr>
            </a:br>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‘Picture’ is already selected</a:t>
            </a:r>
          </a:p>
          <a:p>
            <a:r>
              <a:rPr lang="en-US" sz="1400" dirty="0">
                <a:solidFill>
                  <a:schemeClr val="bg1"/>
                </a:solidFill>
              </a:rPr>
              <a:t>Go to the ‘File’ button and select another image</a:t>
            </a:r>
          </a:p>
          <a:p>
            <a:r>
              <a:rPr lang="en-US" sz="1400" dirty="0">
                <a:solidFill>
                  <a:schemeClr val="bg1"/>
                </a:solidFill>
              </a:rPr>
              <a:t>Change text </a:t>
            </a:r>
            <a:r>
              <a:rPr lang="en-US" sz="1400" dirty="0" err="1">
                <a:solidFill>
                  <a:schemeClr val="bg1"/>
                </a:solidFill>
              </a:rPr>
              <a:t>colour</a:t>
            </a:r>
            <a:r>
              <a:rPr lang="en-US" sz="1400" dirty="0">
                <a:solidFill>
                  <a:schemeClr val="bg1"/>
                </a:solidFill>
              </a:rPr>
              <a:t> as necessary to suit the image</a:t>
            </a:r>
            <a:endParaRPr lang="en-AU" sz="1400" dirty="0">
              <a:solidFill>
                <a:schemeClr val="bg1"/>
              </a:solidFill>
            </a:endParaRPr>
          </a:p>
        </p:txBody>
      </p:sp>
      <p:sp>
        <p:nvSpPr>
          <p:cNvPr id="11" name="Right Triangle 3">
            <a:extLst>
              <a:ext uri="{FF2B5EF4-FFF2-40B4-BE49-F238E27FC236}">
                <a16:creationId xmlns:a16="http://schemas.microsoft.com/office/drawing/2014/main" id="{5A5C0481-15B5-4619-B80D-C8C9ABD7F904}"/>
              </a:ext>
            </a:extLst>
          </p:cNvPr>
          <p:cNvSpPr/>
          <p:nvPr userDrawn="1"/>
        </p:nvSpPr>
        <p:spPr bwMode="invGray">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9" name="Graphic 1">
            <a:extLst>
              <a:ext uri="{FF2B5EF4-FFF2-40B4-BE49-F238E27FC236}">
                <a16:creationId xmlns:a16="http://schemas.microsoft.com/office/drawing/2014/main" id="{84EF10FC-E046-43D3-9897-04BE4FF5A176}"/>
              </a:ext>
            </a:extLst>
          </p:cNvPr>
          <p:cNvSpPr/>
          <p:nvPr userDrawn="1"/>
        </p:nvSpPr>
        <p:spPr bwMode="invGray">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spTree>
    <p:extLst>
      <p:ext uri="{BB962C8B-B14F-4D97-AF65-F5344CB8AC3E}">
        <p14:creationId xmlns:p14="http://schemas.microsoft.com/office/powerpoint/2010/main" val="2967883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B1A2C22-D4CF-4FE0-AF06-038EB2ACB6D9}"/>
              </a:ext>
            </a:extLst>
          </p:cNvPr>
          <p:cNvSpPr/>
          <p:nvPr userDrawn="1"/>
        </p:nvSpPr>
        <p:spPr bwMode="invGray">
          <a:xfrm>
            <a:off x="0" y="0"/>
            <a:ext cx="12192000" cy="6858000"/>
          </a:xfrm>
          <a:prstGeom prst="rect">
            <a:avLst/>
          </a:prstGeom>
          <a:gradFill flip="none" rotWithShape="1">
            <a:gsLst>
              <a:gs pos="75000">
                <a:schemeClr val="accent1"/>
              </a:gs>
              <a:gs pos="100000">
                <a:srgbClr val="962A8B"/>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0" name="Picture 9">
            <a:extLst>
              <a:ext uri="{FF2B5EF4-FFF2-40B4-BE49-F238E27FC236}">
                <a16:creationId xmlns:a16="http://schemas.microsoft.com/office/drawing/2014/main" id="{DD751603-5D6A-462B-B9E7-98413BF2CB36}"/>
              </a:ext>
            </a:extLst>
          </p:cNvPr>
          <p:cNvPicPr>
            <a:picLocks noChangeAspect="1"/>
          </p:cNvPicPr>
          <p:nvPr userDrawn="1"/>
        </p:nvPicPr>
        <p:blipFill>
          <a:blip r:embed="rId2"/>
          <a:stretch>
            <a:fillRect/>
          </a:stretch>
        </p:blipFill>
        <p:spPr>
          <a:xfrm>
            <a:off x="8309692" y="275999"/>
            <a:ext cx="3204000" cy="472463"/>
          </a:xfrm>
          <a:prstGeom prst="rect">
            <a:avLst/>
          </a:prstGeom>
        </p:spPr>
      </p:pic>
      <p:sp>
        <p:nvSpPr>
          <p:cNvPr id="2" name="Title 1"/>
          <p:cNvSpPr>
            <a:spLocks noGrp="1"/>
          </p:cNvSpPr>
          <p:nvPr>
            <p:ph type="title" hasCustomPrompt="1"/>
          </p:nvPr>
        </p:nvSpPr>
        <p:spPr bwMode="white">
          <a:xfrm>
            <a:off x="695326" y="1700811"/>
            <a:ext cx="10768680" cy="1224137"/>
          </a:xfrm>
        </p:spPr>
        <p:txBody>
          <a:bodyPr anchor="b">
            <a:noAutofit/>
          </a:bodyPr>
          <a:lstStyle>
            <a:lvl1pPr>
              <a:lnSpc>
                <a:spcPts val="5040"/>
              </a:lnSpc>
              <a:defRPr sz="4200">
                <a:solidFill>
                  <a:schemeClr val="bg1"/>
                </a:solidFill>
              </a:defRPr>
            </a:lvl1pPr>
          </a:lstStyle>
          <a:p>
            <a:r>
              <a:rPr lang="en-US" dirty="0"/>
              <a:t>[Title]</a:t>
            </a:r>
            <a:endParaRPr lang="en-AU" dirty="0"/>
          </a:p>
        </p:txBody>
      </p:sp>
      <p:sp>
        <p:nvSpPr>
          <p:cNvPr id="7" name="Text Placeholder 6"/>
          <p:cNvSpPr>
            <a:spLocks noGrp="1"/>
          </p:cNvSpPr>
          <p:nvPr>
            <p:ph type="body" sz="quarter" idx="10" hasCustomPrompt="1"/>
          </p:nvPr>
        </p:nvSpPr>
        <p:spPr bwMode="white">
          <a:xfrm>
            <a:off x="695326" y="3113744"/>
            <a:ext cx="10768680" cy="2043451"/>
          </a:xfrm>
          <a:prstGeom prst="rect">
            <a:avLst/>
          </a:prstGeom>
        </p:spPr>
        <p:txBody>
          <a:bodyPr>
            <a:normAutofit/>
          </a:bodyPr>
          <a:lstStyle>
            <a:lvl1pPr marL="0" indent="0">
              <a:lnSpc>
                <a:spcPts val="3240"/>
              </a:lnSpc>
              <a:buNone/>
              <a:defRPr sz="2700">
                <a:solidFill>
                  <a:schemeClr val="bg1"/>
                </a:solidFill>
              </a:defRPr>
            </a:lvl1pPr>
          </a:lstStyle>
          <a:p>
            <a:pPr lvl="0"/>
            <a:r>
              <a:rPr lang="en-US" dirty="0"/>
              <a:t>[Subtitle]</a:t>
            </a:r>
          </a:p>
        </p:txBody>
      </p:sp>
      <p:sp>
        <p:nvSpPr>
          <p:cNvPr id="11" name="Right Triangle 3">
            <a:extLst>
              <a:ext uri="{FF2B5EF4-FFF2-40B4-BE49-F238E27FC236}">
                <a16:creationId xmlns:a16="http://schemas.microsoft.com/office/drawing/2014/main" id="{DBA991DB-C059-4DB2-8D91-33D3F3951887}"/>
              </a:ext>
            </a:extLst>
          </p:cNvPr>
          <p:cNvSpPr/>
          <p:nvPr userDrawn="1"/>
        </p:nvSpPr>
        <p:spPr bwMode="white">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8" name="Graphic 1">
            <a:extLst>
              <a:ext uri="{FF2B5EF4-FFF2-40B4-BE49-F238E27FC236}">
                <a16:creationId xmlns:a16="http://schemas.microsoft.com/office/drawing/2014/main" id="{F070BDDD-4427-48C1-9206-C4CC3FAE8AD1}"/>
              </a:ext>
            </a:extLst>
          </p:cNvPr>
          <p:cNvSpPr/>
          <p:nvPr userDrawn="1"/>
        </p:nvSpPr>
        <p:spPr bwMode="white">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spTree>
    <p:extLst>
      <p:ext uri="{BB962C8B-B14F-4D97-AF65-F5344CB8AC3E}">
        <p14:creationId xmlns:p14="http://schemas.microsoft.com/office/powerpoint/2010/main" val="4192163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Divider (Editable)">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95326" y="1700811"/>
            <a:ext cx="10768680" cy="1224137"/>
          </a:xfrm>
        </p:spPr>
        <p:txBody>
          <a:bodyPr anchor="b">
            <a:noAutofit/>
          </a:bodyPr>
          <a:lstStyle>
            <a:lvl1pPr>
              <a:lnSpc>
                <a:spcPts val="5040"/>
              </a:lnSpc>
              <a:defRPr sz="4200">
                <a:solidFill>
                  <a:schemeClr val="bg1"/>
                </a:solidFill>
              </a:defRPr>
            </a:lvl1pPr>
          </a:lstStyle>
          <a:p>
            <a:r>
              <a:rPr lang="en-US" dirty="0"/>
              <a:t>[Divider title]</a:t>
            </a:r>
            <a:endParaRPr lang="en-AU" dirty="0"/>
          </a:p>
        </p:txBody>
      </p:sp>
      <p:sp>
        <p:nvSpPr>
          <p:cNvPr id="7" name="Text Placeholder 6"/>
          <p:cNvSpPr>
            <a:spLocks noGrp="1"/>
          </p:cNvSpPr>
          <p:nvPr>
            <p:ph type="body" sz="quarter" idx="10" hasCustomPrompt="1"/>
          </p:nvPr>
        </p:nvSpPr>
        <p:spPr>
          <a:xfrm>
            <a:off x="695326" y="3113744"/>
            <a:ext cx="10768680" cy="2043451"/>
          </a:xfrm>
          <a:prstGeom prst="rect">
            <a:avLst/>
          </a:prstGeom>
        </p:spPr>
        <p:txBody>
          <a:bodyPr>
            <a:normAutofit/>
          </a:bodyPr>
          <a:lstStyle>
            <a:lvl1pPr marL="0" indent="0">
              <a:lnSpc>
                <a:spcPts val="3240"/>
              </a:lnSpc>
              <a:buNone/>
              <a:defRPr sz="2700">
                <a:solidFill>
                  <a:schemeClr val="bg1"/>
                </a:solidFill>
              </a:defRPr>
            </a:lvl1pPr>
          </a:lstStyle>
          <a:p>
            <a:pPr lvl="0"/>
            <a:r>
              <a:rPr lang="en-US" dirty="0"/>
              <a:t>[Divider subtitle]</a:t>
            </a:r>
          </a:p>
        </p:txBody>
      </p:sp>
      <p:sp>
        <p:nvSpPr>
          <p:cNvPr id="8" name="TextBox 7">
            <a:extLst>
              <a:ext uri="{FF2B5EF4-FFF2-40B4-BE49-F238E27FC236}">
                <a16:creationId xmlns:a16="http://schemas.microsoft.com/office/drawing/2014/main" id="{57A07765-DB77-44E5-9420-D56F1378074A}"/>
              </a:ext>
            </a:extLst>
          </p:cNvPr>
          <p:cNvSpPr txBox="1"/>
          <p:nvPr userDrawn="1"/>
        </p:nvSpPr>
        <p:spPr>
          <a:xfrm>
            <a:off x="1" y="-1053499"/>
            <a:ext cx="7632171" cy="954107"/>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‘change ‘Solid fill’ to a </a:t>
            </a:r>
            <a:r>
              <a:rPr lang="en-US" sz="1400" dirty="0" err="1">
                <a:solidFill>
                  <a:schemeClr val="bg1"/>
                </a:solidFill>
              </a:rPr>
              <a:t>colour</a:t>
            </a:r>
            <a:r>
              <a:rPr lang="en-US" sz="1400" dirty="0">
                <a:solidFill>
                  <a:schemeClr val="bg1"/>
                </a:solidFill>
              </a:rPr>
              <a:t> from the palette</a:t>
            </a:r>
            <a:endParaRPr lang="en-AU" sz="1400" dirty="0">
              <a:solidFill>
                <a:schemeClr val="bg1"/>
              </a:solidFill>
            </a:endParaRPr>
          </a:p>
        </p:txBody>
      </p:sp>
      <p:pic>
        <p:nvPicPr>
          <p:cNvPr id="6" name="Picture 5">
            <a:extLst>
              <a:ext uri="{FF2B5EF4-FFF2-40B4-BE49-F238E27FC236}">
                <a16:creationId xmlns:a16="http://schemas.microsoft.com/office/drawing/2014/main" id="{2CBE33C2-B581-422F-9FF5-AF660C79D3B0}"/>
              </a:ext>
            </a:extLst>
          </p:cNvPr>
          <p:cNvPicPr>
            <a:picLocks noChangeAspect="1"/>
          </p:cNvPicPr>
          <p:nvPr userDrawn="1"/>
        </p:nvPicPr>
        <p:blipFill>
          <a:blip r:embed="rId2"/>
          <a:stretch>
            <a:fillRect/>
          </a:stretch>
        </p:blipFill>
        <p:spPr>
          <a:xfrm>
            <a:off x="8309692" y="275999"/>
            <a:ext cx="3204000" cy="472463"/>
          </a:xfrm>
          <a:prstGeom prst="rect">
            <a:avLst/>
          </a:prstGeom>
        </p:spPr>
      </p:pic>
    </p:spTree>
    <p:extLst>
      <p:ext uri="{BB962C8B-B14F-4D97-AF65-F5344CB8AC3E}">
        <p14:creationId xmlns:p14="http://schemas.microsoft.com/office/powerpoint/2010/main" val="28191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2">
    <p:spTree>
      <p:nvGrpSpPr>
        <p:cNvPr id="1" name=""/>
        <p:cNvGrpSpPr/>
        <p:nvPr/>
      </p:nvGrpSpPr>
      <p:grpSpPr>
        <a:xfrm>
          <a:off x="0" y="0"/>
          <a:ext cx="0" cy="0"/>
          <a:chOff x="0" y="0"/>
          <a:chExt cx="0" cy="0"/>
        </a:xfrm>
      </p:grpSpPr>
      <p:sp>
        <p:nvSpPr>
          <p:cNvPr id="9" name="Right Triangle 3">
            <a:extLst>
              <a:ext uri="{FF2B5EF4-FFF2-40B4-BE49-F238E27FC236}">
                <a16:creationId xmlns:a16="http://schemas.microsoft.com/office/drawing/2014/main" id="{5E92F574-51E7-47B2-86D2-94DAE288E822}"/>
              </a:ext>
            </a:extLst>
          </p:cNvPr>
          <p:cNvSpPr/>
          <p:nvPr userDrawn="1"/>
        </p:nvSpPr>
        <p:spPr bwMode="invGray">
          <a:xfrm>
            <a:off x="2" y="4076700"/>
            <a:ext cx="3407833"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11" name="Rectangle 8">
            <a:extLst>
              <a:ext uri="{FF2B5EF4-FFF2-40B4-BE49-F238E27FC236}">
                <a16:creationId xmlns:a16="http://schemas.microsoft.com/office/drawing/2014/main" id="{C31ECE3F-0C43-444E-9F0C-B23F8D3935D2}"/>
              </a:ext>
            </a:extLst>
          </p:cNvPr>
          <p:cNvSpPr/>
          <p:nvPr userDrawn="1"/>
        </p:nvSpPr>
        <p:spPr bwMode="invGray">
          <a:xfrm>
            <a:off x="9192249" y="5584173"/>
            <a:ext cx="2999415" cy="1273828"/>
          </a:xfrm>
          <a:custGeom>
            <a:avLst/>
            <a:gdLst>
              <a:gd name="connsiteX0" fmla="*/ 0 w 2267490"/>
              <a:gd name="connsiteY0" fmla="*/ 0 h 1132541"/>
              <a:gd name="connsiteX1" fmla="*/ 2267490 w 2267490"/>
              <a:gd name="connsiteY1" fmla="*/ 0 h 1132541"/>
              <a:gd name="connsiteX2" fmla="*/ 2267490 w 2267490"/>
              <a:gd name="connsiteY2" fmla="*/ 1132541 h 1132541"/>
              <a:gd name="connsiteX3" fmla="*/ 0 w 2267490"/>
              <a:gd name="connsiteY3" fmla="*/ 1132541 h 1132541"/>
              <a:gd name="connsiteX4" fmla="*/ 0 w 2267490"/>
              <a:gd name="connsiteY4" fmla="*/ 0 h 1132541"/>
              <a:gd name="connsiteX0" fmla="*/ 0 w 2267490"/>
              <a:gd name="connsiteY0" fmla="*/ 1132541 h 1132541"/>
              <a:gd name="connsiteX1" fmla="*/ 2267490 w 2267490"/>
              <a:gd name="connsiteY1" fmla="*/ 0 h 1132541"/>
              <a:gd name="connsiteX2" fmla="*/ 2267490 w 2267490"/>
              <a:gd name="connsiteY2" fmla="*/ 1132541 h 1132541"/>
              <a:gd name="connsiteX3" fmla="*/ 0 w 2267490"/>
              <a:gd name="connsiteY3" fmla="*/ 1132541 h 1132541"/>
              <a:gd name="connsiteX0" fmla="*/ 0 w 2291396"/>
              <a:gd name="connsiteY0" fmla="*/ 857623 h 1132541"/>
              <a:gd name="connsiteX1" fmla="*/ 2291396 w 2291396"/>
              <a:gd name="connsiteY1" fmla="*/ 0 h 1132541"/>
              <a:gd name="connsiteX2" fmla="*/ 2291396 w 2291396"/>
              <a:gd name="connsiteY2" fmla="*/ 1132541 h 1132541"/>
              <a:gd name="connsiteX3" fmla="*/ 0 w 2291396"/>
              <a:gd name="connsiteY3" fmla="*/ 857623 h 1132541"/>
              <a:gd name="connsiteX0" fmla="*/ 0 w 2249561"/>
              <a:gd name="connsiteY0" fmla="*/ 845670 h 1132541"/>
              <a:gd name="connsiteX1" fmla="*/ 2249561 w 2249561"/>
              <a:gd name="connsiteY1" fmla="*/ 0 h 1132541"/>
              <a:gd name="connsiteX2" fmla="*/ 2249561 w 2249561"/>
              <a:gd name="connsiteY2" fmla="*/ 1132541 h 1132541"/>
              <a:gd name="connsiteX3" fmla="*/ 0 w 2249561"/>
              <a:gd name="connsiteY3" fmla="*/ 845670 h 1132541"/>
              <a:gd name="connsiteX0" fmla="*/ 0 w 2249561"/>
              <a:gd name="connsiteY0" fmla="*/ 944560 h 1231431"/>
              <a:gd name="connsiteX1" fmla="*/ 2249561 w 2249561"/>
              <a:gd name="connsiteY1" fmla="*/ 98890 h 1231431"/>
              <a:gd name="connsiteX2" fmla="*/ 2249561 w 2249561"/>
              <a:gd name="connsiteY2" fmla="*/ 1231431 h 1231431"/>
              <a:gd name="connsiteX3" fmla="*/ 0 w 2249561"/>
              <a:gd name="connsiteY3" fmla="*/ 944560 h 1231431"/>
              <a:gd name="connsiteX0" fmla="*/ 0 w 2249561"/>
              <a:gd name="connsiteY0" fmla="*/ 1212084 h 1498955"/>
              <a:gd name="connsiteX1" fmla="*/ 2249561 w 2249561"/>
              <a:gd name="connsiteY1" fmla="*/ 366414 h 1498955"/>
              <a:gd name="connsiteX2" fmla="*/ 2249561 w 2249561"/>
              <a:gd name="connsiteY2" fmla="*/ 1498955 h 1498955"/>
              <a:gd name="connsiteX3" fmla="*/ 0 w 2249561"/>
              <a:gd name="connsiteY3" fmla="*/ 1212084 h 1498955"/>
              <a:gd name="connsiteX0" fmla="*/ 0 w 2249561"/>
              <a:gd name="connsiteY0" fmla="*/ 1016618 h 1303489"/>
              <a:gd name="connsiteX1" fmla="*/ 2249561 w 2249561"/>
              <a:gd name="connsiteY1" fmla="*/ 170948 h 1303489"/>
              <a:gd name="connsiteX2" fmla="*/ 2249561 w 2249561"/>
              <a:gd name="connsiteY2" fmla="*/ 1303489 h 1303489"/>
              <a:gd name="connsiteX3" fmla="*/ 0 w 2249561"/>
              <a:gd name="connsiteY3" fmla="*/ 1016618 h 1303489"/>
              <a:gd name="connsiteX0" fmla="*/ 0 w 2249561"/>
              <a:gd name="connsiteY0" fmla="*/ 1002505 h 1289376"/>
              <a:gd name="connsiteX1" fmla="*/ 2249561 w 2249561"/>
              <a:gd name="connsiteY1" fmla="*/ 156835 h 1289376"/>
              <a:gd name="connsiteX2" fmla="*/ 2249561 w 2249561"/>
              <a:gd name="connsiteY2" fmla="*/ 1289376 h 1289376"/>
              <a:gd name="connsiteX3" fmla="*/ 0 w 2249561"/>
              <a:gd name="connsiteY3" fmla="*/ 1002505 h 1289376"/>
              <a:gd name="connsiteX0" fmla="*/ 0 w 2249561"/>
              <a:gd name="connsiteY0" fmla="*/ 985444 h 1272315"/>
              <a:gd name="connsiteX1" fmla="*/ 2249561 w 2249561"/>
              <a:gd name="connsiteY1" fmla="*/ 139774 h 1272315"/>
              <a:gd name="connsiteX2" fmla="*/ 2249561 w 2249561"/>
              <a:gd name="connsiteY2" fmla="*/ 1272315 h 1272315"/>
              <a:gd name="connsiteX3" fmla="*/ 0 w 2249561"/>
              <a:gd name="connsiteY3" fmla="*/ 985444 h 1272315"/>
              <a:gd name="connsiteX0" fmla="*/ 0 w 2249561"/>
              <a:gd name="connsiteY0" fmla="*/ 979690 h 1266561"/>
              <a:gd name="connsiteX1" fmla="*/ 2249561 w 2249561"/>
              <a:gd name="connsiteY1" fmla="*/ 134020 h 1266561"/>
              <a:gd name="connsiteX2" fmla="*/ 2249561 w 2249561"/>
              <a:gd name="connsiteY2" fmla="*/ 1266561 h 1266561"/>
              <a:gd name="connsiteX3" fmla="*/ 0 w 2249561"/>
              <a:gd name="connsiteY3" fmla="*/ 979690 h 1266561"/>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Lst>
            <a:ahLst/>
            <a:cxnLst>
              <a:cxn ang="0">
                <a:pos x="connsiteX0" y="connsiteY0"/>
              </a:cxn>
              <a:cxn ang="0">
                <a:pos x="connsiteX1" y="connsiteY1"/>
              </a:cxn>
              <a:cxn ang="0">
                <a:pos x="connsiteX2" y="connsiteY2"/>
              </a:cxn>
              <a:cxn ang="0">
                <a:pos x="connsiteX3" y="connsiteY3"/>
              </a:cxn>
            </a:cxnLst>
            <a:rect l="l" t="t" r="r" b="b"/>
            <a:pathLst>
              <a:path w="2249561" h="1273828">
                <a:moveTo>
                  <a:pt x="0" y="986957"/>
                </a:moveTo>
                <a:cubicBezTo>
                  <a:pt x="690087" y="358432"/>
                  <a:pt x="1188931" y="-294000"/>
                  <a:pt x="2249561" y="141287"/>
                </a:cubicBezTo>
                <a:lnTo>
                  <a:pt x="2249561" y="1273828"/>
                </a:lnTo>
                <a:cubicBezTo>
                  <a:pt x="1762671" y="1220039"/>
                  <a:pt x="570560" y="550676"/>
                  <a:pt x="0" y="98695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800" dirty="0">
                <a:noFill/>
              </a:rPr>
              <a:t> </a:t>
            </a:r>
          </a:p>
        </p:txBody>
      </p:sp>
      <p:sp>
        <p:nvSpPr>
          <p:cNvPr id="5" name="Title 1">
            <a:extLst>
              <a:ext uri="{FF2B5EF4-FFF2-40B4-BE49-F238E27FC236}">
                <a16:creationId xmlns:a16="http://schemas.microsoft.com/office/drawing/2014/main" id="{B506B291-BD26-4DBD-A912-E9396BA1828C}"/>
              </a:ext>
            </a:extLst>
          </p:cNvPr>
          <p:cNvSpPr>
            <a:spLocks noGrp="1"/>
          </p:cNvSpPr>
          <p:nvPr>
            <p:ph type="title"/>
          </p:nvPr>
        </p:nvSpPr>
        <p:spPr>
          <a:xfrm>
            <a:off x="695326" y="1700811"/>
            <a:ext cx="10768680" cy="1224137"/>
          </a:xfrm>
        </p:spPr>
        <p:txBody>
          <a:bodyPr anchor="b">
            <a:noAutofit/>
          </a:bodyPr>
          <a:lstStyle>
            <a:lvl1pPr>
              <a:lnSpc>
                <a:spcPts val="5040"/>
              </a:lnSpc>
              <a:defRPr sz="4200">
                <a:solidFill>
                  <a:schemeClr val="accent1"/>
                </a:solidFill>
              </a:defRPr>
            </a:lvl1pPr>
          </a:lstStyle>
          <a:p>
            <a:r>
              <a:rPr lang="en-US"/>
              <a:t>Click to edit Master title style</a:t>
            </a:r>
            <a:endParaRPr lang="en-AU" dirty="0"/>
          </a:p>
        </p:txBody>
      </p:sp>
      <p:sp>
        <p:nvSpPr>
          <p:cNvPr id="6" name="Text Placeholder 6">
            <a:extLst>
              <a:ext uri="{FF2B5EF4-FFF2-40B4-BE49-F238E27FC236}">
                <a16:creationId xmlns:a16="http://schemas.microsoft.com/office/drawing/2014/main" id="{72AC3715-D94B-4A73-8E94-CAC9D5806F46}"/>
              </a:ext>
            </a:extLst>
          </p:cNvPr>
          <p:cNvSpPr>
            <a:spLocks noGrp="1"/>
          </p:cNvSpPr>
          <p:nvPr>
            <p:ph type="body" sz="quarter" idx="10"/>
          </p:nvPr>
        </p:nvSpPr>
        <p:spPr>
          <a:xfrm>
            <a:off x="695326" y="3113744"/>
            <a:ext cx="10768680" cy="2043451"/>
          </a:xfrm>
          <a:prstGeom prst="rect">
            <a:avLst/>
          </a:prstGeom>
        </p:spPr>
        <p:txBody>
          <a:bodyPr>
            <a:normAutofit/>
          </a:bodyPr>
          <a:lstStyle>
            <a:lvl1pPr marL="0" indent="0">
              <a:lnSpc>
                <a:spcPts val="3240"/>
              </a:lnSpc>
              <a:buNone/>
              <a:defRPr sz="2700">
                <a:solidFill>
                  <a:schemeClr val="accent1"/>
                </a:solidFill>
              </a:defRPr>
            </a:lvl1pPr>
          </a:lstStyle>
          <a:p>
            <a:pPr lvl="0"/>
            <a:r>
              <a:rPr lang="en-US"/>
              <a:t>Edit Master text styles</a:t>
            </a:r>
          </a:p>
        </p:txBody>
      </p:sp>
      <p:sp>
        <p:nvSpPr>
          <p:cNvPr id="7" name="Rectangle 6">
            <a:extLst>
              <a:ext uri="{FF2B5EF4-FFF2-40B4-BE49-F238E27FC236}">
                <a16:creationId xmlns:a16="http://schemas.microsoft.com/office/drawing/2014/main" id="{8CAE7FD6-C4AB-456C-8186-F8E8B285CBBD}"/>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0" name="Picture 9">
            <a:extLst>
              <a:ext uri="{FF2B5EF4-FFF2-40B4-BE49-F238E27FC236}">
                <a16:creationId xmlns:a16="http://schemas.microsoft.com/office/drawing/2014/main" id="{49CEDD3B-B2C6-4C8F-88C7-30EB2A949233}"/>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2" name="Footer Placeholder 11">
            <a:extLst>
              <a:ext uri="{FF2B5EF4-FFF2-40B4-BE49-F238E27FC236}">
                <a16:creationId xmlns:a16="http://schemas.microsoft.com/office/drawing/2014/main" id="{A25860B6-572B-42C8-98B4-41BF602CD44E}"/>
              </a:ext>
            </a:extLst>
          </p:cNvPr>
          <p:cNvSpPr>
            <a:spLocks noGrp="1"/>
          </p:cNvSpPr>
          <p:nvPr>
            <p:ph type="ftr" sz="quarter" idx="12"/>
          </p:nvPr>
        </p:nvSpPr>
        <p:spPr>
          <a:xfrm>
            <a:off x="695326" y="6519171"/>
            <a:ext cx="3360109" cy="240219"/>
          </a:xfrm>
          <a:prstGeom prst="rect">
            <a:avLst/>
          </a:prstGeom>
        </p:spPr>
        <p:txBody>
          <a:bodyPr/>
          <a:lstStyle/>
          <a:p>
            <a:r>
              <a:rPr lang="en-AU"/>
              <a:t>SLAT7806 Research Methods</a:t>
            </a:r>
            <a:endParaRPr lang="en-AU" dirty="0"/>
          </a:p>
        </p:txBody>
      </p:sp>
      <p:sp>
        <p:nvSpPr>
          <p:cNvPr id="13" name="Slide Number Placeholder 12">
            <a:extLst>
              <a:ext uri="{FF2B5EF4-FFF2-40B4-BE49-F238E27FC236}">
                <a16:creationId xmlns:a16="http://schemas.microsoft.com/office/drawing/2014/main" id="{E4BE4F66-8978-4B9A-B365-ABFD2A461631}"/>
              </a:ext>
            </a:extLst>
          </p:cNvPr>
          <p:cNvSpPr>
            <a:spLocks noGrp="1"/>
          </p:cNvSpPr>
          <p:nvPr>
            <p:ph type="sldNum" sz="quarter" idx="13"/>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597899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4DB10F3-61E9-4E77-9DC7-82D405E3EBBB}"/>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10" name="Content Placeholder 9">
            <a:extLst>
              <a:ext uri="{FF2B5EF4-FFF2-40B4-BE49-F238E27FC236}">
                <a16:creationId xmlns:a16="http://schemas.microsoft.com/office/drawing/2014/main" id="{2DB2C94B-2557-442B-9A14-97C40CD6AB85}"/>
              </a:ext>
            </a:extLst>
          </p:cNvPr>
          <p:cNvSpPr>
            <a:spLocks noGrp="1"/>
          </p:cNvSpPr>
          <p:nvPr>
            <p:ph sz="quarter" idx="10"/>
          </p:nvPr>
        </p:nvSpPr>
        <p:spPr>
          <a:xfrm>
            <a:off x="695326" y="1700213"/>
            <a:ext cx="10801350" cy="4608512"/>
          </a:xfrm>
          <a:prstGeom prst="rect">
            <a:avLst/>
          </a:prstGeom>
        </p:spPr>
        <p:txBody>
          <a:bodyPr/>
          <a:lstStyle>
            <a:lvl1pPr>
              <a:defRPr lang="en-US" dirty="0"/>
            </a:lvl1pPr>
            <a:lvl2pPr>
              <a:defRPr lang="en-US" dirty="0"/>
            </a:lvl2pPr>
            <a:lvl3pPr>
              <a:defRPr lang="en-US" dirty="0"/>
            </a:lvl3pPr>
            <a:lvl4pPr>
              <a:defRPr lang="en-US" dirty="0"/>
            </a:lvl4pPr>
            <a:lvl5pPr>
              <a:spcBef>
                <a:spcPts val="1200"/>
              </a:spcBef>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a:extLst>
              <a:ext uri="{FF2B5EF4-FFF2-40B4-BE49-F238E27FC236}">
                <a16:creationId xmlns:a16="http://schemas.microsoft.com/office/drawing/2014/main" id="{5184708F-CDEB-4FFB-9113-878D6AE04045}"/>
              </a:ext>
            </a:extLst>
          </p:cNvPr>
          <p:cNvSpPr>
            <a:spLocks noGrp="1"/>
          </p:cNvSpPr>
          <p:nvPr>
            <p:ph type="title"/>
          </p:nvPr>
        </p:nvSpPr>
        <p:spPr/>
        <p:txBody>
          <a:bodyPr/>
          <a:lstStyle/>
          <a:p>
            <a:r>
              <a:rPr lang="en-US"/>
              <a:t>Click to edit Master title style</a:t>
            </a:r>
            <a:endParaRPr lang="en-AU" dirty="0"/>
          </a:p>
        </p:txBody>
      </p:sp>
      <p:sp>
        <p:nvSpPr>
          <p:cNvPr id="8" name="Text Placeholder 5">
            <a:extLst>
              <a:ext uri="{FF2B5EF4-FFF2-40B4-BE49-F238E27FC236}">
                <a16:creationId xmlns:a16="http://schemas.microsoft.com/office/drawing/2014/main" id="{766B75CD-5CD6-4D07-B08A-ACCB61480F59}"/>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5" name="Footer Placeholder 4">
            <a:extLst>
              <a:ext uri="{FF2B5EF4-FFF2-40B4-BE49-F238E27FC236}">
                <a16:creationId xmlns:a16="http://schemas.microsoft.com/office/drawing/2014/main" id="{246DB8A7-6976-473B-BF64-0813975EEBBB}"/>
              </a:ext>
            </a:extLst>
          </p:cNvPr>
          <p:cNvSpPr>
            <a:spLocks noGrp="1"/>
          </p:cNvSpPr>
          <p:nvPr>
            <p:ph type="ftr" sz="quarter" idx="17"/>
          </p:nvPr>
        </p:nvSpPr>
        <p:spPr>
          <a:xfrm>
            <a:off x="695326" y="6519171"/>
            <a:ext cx="3360109" cy="240219"/>
          </a:xfrm>
          <a:prstGeom prst="rect">
            <a:avLst/>
          </a:prstGeom>
        </p:spPr>
        <p:txBody>
          <a:bodyPr/>
          <a:lstStyle/>
          <a:p>
            <a:r>
              <a:rPr lang="en-AU"/>
              <a:t>SLAT7806 Research Methods</a:t>
            </a:r>
            <a:endParaRPr lang="en-AU" dirty="0"/>
          </a:p>
        </p:txBody>
      </p:sp>
      <p:sp>
        <p:nvSpPr>
          <p:cNvPr id="7" name="Slide Number Placeholder 6">
            <a:extLst>
              <a:ext uri="{FF2B5EF4-FFF2-40B4-BE49-F238E27FC236}">
                <a16:creationId xmlns:a16="http://schemas.microsoft.com/office/drawing/2014/main" id="{C50E6DF7-2887-45E5-8CD1-2FCDFD70911D}"/>
              </a:ext>
            </a:extLst>
          </p:cNvPr>
          <p:cNvSpPr>
            <a:spLocks noGrp="1"/>
          </p:cNvSpPr>
          <p:nvPr>
            <p:ph type="sldNum" sz="quarter" idx="18"/>
          </p:nvPr>
        </p:nvSpPr>
        <p:spPr/>
        <p:txBody>
          <a:bodyPr/>
          <a:lstStyle/>
          <a:p>
            <a:fld id="{E917DE0E-AFB1-41FD-BC35-27DB61CA125F}" type="slidenum">
              <a:rPr lang="en-AU" smtClean="0"/>
              <a:pPr/>
              <a:t>‹#›</a:t>
            </a:fld>
            <a:endParaRPr lang="en-AU" dirty="0"/>
          </a:p>
        </p:txBody>
      </p:sp>
      <p:pic>
        <p:nvPicPr>
          <p:cNvPr id="12" name="Picture 11">
            <a:extLst>
              <a:ext uri="{FF2B5EF4-FFF2-40B4-BE49-F238E27FC236}">
                <a16:creationId xmlns:a16="http://schemas.microsoft.com/office/drawing/2014/main" id="{65099731-84D7-49CC-91E0-CE4B0734675A}"/>
              </a:ext>
            </a:extLst>
          </p:cNvPr>
          <p:cNvPicPr>
            <a:picLocks noChangeAspect="1"/>
          </p:cNvPicPr>
          <p:nvPr userDrawn="1"/>
        </p:nvPicPr>
        <p:blipFill>
          <a:blip r:embed="rId2"/>
          <a:stretch>
            <a:fillRect/>
          </a:stretch>
        </p:blipFill>
        <p:spPr>
          <a:xfrm>
            <a:off x="10297935" y="152896"/>
            <a:ext cx="1210684" cy="324000"/>
          </a:xfrm>
          <a:prstGeom prst="rect">
            <a:avLst/>
          </a:prstGeom>
        </p:spPr>
      </p:pic>
    </p:spTree>
    <p:extLst>
      <p:ext uri="{BB962C8B-B14F-4D97-AF65-F5344CB8AC3E}">
        <p14:creationId xmlns:p14="http://schemas.microsoft.com/office/powerpoint/2010/main" val="1740759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E617285-D1B4-4CCD-B438-9B032C51AF79}"/>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3" name="Content Placeholder 2"/>
          <p:cNvSpPr>
            <a:spLocks noGrp="1"/>
          </p:cNvSpPr>
          <p:nvPr>
            <p:ph sz="half" idx="1"/>
          </p:nvPr>
        </p:nvSpPr>
        <p:spPr>
          <a:xfrm>
            <a:off x="695325" y="1700213"/>
            <a:ext cx="5218859" cy="4608515"/>
          </a:xfrm>
          <a:prstGeom prst="rect">
            <a:avLst/>
          </a:prstGeom>
        </p:spPr>
        <p:txBody>
          <a:bodyPr>
            <a:normAutofit/>
          </a:bodyPr>
          <a:lstStyle>
            <a:lvl1pPr>
              <a:defRPr lang="en-US" dirty="0"/>
            </a:lvl1pPr>
            <a:lvl2pPr>
              <a:defRPr lang="en-US" dirty="0"/>
            </a:lvl2pPr>
            <a:lvl3pPr>
              <a:defRPr lang="en-US" dirty="0"/>
            </a:lvl3pPr>
            <a:lvl4pPr>
              <a:defRPr lang="en-US" dirty="0"/>
            </a:lvl4pPr>
            <a:lvl5pPr>
              <a:defRPr lang="en-US" sz="2400" dirty="0"/>
            </a:lvl5pPr>
            <a:lvl6pPr>
              <a:defRPr lang="en-AU" sz="2000" dirty="0"/>
            </a:lvl6pPr>
            <a:lvl7pPr>
              <a:defRPr lang="en-AU" dirty="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88619" y="1700213"/>
            <a:ext cx="5220000" cy="4608515"/>
          </a:xfrm>
          <a:prstGeom prst="rect">
            <a:avLst/>
          </a:prstGeom>
        </p:spPr>
        <p:txBody>
          <a:bodyPr>
            <a:normAutofit/>
          </a:bodyPr>
          <a:lstStyle>
            <a:lvl1pPr>
              <a:defRPr lang="en-US" dirty="0"/>
            </a:lvl1pPr>
            <a:lvl2pPr>
              <a:defRPr lang="en-US" dirty="0"/>
            </a:lvl2pPr>
            <a:lvl3pPr>
              <a:defRPr lang="en-US" dirty="0"/>
            </a:lvl3pPr>
            <a:lvl4pPr>
              <a:defRPr lang="en-US" dirty="0"/>
            </a:lvl4pPr>
            <a:lvl5pPr>
              <a:defRPr lang="en-AU" dirty="0"/>
            </a:lvl5pPr>
            <a:lvl6pPr>
              <a:defRPr lang="en-AU" dirty="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Title 7">
            <a:extLst>
              <a:ext uri="{FF2B5EF4-FFF2-40B4-BE49-F238E27FC236}">
                <a16:creationId xmlns:a16="http://schemas.microsoft.com/office/drawing/2014/main" id="{E9C4661F-54FC-4886-BD67-853118646F4D}"/>
              </a:ext>
            </a:extLst>
          </p:cNvPr>
          <p:cNvSpPr>
            <a:spLocks noGrp="1"/>
          </p:cNvSpPr>
          <p:nvPr>
            <p:ph type="title"/>
          </p:nvPr>
        </p:nvSpPr>
        <p:spPr/>
        <p:txBody>
          <a:bodyPr/>
          <a:lstStyle/>
          <a:p>
            <a:r>
              <a:rPr lang="en-US"/>
              <a:t>Click to edit Master title style</a:t>
            </a:r>
            <a:endParaRPr lang="en-AU" dirty="0"/>
          </a:p>
        </p:txBody>
      </p:sp>
      <p:sp>
        <p:nvSpPr>
          <p:cNvPr id="10" name="Text Placeholder 5">
            <a:extLst>
              <a:ext uri="{FF2B5EF4-FFF2-40B4-BE49-F238E27FC236}">
                <a16:creationId xmlns:a16="http://schemas.microsoft.com/office/drawing/2014/main" id="{B8CF3B12-4A8B-4A18-B3B1-784A4DEDEF2B}"/>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pic>
        <p:nvPicPr>
          <p:cNvPr id="11" name="Picture 10">
            <a:extLst>
              <a:ext uri="{FF2B5EF4-FFF2-40B4-BE49-F238E27FC236}">
                <a16:creationId xmlns:a16="http://schemas.microsoft.com/office/drawing/2014/main" id="{E3275DB1-C9CB-4BE5-B284-7833AD902813}"/>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9" name="Footer Placeholder 8">
            <a:extLst>
              <a:ext uri="{FF2B5EF4-FFF2-40B4-BE49-F238E27FC236}">
                <a16:creationId xmlns:a16="http://schemas.microsoft.com/office/drawing/2014/main" id="{F8BF24CA-767B-442B-A672-6C630273E4EA}"/>
              </a:ext>
            </a:extLst>
          </p:cNvPr>
          <p:cNvSpPr>
            <a:spLocks noGrp="1"/>
          </p:cNvSpPr>
          <p:nvPr>
            <p:ph type="ftr" sz="quarter" idx="17"/>
          </p:nvPr>
        </p:nvSpPr>
        <p:spPr>
          <a:xfrm>
            <a:off x="695326" y="6519171"/>
            <a:ext cx="3360109" cy="240219"/>
          </a:xfrm>
          <a:prstGeom prst="rect">
            <a:avLst/>
          </a:prstGeom>
        </p:spPr>
        <p:txBody>
          <a:bodyPr/>
          <a:lstStyle/>
          <a:p>
            <a:r>
              <a:rPr lang="en-AU"/>
              <a:t>SLAT7806 Research Methods</a:t>
            </a:r>
            <a:endParaRPr lang="en-AU" dirty="0"/>
          </a:p>
        </p:txBody>
      </p:sp>
      <p:sp>
        <p:nvSpPr>
          <p:cNvPr id="13" name="Slide Number Placeholder 12">
            <a:extLst>
              <a:ext uri="{FF2B5EF4-FFF2-40B4-BE49-F238E27FC236}">
                <a16:creationId xmlns:a16="http://schemas.microsoft.com/office/drawing/2014/main" id="{85B269D8-1308-43E9-B2BF-264F017F03A8}"/>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687810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amp; Content">
    <p:spTree>
      <p:nvGrpSpPr>
        <p:cNvPr id="1" name=""/>
        <p:cNvGrpSpPr/>
        <p:nvPr/>
      </p:nvGrpSpPr>
      <p:grpSpPr>
        <a:xfrm>
          <a:off x="0" y="0"/>
          <a:ext cx="0" cy="0"/>
          <a:chOff x="0" y="0"/>
          <a:chExt cx="0" cy="0"/>
        </a:xfrm>
      </p:grpSpPr>
      <p:sp>
        <p:nvSpPr>
          <p:cNvPr id="12" name="Content Placeholder 9">
            <a:extLst>
              <a:ext uri="{FF2B5EF4-FFF2-40B4-BE49-F238E27FC236}">
                <a16:creationId xmlns:a16="http://schemas.microsoft.com/office/drawing/2014/main" id="{7DE9F9C2-C2B0-4B19-9F8F-A1280EA275C0}"/>
              </a:ext>
            </a:extLst>
          </p:cNvPr>
          <p:cNvSpPr>
            <a:spLocks noGrp="1"/>
          </p:cNvSpPr>
          <p:nvPr>
            <p:ph sz="quarter" idx="10"/>
          </p:nvPr>
        </p:nvSpPr>
        <p:spPr>
          <a:xfrm>
            <a:off x="695326" y="2276872"/>
            <a:ext cx="10801350" cy="4031853"/>
          </a:xfrm>
          <a:prstGeom prst="rect">
            <a:avLst/>
          </a:prstGeom>
        </p:spPr>
        <p:txBody>
          <a:bodyPr/>
          <a:lstStyle>
            <a:lvl1pPr>
              <a:defRPr lang="en-US" dirty="0"/>
            </a:lvl1pPr>
            <a:lvl2pPr>
              <a:defRPr lang="en-US" dirty="0"/>
            </a:lvl2pPr>
            <a:lvl3pPr>
              <a:defRPr lang="en-US" dirty="0"/>
            </a:lvl3pPr>
            <a:lvl4pPr>
              <a:defRPr lang="en-US" dirty="0"/>
            </a:lvl4pPr>
            <a:lvl5pPr>
              <a:spcBef>
                <a:spcPts val="1200"/>
              </a:spcBef>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ext Placeholder 5">
            <a:extLst>
              <a:ext uri="{FF2B5EF4-FFF2-40B4-BE49-F238E27FC236}">
                <a16:creationId xmlns:a16="http://schemas.microsoft.com/office/drawing/2014/main" id="{41D6D02D-851A-425B-9382-05F6C6A21AE0}"/>
              </a:ext>
            </a:extLst>
          </p:cNvPr>
          <p:cNvSpPr>
            <a:spLocks noGrp="1"/>
          </p:cNvSpPr>
          <p:nvPr>
            <p:ph type="body" sz="quarter" idx="14" hasCustomPrompt="1"/>
          </p:nvPr>
        </p:nvSpPr>
        <p:spPr>
          <a:xfrm>
            <a:off x="695325" y="1700808"/>
            <a:ext cx="10801350" cy="504825"/>
          </a:xfrm>
        </p:spPr>
        <p:txBody>
          <a:bodyPr>
            <a:normAutofit/>
          </a:bodyPr>
          <a:lstStyle>
            <a:lvl1pPr>
              <a:defRPr sz="2000" b="1">
                <a:solidFill>
                  <a:schemeClr val="accent1"/>
                </a:solidFill>
              </a:defRPr>
            </a:lvl1pPr>
            <a:lvl2pPr marL="612" indent="0">
              <a:buNone/>
              <a:defRPr/>
            </a:lvl2pPr>
          </a:lstStyle>
          <a:p>
            <a:pPr lvl="0"/>
            <a:r>
              <a:rPr lang="en-US" dirty="0"/>
              <a:t>[Subtitle]</a:t>
            </a:r>
          </a:p>
        </p:txBody>
      </p:sp>
      <p:sp>
        <p:nvSpPr>
          <p:cNvPr id="13" name="Text Placeholder 5">
            <a:extLst>
              <a:ext uri="{FF2B5EF4-FFF2-40B4-BE49-F238E27FC236}">
                <a16:creationId xmlns:a16="http://schemas.microsoft.com/office/drawing/2014/main" id="{47739A71-8D07-4132-9F5A-AE8E3A1B32C3}"/>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D58DC2F2-9186-47D8-9B5E-AD01B90E6DDD}"/>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5" name="Picture 14">
            <a:extLst>
              <a:ext uri="{FF2B5EF4-FFF2-40B4-BE49-F238E27FC236}">
                <a16:creationId xmlns:a16="http://schemas.microsoft.com/office/drawing/2014/main" id="{EFCDB56B-4EE8-4A95-A470-557D6FBBEB41}"/>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3" name="Title 2">
            <a:extLst>
              <a:ext uri="{FF2B5EF4-FFF2-40B4-BE49-F238E27FC236}">
                <a16:creationId xmlns:a16="http://schemas.microsoft.com/office/drawing/2014/main" id="{FC6DF2CA-8642-47E7-98D3-A7019416AF60}"/>
              </a:ext>
            </a:extLst>
          </p:cNvPr>
          <p:cNvSpPr>
            <a:spLocks noGrp="1"/>
          </p:cNvSpPr>
          <p:nvPr>
            <p:ph type="title"/>
          </p:nvPr>
        </p:nvSpPr>
        <p:spPr/>
        <p:txBody>
          <a:bodyPr/>
          <a:lstStyle/>
          <a:p>
            <a:r>
              <a:rPr lang="en-US"/>
              <a:t>Click to edit Master title style</a:t>
            </a:r>
            <a:endParaRPr lang="en-AU" dirty="0"/>
          </a:p>
        </p:txBody>
      </p:sp>
      <p:sp>
        <p:nvSpPr>
          <p:cNvPr id="4" name="Footer Placeholder 3">
            <a:extLst>
              <a:ext uri="{FF2B5EF4-FFF2-40B4-BE49-F238E27FC236}">
                <a16:creationId xmlns:a16="http://schemas.microsoft.com/office/drawing/2014/main" id="{6EBC9286-B8FB-4658-B210-6BC87EB1E2EB}"/>
              </a:ext>
            </a:extLst>
          </p:cNvPr>
          <p:cNvSpPr>
            <a:spLocks noGrp="1"/>
          </p:cNvSpPr>
          <p:nvPr>
            <p:ph type="ftr" sz="quarter" idx="17"/>
          </p:nvPr>
        </p:nvSpPr>
        <p:spPr>
          <a:xfrm>
            <a:off x="695326" y="6519171"/>
            <a:ext cx="3360109" cy="240219"/>
          </a:xfrm>
          <a:prstGeom prst="rect">
            <a:avLst/>
          </a:prstGeom>
        </p:spPr>
        <p:txBody>
          <a:bodyPr/>
          <a:lstStyle/>
          <a:p>
            <a:r>
              <a:rPr lang="en-AU"/>
              <a:t>SLAT7806 Research Methods</a:t>
            </a:r>
            <a:endParaRPr lang="en-AU" dirty="0"/>
          </a:p>
        </p:txBody>
      </p:sp>
      <p:sp>
        <p:nvSpPr>
          <p:cNvPr id="5" name="Slide Number Placeholder 4">
            <a:extLst>
              <a:ext uri="{FF2B5EF4-FFF2-40B4-BE49-F238E27FC236}">
                <a16:creationId xmlns:a16="http://schemas.microsoft.com/office/drawing/2014/main" id="{D8026DBB-B46A-4BB1-A99E-4F99BBBFE3FF}"/>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1717606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2 Graphs">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2F89E8-AEA0-41B7-97D7-227B19E804EC}"/>
              </a:ext>
            </a:extLst>
          </p:cNvPr>
          <p:cNvSpPr>
            <a:spLocks noGrp="1"/>
          </p:cNvSpPr>
          <p:nvPr>
            <p:ph type="body" sz="quarter" idx="13" hasCustomPrompt="1"/>
          </p:nvPr>
        </p:nvSpPr>
        <p:spPr>
          <a:xfrm>
            <a:off x="695326" y="2279553"/>
            <a:ext cx="5220000" cy="360000"/>
          </a:xfrm>
          <a:prstGeom prst="rect">
            <a:avLst/>
          </a:prstGeom>
        </p:spPr>
        <p:txBody>
          <a:bodyPr>
            <a:noAutofit/>
          </a:bodyPr>
          <a:lstStyle>
            <a:lvl1pPr>
              <a:lnSpc>
                <a:spcPct val="100000"/>
              </a:lnSpc>
              <a:defRPr sz="1200">
                <a:solidFill>
                  <a:schemeClr val="accent1"/>
                </a:solidFill>
              </a:defRPr>
            </a:lvl1pPr>
            <a:lvl2pPr>
              <a:defRPr sz="1200">
                <a:solidFill>
                  <a:schemeClr val="accent1"/>
                </a:solidFill>
              </a:defRPr>
            </a:lvl2pPr>
            <a:lvl3pPr>
              <a:defRPr sz="1200">
                <a:solidFill>
                  <a:schemeClr val="accent1"/>
                </a:solidFill>
              </a:defRPr>
            </a:lvl3pPr>
            <a:lvl4pPr>
              <a:defRPr sz="1200">
                <a:solidFill>
                  <a:schemeClr val="accent1"/>
                </a:solidFill>
              </a:defRPr>
            </a:lvl4pPr>
            <a:lvl5pPr>
              <a:defRPr lang="en-AU" dirty="0"/>
            </a:lvl5pPr>
            <a:lvl6pPr>
              <a:defRPr b="0"/>
            </a:lvl6pPr>
          </a:lstStyle>
          <a:p>
            <a:pPr lvl="5"/>
            <a:r>
              <a:rPr lang="en-US" dirty="0"/>
              <a:t>[Graph title]</a:t>
            </a:r>
            <a:endParaRPr lang="en-AU" dirty="0"/>
          </a:p>
        </p:txBody>
      </p:sp>
      <p:sp>
        <p:nvSpPr>
          <p:cNvPr id="6" name="Content Placeholder 5">
            <a:extLst>
              <a:ext uri="{FF2B5EF4-FFF2-40B4-BE49-F238E27FC236}">
                <a16:creationId xmlns:a16="http://schemas.microsoft.com/office/drawing/2014/main" id="{5F93F161-17EB-4DA5-BE00-069D1277B92D}"/>
              </a:ext>
            </a:extLst>
          </p:cNvPr>
          <p:cNvSpPr>
            <a:spLocks noGrp="1"/>
          </p:cNvSpPr>
          <p:nvPr>
            <p:ph sz="quarter" idx="17"/>
          </p:nvPr>
        </p:nvSpPr>
        <p:spPr>
          <a:xfrm>
            <a:off x="695326" y="2696388"/>
            <a:ext cx="5220000" cy="3612337"/>
          </a:xfrm>
        </p:spPr>
        <p:txBody>
          <a:bodyPr/>
          <a:lstStyle>
            <a:lvl1pPr>
              <a:defRPr lang="en-US" dirty="0"/>
            </a:lvl1pPr>
            <a:lvl2pPr>
              <a:defRPr lang="en-US" dirty="0"/>
            </a:lvl2pPr>
            <a:lvl3pPr>
              <a:defRPr lang="en-US" dirty="0"/>
            </a:lvl3pPr>
            <a:lvl4pPr>
              <a:defRPr lang="en-US" dirty="0"/>
            </a:lvl4pPr>
            <a:lvl5pPr>
              <a:defRPr lang="en-AU"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5" name="Text Placeholder 6">
            <a:extLst>
              <a:ext uri="{FF2B5EF4-FFF2-40B4-BE49-F238E27FC236}">
                <a16:creationId xmlns:a16="http://schemas.microsoft.com/office/drawing/2014/main" id="{4324DF9C-3E8A-469C-8FC9-4938DAA32240}"/>
              </a:ext>
            </a:extLst>
          </p:cNvPr>
          <p:cNvSpPr>
            <a:spLocks noGrp="1"/>
          </p:cNvSpPr>
          <p:nvPr>
            <p:ph type="body" sz="quarter" idx="18" hasCustomPrompt="1"/>
          </p:nvPr>
        </p:nvSpPr>
        <p:spPr>
          <a:xfrm>
            <a:off x="6279511" y="2279553"/>
            <a:ext cx="5220000" cy="360000"/>
          </a:xfrm>
          <a:prstGeom prst="rect">
            <a:avLst/>
          </a:prstGeom>
        </p:spPr>
        <p:txBody>
          <a:bodyPr>
            <a:noAutofit/>
          </a:bodyPr>
          <a:lstStyle>
            <a:lvl1pPr>
              <a:lnSpc>
                <a:spcPct val="100000"/>
              </a:lnSpc>
              <a:defRPr sz="1200">
                <a:solidFill>
                  <a:schemeClr val="accent1"/>
                </a:solidFill>
              </a:defRPr>
            </a:lvl1pPr>
            <a:lvl2pPr>
              <a:defRPr sz="1200">
                <a:solidFill>
                  <a:schemeClr val="accent1"/>
                </a:solidFill>
              </a:defRPr>
            </a:lvl2pPr>
            <a:lvl3pPr>
              <a:defRPr sz="1200">
                <a:solidFill>
                  <a:schemeClr val="accent1"/>
                </a:solidFill>
              </a:defRPr>
            </a:lvl3pPr>
            <a:lvl4pPr>
              <a:defRPr sz="1200">
                <a:solidFill>
                  <a:schemeClr val="accent1"/>
                </a:solidFill>
              </a:defRPr>
            </a:lvl4pPr>
            <a:lvl5pPr>
              <a:defRPr lang="en-AU" dirty="0"/>
            </a:lvl5pPr>
            <a:lvl6pPr>
              <a:defRPr b="0"/>
            </a:lvl6pPr>
          </a:lstStyle>
          <a:p>
            <a:pPr lvl="5"/>
            <a:r>
              <a:rPr lang="en-US" dirty="0"/>
              <a:t>[Graph title]</a:t>
            </a:r>
            <a:endParaRPr lang="en-AU" dirty="0"/>
          </a:p>
        </p:txBody>
      </p:sp>
      <p:sp>
        <p:nvSpPr>
          <p:cNvPr id="16" name="Content Placeholder 5">
            <a:extLst>
              <a:ext uri="{FF2B5EF4-FFF2-40B4-BE49-F238E27FC236}">
                <a16:creationId xmlns:a16="http://schemas.microsoft.com/office/drawing/2014/main" id="{A027F0FB-D735-4865-B5EA-A50B34F47CA8}"/>
              </a:ext>
            </a:extLst>
          </p:cNvPr>
          <p:cNvSpPr>
            <a:spLocks noGrp="1"/>
          </p:cNvSpPr>
          <p:nvPr>
            <p:ph sz="quarter" idx="19"/>
          </p:nvPr>
        </p:nvSpPr>
        <p:spPr>
          <a:xfrm>
            <a:off x="6279511" y="2696388"/>
            <a:ext cx="5220000" cy="3612337"/>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CAE7F11A-C7DA-440F-83D7-3571E1FAF17A}"/>
              </a:ext>
            </a:extLst>
          </p:cNvPr>
          <p:cNvSpPr>
            <a:spLocks noGrp="1"/>
          </p:cNvSpPr>
          <p:nvPr>
            <p:ph type="body" sz="quarter" idx="14" hasCustomPrompt="1"/>
          </p:nvPr>
        </p:nvSpPr>
        <p:spPr>
          <a:xfrm>
            <a:off x="695327" y="1699200"/>
            <a:ext cx="10772776" cy="504825"/>
          </a:xfrm>
        </p:spPr>
        <p:txBody>
          <a:bodyPr>
            <a:normAutofit/>
          </a:bodyPr>
          <a:lstStyle>
            <a:lvl1pPr>
              <a:defRPr sz="2000" b="1">
                <a:solidFill>
                  <a:schemeClr val="accent1"/>
                </a:solidFill>
              </a:defRPr>
            </a:lvl1pPr>
            <a:lvl2pPr marL="612" indent="0">
              <a:buNone/>
              <a:defRPr/>
            </a:lvl2pPr>
          </a:lstStyle>
          <a:p>
            <a:pPr lvl="0"/>
            <a:r>
              <a:rPr lang="en-US" dirty="0"/>
              <a:t>[Subtitle]</a:t>
            </a:r>
          </a:p>
        </p:txBody>
      </p:sp>
      <p:sp>
        <p:nvSpPr>
          <p:cNvPr id="13" name="Text Placeholder 5">
            <a:extLst>
              <a:ext uri="{FF2B5EF4-FFF2-40B4-BE49-F238E27FC236}">
                <a16:creationId xmlns:a16="http://schemas.microsoft.com/office/drawing/2014/main" id="{97ABDCDB-C6CD-4C8C-A5E2-31920BCF53A3}"/>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2" name="Rectangle 11">
            <a:extLst>
              <a:ext uri="{FF2B5EF4-FFF2-40B4-BE49-F238E27FC236}">
                <a16:creationId xmlns:a16="http://schemas.microsoft.com/office/drawing/2014/main" id="{71F7154F-DE85-4B92-BE63-FC9C5B0FC149}"/>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7" name="Picture 16">
            <a:extLst>
              <a:ext uri="{FF2B5EF4-FFF2-40B4-BE49-F238E27FC236}">
                <a16:creationId xmlns:a16="http://schemas.microsoft.com/office/drawing/2014/main" id="{6C08FAE1-741A-4147-AD4A-766CC098B78A}"/>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8" name="Title 7">
            <a:extLst>
              <a:ext uri="{FF2B5EF4-FFF2-40B4-BE49-F238E27FC236}">
                <a16:creationId xmlns:a16="http://schemas.microsoft.com/office/drawing/2014/main" id="{0701168E-769B-45DB-AFDD-B10DB12B4A9C}"/>
              </a:ext>
            </a:extLst>
          </p:cNvPr>
          <p:cNvSpPr>
            <a:spLocks noGrp="1"/>
          </p:cNvSpPr>
          <p:nvPr>
            <p:ph type="title"/>
          </p:nvPr>
        </p:nvSpPr>
        <p:spPr/>
        <p:txBody>
          <a:bodyPr/>
          <a:lstStyle/>
          <a:p>
            <a:r>
              <a:rPr lang="en-US"/>
              <a:t>Click to edit Master title style</a:t>
            </a:r>
            <a:endParaRPr lang="en-AU" dirty="0"/>
          </a:p>
        </p:txBody>
      </p:sp>
      <p:sp>
        <p:nvSpPr>
          <p:cNvPr id="9" name="Footer Placeholder 8">
            <a:extLst>
              <a:ext uri="{FF2B5EF4-FFF2-40B4-BE49-F238E27FC236}">
                <a16:creationId xmlns:a16="http://schemas.microsoft.com/office/drawing/2014/main" id="{40E684A2-92A1-4743-93DB-A2D5AFCE792F}"/>
              </a:ext>
            </a:extLst>
          </p:cNvPr>
          <p:cNvSpPr>
            <a:spLocks noGrp="1"/>
          </p:cNvSpPr>
          <p:nvPr>
            <p:ph type="ftr" sz="quarter" idx="21"/>
          </p:nvPr>
        </p:nvSpPr>
        <p:spPr>
          <a:xfrm>
            <a:off x="695326" y="6519171"/>
            <a:ext cx="3360109" cy="240219"/>
          </a:xfrm>
          <a:prstGeom prst="rect">
            <a:avLst/>
          </a:prstGeom>
        </p:spPr>
        <p:txBody>
          <a:bodyPr/>
          <a:lstStyle/>
          <a:p>
            <a:r>
              <a:rPr lang="en-AU"/>
              <a:t>SLAT7806 Research Methods</a:t>
            </a:r>
            <a:endParaRPr lang="en-AU" dirty="0"/>
          </a:p>
        </p:txBody>
      </p:sp>
      <p:sp>
        <p:nvSpPr>
          <p:cNvPr id="10" name="Slide Number Placeholder 9">
            <a:extLst>
              <a:ext uri="{FF2B5EF4-FFF2-40B4-BE49-F238E27FC236}">
                <a16:creationId xmlns:a16="http://schemas.microsoft.com/office/drawing/2014/main" id="{3B228959-3C67-45BC-954A-A13981901278}"/>
              </a:ext>
            </a:extLst>
          </p:cNvPr>
          <p:cNvSpPr>
            <a:spLocks noGrp="1"/>
          </p:cNvSpPr>
          <p:nvPr>
            <p:ph type="sldNum" sz="quarter" idx="22"/>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024888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Layout Horizontal">
    <p:spTree>
      <p:nvGrpSpPr>
        <p:cNvPr id="1" name=""/>
        <p:cNvGrpSpPr/>
        <p:nvPr/>
      </p:nvGrpSpPr>
      <p:grpSpPr>
        <a:xfrm>
          <a:off x="0" y="0"/>
          <a:ext cx="0" cy="0"/>
          <a:chOff x="0" y="0"/>
          <a:chExt cx="0" cy="0"/>
        </a:xfrm>
      </p:grpSpPr>
      <p:sp>
        <p:nvSpPr>
          <p:cNvPr id="3" name="Content Placeholder 2"/>
          <p:cNvSpPr>
            <a:spLocks noGrp="1"/>
          </p:cNvSpPr>
          <p:nvPr>
            <p:ph idx="1"/>
          </p:nvPr>
        </p:nvSpPr>
        <p:spPr>
          <a:xfrm>
            <a:off x="695325" y="1700212"/>
            <a:ext cx="10801350" cy="2160000"/>
          </a:xfrm>
          <a:prstGeom prst="rect">
            <a:avLst/>
          </a:prstGeom>
        </p:spPr>
        <p:txBody>
          <a:bodyPr/>
          <a:lstStyle>
            <a:lvl1pPr>
              <a:defRPr lang="en-US" dirty="0"/>
            </a:lvl1pPr>
            <a:lvl2pPr>
              <a:defRPr lang="en-US" dirty="0"/>
            </a:lvl2pPr>
            <a:lvl3pPr>
              <a:defRPr lang="en-US" dirty="0"/>
            </a:lvl3pPr>
            <a:lvl4pPr>
              <a:defRPr lang="en-US" dirty="0"/>
            </a:lvl4pPr>
            <a:lvl5pPr>
              <a:defRPr lang="en-US"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Content Placeholder 6"/>
          <p:cNvSpPr>
            <a:spLocks noGrp="1"/>
          </p:cNvSpPr>
          <p:nvPr>
            <p:ph sz="quarter" idx="13"/>
          </p:nvPr>
        </p:nvSpPr>
        <p:spPr>
          <a:xfrm>
            <a:off x="695325" y="4149320"/>
            <a:ext cx="10801350" cy="2160000"/>
          </a:xfrm>
          <a:prstGeom prst="rect">
            <a:avLst/>
          </a:prstGeom>
        </p:spPr>
        <p:txBody>
          <a:bodyPr/>
          <a:lstStyle>
            <a:lvl1pPr>
              <a:defRPr lang="en-US" dirty="0"/>
            </a:lvl1pPr>
            <a:lvl2pPr>
              <a:defRPr lang="en-US" dirty="0"/>
            </a:lvl2pPr>
            <a:lvl3pPr>
              <a:defRPr lang="en-US" dirty="0"/>
            </a:lvl3pPr>
            <a:lvl4pPr>
              <a:defRPr lang="en-US" dirty="0"/>
            </a:lvl4pPr>
            <a:lvl5pPr>
              <a:defRPr lang="en-US"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5">
            <a:extLst>
              <a:ext uri="{FF2B5EF4-FFF2-40B4-BE49-F238E27FC236}">
                <a16:creationId xmlns:a16="http://schemas.microsoft.com/office/drawing/2014/main" id="{B4204264-ED99-42CA-9AA0-998A63609F92}"/>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6BF99E85-067E-4D25-84D4-D21BC7C23B71}"/>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2" name="Picture 11">
            <a:extLst>
              <a:ext uri="{FF2B5EF4-FFF2-40B4-BE49-F238E27FC236}">
                <a16:creationId xmlns:a16="http://schemas.microsoft.com/office/drawing/2014/main" id="{78C68E48-49B8-418B-BA86-C6FED8002F94}"/>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4" name="Title 3">
            <a:extLst>
              <a:ext uri="{FF2B5EF4-FFF2-40B4-BE49-F238E27FC236}">
                <a16:creationId xmlns:a16="http://schemas.microsoft.com/office/drawing/2014/main" id="{F21DDE5F-D7FC-442F-B28B-E2BE20514547}"/>
              </a:ext>
            </a:extLst>
          </p:cNvPr>
          <p:cNvSpPr>
            <a:spLocks noGrp="1"/>
          </p:cNvSpPr>
          <p:nvPr>
            <p:ph type="title"/>
          </p:nvPr>
        </p:nvSpPr>
        <p:spPr/>
        <p:txBody>
          <a:bodyPr/>
          <a:lstStyle/>
          <a:p>
            <a:r>
              <a:rPr lang="en-US"/>
              <a:t>Click to edit Master title style</a:t>
            </a:r>
            <a:endParaRPr lang="en-AU"/>
          </a:p>
        </p:txBody>
      </p:sp>
      <p:sp>
        <p:nvSpPr>
          <p:cNvPr id="13" name="Footer Placeholder 12">
            <a:extLst>
              <a:ext uri="{FF2B5EF4-FFF2-40B4-BE49-F238E27FC236}">
                <a16:creationId xmlns:a16="http://schemas.microsoft.com/office/drawing/2014/main" id="{23BF6C02-0CA6-49E2-A373-73DF26BA1D21}"/>
              </a:ext>
            </a:extLst>
          </p:cNvPr>
          <p:cNvSpPr>
            <a:spLocks noGrp="1"/>
          </p:cNvSpPr>
          <p:nvPr>
            <p:ph type="ftr" sz="quarter" idx="19"/>
          </p:nvPr>
        </p:nvSpPr>
        <p:spPr>
          <a:xfrm>
            <a:off x="695326" y="6519171"/>
            <a:ext cx="3360109" cy="240219"/>
          </a:xfrm>
          <a:prstGeom prst="rect">
            <a:avLst/>
          </a:prstGeom>
        </p:spPr>
        <p:txBody>
          <a:bodyPr/>
          <a:lstStyle/>
          <a:p>
            <a:r>
              <a:rPr lang="en-AU"/>
              <a:t>SLAT7806 Research Methods</a:t>
            </a:r>
            <a:endParaRPr lang="en-AU" dirty="0"/>
          </a:p>
        </p:txBody>
      </p:sp>
      <p:sp>
        <p:nvSpPr>
          <p:cNvPr id="14" name="Slide Number Placeholder 13">
            <a:extLst>
              <a:ext uri="{FF2B5EF4-FFF2-40B4-BE49-F238E27FC236}">
                <a16:creationId xmlns:a16="http://schemas.microsoft.com/office/drawing/2014/main" id="{D89DCE9D-2EC0-4E96-8676-B7755E0D22A7}"/>
              </a:ext>
            </a:extLst>
          </p:cNvPr>
          <p:cNvSpPr>
            <a:spLocks noGrp="1"/>
          </p:cNvSpPr>
          <p:nvPr>
            <p:ph type="sldNum" sz="quarter" idx="20"/>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870134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DBFF82D3-6289-409B-A057-3D813BA14F7F}"/>
              </a:ext>
            </a:extLst>
          </p:cNvPr>
          <p:cNvSpPr>
            <a:spLocks noGrp="1"/>
          </p:cNvSpPr>
          <p:nvPr>
            <p:ph sz="quarter" idx="14"/>
          </p:nvPr>
        </p:nvSpPr>
        <p:spPr>
          <a:xfrm>
            <a:off x="695325" y="1700213"/>
            <a:ext cx="3384342" cy="4608512"/>
          </a:xfrm>
        </p:spPr>
        <p:txBody>
          <a:bodyPr/>
          <a:lstStyle>
            <a:lvl1pPr>
              <a:defRPr lang="en-US" dirty="0"/>
            </a:lvl1pPr>
            <a:lvl2pPr>
              <a:defRPr lang="en-US" dirty="0"/>
            </a:lvl2pPr>
            <a:lvl3pPr>
              <a:defRPr lang="en-US" dirty="0"/>
            </a:lvl3pPr>
            <a:lvl4pPr>
              <a:defRPr lang="en-US" dirty="0"/>
            </a:lvl4pPr>
            <a:lvl5pPr>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Content Placeholder 6">
            <a:extLst>
              <a:ext uri="{FF2B5EF4-FFF2-40B4-BE49-F238E27FC236}">
                <a16:creationId xmlns:a16="http://schemas.microsoft.com/office/drawing/2014/main" id="{3F6BB689-6536-431A-8821-1D05F11A490B}"/>
              </a:ext>
            </a:extLst>
          </p:cNvPr>
          <p:cNvSpPr>
            <a:spLocks noGrp="1"/>
          </p:cNvSpPr>
          <p:nvPr>
            <p:ph sz="quarter" idx="15"/>
          </p:nvPr>
        </p:nvSpPr>
        <p:spPr>
          <a:xfrm>
            <a:off x="4406607" y="1700213"/>
            <a:ext cx="3384000" cy="4608512"/>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9" name="Content Placeholder 6">
            <a:extLst>
              <a:ext uri="{FF2B5EF4-FFF2-40B4-BE49-F238E27FC236}">
                <a16:creationId xmlns:a16="http://schemas.microsoft.com/office/drawing/2014/main" id="{DE3EE136-4551-4345-9B3F-12045A92B814}"/>
              </a:ext>
            </a:extLst>
          </p:cNvPr>
          <p:cNvSpPr>
            <a:spLocks noGrp="1"/>
          </p:cNvSpPr>
          <p:nvPr>
            <p:ph sz="quarter" idx="16"/>
          </p:nvPr>
        </p:nvSpPr>
        <p:spPr>
          <a:xfrm>
            <a:off x="8112597" y="1700213"/>
            <a:ext cx="3384000" cy="4608512"/>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itle 5">
            <a:extLst>
              <a:ext uri="{FF2B5EF4-FFF2-40B4-BE49-F238E27FC236}">
                <a16:creationId xmlns:a16="http://schemas.microsoft.com/office/drawing/2014/main" id="{7DA12390-A044-4D48-96A4-00A2D51D906B}"/>
              </a:ext>
            </a:extLst>
          </p:cNvPr>
          <p:cNvSpPr>
            <a:spLocks noGrp="1"/>
          </p:cNvSpPr>
          <p:nvPr>
            <p:ph type="title"/>
          </p:nvPr>
        </p:nvSpPr>
        <p:spPr/>
        <p:txBody>
          <a:bodyPr/>
          <a:lstStyle/>
          <a:p>
            <a:r>
              <a:rPr lang="en-US"/>
              <a:t>Click to edit Master title style</a:t>
            </a:r>
            <a:endParaRPr lang="en-AU" dirty="0"/>
          </a:p>
        </p:txBody>
      </p:sp>
      <p:sp>
        <p:nvSpPr>
          <p:cNvPr id="11" name="Text Placeholder 5">
            <a:extLst>
              <a:ext uri="{FF2B5EF4-FFF2-40B4-BE49-F238E27FC236}">
                <a16:creationId xmlns:a16="http://schemas.microsoft.com/office/drawing/2014/main" id="{60070F8D-A181-4941-8E6E-89B3B6A120EA}"/>
              </a:ext>
            </a:extLst>
          </p:cNvPr>
          <p:cNvSpPr>
            <a:spLocks noGrp="1"/>
          </p:cNvSpPr>
          <p:nvPr>
            <p:ph type="body" sz="quarter" idx="18"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FA713AAF-B990-435A-8393-8A687098057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16E32DE4-D188-4655-B345-81AD0F7B8AEF}"/>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2" name="Footer Placeholder 11">
            <a:extLst>
              <a:ext uri="{FF2B5EF4-FFF2-40B4-BE49-F238E27FC236}">
                <a16:creationId xmlns:a16="http://schemas.microsoft.com/office/drawing/2014/main" id="{B6506DFC-3F02-4673-B3B1-41D5834D7551}"/>
              </a:ext>
            </a:extLst>
          </p:cNvPr>
          <p:cNvSpPr>
            <a:spLocks noGrp="1"/>
          </p:cNvSpPr>
          <p:nvPr>
            <p:ph type="ftr" sz="quarter" idx="20"/>
          </p:nvPr>
        </p:nvSpPr>
        <p:spPr>
          <a:xfrm>
            <a:off x="695326" y="6519171"/>
            <a:ext cx="3360109" cy="240219"/>
          </a:xfrm>
          <a:prstGeom prst="rect">
            <a:avLst/>
          </a:prstGeom>
        </p:spPr>
        <p:txBody>
          <a:bodyPr/>
          <a:lstStyle/>
          <a:p>
            <a:r>
              <a:rPr lang="en-AU"/>
              <a:t>SLAT7806 Research Methods</a:t>
            </a:r>
            <a:endParaRPr lang="en-AU" dirty="0"/>
          </a:p>
        </p:txBody>
      </p:sp>
      <p:sp>
        <p:nvSpPr>
          <p:cNvPr id="14" name="Slide Number Placeholder 13">
            <a:extLst>
              <a:ext uri="{FF2B5EF4-FFF2-40B4-BE49-F238E27FC236}">
                <a16:creationId xmlns:a16="http://schemas.microsoft.com/office/drawing/2014/main" id="{2F26CCD0-EFB3-4E19-A77F-85F3E0F33667}"/>
              </a:ext>
            </a:extLst>
          </p:cNvPr>
          <p:cNvSpPr>
            <a:spLocks noGrp="1"/>
          </p:cNvSpPr>
          <p:nvPr>
            <p:ph type="sldNum" sz="quarter" idx="2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770752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ne Third Two Third 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407049" y="1700213"/>
            <a:ext cx="7089626"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Content Placeholder 2"/>
          <p:cNvSpPr>
            <a:spLocks noGrp="1"/>
          </p:cNvSpPr>
          <p:nvPr>
            <p:ph idx="10"/>
          </p:nvPr>
        </p:nvSpPr>
        <p:spPr>
          <a:xfrm>
            <a:off x="695325" y="1698659"/>
            <a:ext cx="3384000"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5">
            <a:extLst>
              <a:ext uri="{FF2B5EF4-FFF2-40B4-BE49-F238E27FC236}">
                <a16:creationId xmlns:a16="http://schemas.microsoft.com/office/drawing/2014/main" id="{A819475F-5544-4974-AE9E-4B8F82C06AFF}"/>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FB7ADCB3-94A1-487D-85FB-8FFC9CDD03AB}"/>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2" name="Picture 11">
            <a:extLst>
              <a:ext uri="{FF2B5EF4-FFF2-40B4-BE49-F238E27FC236}">
                <a16:creationId xmlns:a16="http://schemas.microsoft.com/office/drawing/2014/main" id="{4198469F-EA11-46C7-AAEC-1DCCFFCDF452}"/>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ECD0CC0B-EDBE-4119-B030-67B593429642}"/>
              </a:ext>
            </a:extLst>
          </p:cNvPr>
          <p:cNvSpPr>
            <a:spLocks noGrp="1"/>
          </p:cNvSpPr>
          <p:nvPr>
            <p:ph type="title"/>
          </p:nvPr>
        </p:nvSpPr>
        <p:spPr/>
        <p:txBody>
          <a:bodyPr/>
          <a:lstStyle/>
          <a:p>
            <a:r>
              <a:rPr lang="en-US"/>
              <a:t>Click to edit Master title style</a:t>
            </a:r>
            <a:endParaRPr lang="en-AU" dirty="0"/>
          </a:p>
        </p:txBody>
      </p:sp>
      <p:sp>
        <p:nvSpPr>
          <p:cNvPr id="11" name="Footer Placeholder 10">
            <a:extLst>
              <a:ext uri="{FF2B5EF4-FFF2-40B4-BE49-F238E27FC236}">
                <a16:creationId xmlns:a16="http://schemas.microsoft.com/office/drawing/2014/main" id="{78C5C398-3572-4EB0-8F84-1F6673C9A658}"/>
              </a:ext>
            </a:extLst>
          </p:cNvPr>
          <p:cNvSpPr>
            <a:spLocks noGrp="1"/>
          </p:cNvSpPr>
          <p:nvPr>
            <p:ph type="ftr" sz="quarter" idx="17"/>
          </p:nvPr>
        </p:nvSpPr>
        <p:spPr>
          <a:xfrm>
            <a:off x="695326" y="6519171"/>
            <a:ext cx="3360109" cy="240219"/>
          </a:xfrm>
          <a:prstGeom prst="rect">
            <a:avLst/>
          </a:prstGeom>
        </p:spPr>
        <p:txBody>
          <a:bodyPr/>
          <a:lstStyle/>
          <a:p>
            <a:r>
              <a:rPr lang="en-AU"/>
              <a:t>SLAT7806 Research Methods</a:t>
            </a:r>
            <a:endParaRPr lang="en-AU" dirty="0"/>
          </a:p>
        </p:txBody>
      </p:sp>
      <p:sp>
        <p:nvSpPr>
          <p:cNvPr id="13" name="Slide Number Placeholder 12">
            <a:extLst>
              <a:ext uri="{FF2B5EF4-FFF2-40B4-BE49-F238E27FC236}">
                <a16:creationId xmlns:a16="http://schemas.microsoft.com/office/drawing/2014/main" id="{D2D565BB-C9BB-4EEC-9693-6827A3D09DE8}"/>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378483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Third One Third 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95326" y="1700213"/>
            <a:ext cx="7092000"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Content Placeholder 2"/>
          <p:cNvSpPr>
            <a:spLocks noGrp="1"/>
          </p:cNvSpPr>
          <p:nvPr>
            <p:ph idx="10"/>
          </p:nvPr>
        </p:nvSpPr>
        <p:spPr>
          <a:xfrm>
            <a:off x="8112676" y="1700213"/>
            <a:ext cx="3384000"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5">
            <a:extLst>
              <a:ext uri="{FF2B5EF4-FFF2-40B4-BE49-F238E27FC236}">
                <a16:creationId xmlns:a16="http://schemas.microsoft.com/office/drawing/2014/main" id="{99C00F56-0B94-47B9-B665-E10A225FC23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1" name="Rectangle 10">
            <a:extLst>
              <a:ext uri="{FF2B5EF4-FFF2-40B4-BE49-F238E27FC236}">
                <a16:creationId xmlns:a16="http://schemas.microsoft.com/office/drawing/2014/main" id="{B4415799-71FD-449D-8349-3495B06EE871}"/>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BCDEB36B-7D7C-483E-8547-AC6A66877EC0}"/>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8739D336-33BA-494B-81D0-9D8B47FD05AB}"/>
              </a:ext>
            </a:extLst>
          </p:cNvPr>
          <p:cNvSpPr>
            <a:spLocks noGrp="1"/>
          </p:cNvSpPr>
          <p:nvPr>
            <p:ph type="title"/>
          </p:nvPr>
        </p:nvSpPr>
        <p:spPr/>
        <p:txBody>
          <a:bodyPr/>
          <a:lstStyle/>
          <a:p>
            <a:r>
              <a:rPr lang="en-US"/>
              <a:t>Click to edit Master title style</a:t>
            </a:r>
            <a:endParaRPr lang="en-AU" dirty="0"/>
          </a:p>
        </p:txBody>
      </p:sp>
      <p:sp>
        <p:nvSpPr>
          <p:cNvPr id="8" name="Footer Placeholder 7">
            <a:extLst>
              <a:ext uri="{FF2B5EF4-FFF2-40B4-BE49-F238E27FC236}">
                <a16:creationId xmlns:a16="http://schemas.microsoft.com/office/drawing/2014/main" id="{55EE2261-AED3-448E-9AA6-9C9A5534417D}"/>
              </a:ext>
            </a:extLst>
          </p:cNvPr>
          <p:cNvSpPr>
            <a:spLocks noGrp="1"/>
          </p:cNvSpPr>
          <p:nvPr>
            <p:ph type="ftr" sz="quarter" idx="17"/>
          </p:nvPr>
        </p:nvSpPr>
        <p:spPr>
          <a:xfrm>
            <a:off x="695326" y="6519171"/>
            <a:ext cx="3360109" cy="240219"/>
          </a:xfrm>
          <a:prstGeom prst="rect">
            <a:avLst/>
          </a:prstGeom>
        </p:spPr>
        <p:txBody>
          <a:bodyPr/>
          <a:lstStyle/>
          <a:p>
            <a:r>
              <a:rPr lang="en-AU"/>
              <a:t>SLAT7806 Research Methods</a:t>
            </a:r>
            <a:endParaRPr lang="en-AU" dirty="0"/>
          </a:p>
        </p:txBody>
      </p:sp>
      <p:sp>
        <p:nvSpPr>
          <p:cNvPr id="12" name="Slide Number Placeholder 11">
            <a:extLst>
              <a:ext uri="{FF2B5EF4-FFF2-40B4-BE49-F238E27FC236}">
                <a16:creationId xmlns:a16="http://schemas.microsoft.com/office/drawing/2014/main" id="{7A92BB03-FEDF-43D9-957F-2410F5D597BF}"/>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090382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icture with Pullout">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0" y="624880"/>
            <a:ext cx="12191999" cy="6233119"/>
          </a:xfrm>
          <a:prstGeom prst="rect">
            <a:avLst/>
          </a:prstGeom>
          <a:solidFill>
            <a:schemeClr val="bg2"/>
          </a:solidFill>
        </p:spPr>
        <p:txBody>
          <a:bodyPr anchor="ctr"/>
          <a:lstStyle>
            <a:lvl1pPr marL="0" indent="0" algn="ctr">
              <a:spcBef>
                <a:spcPts val="0"/>
              </a:spcBef>
              <a:spcAft>
                <a:spcPts val="0"/>
              </a:spcAft>
              <a:buNone/>
              <a:defRPr lang="en-AU" dirty="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dirty="0"/>
              <a:t>Click icon to add picture</a:t>
            </a:r>
            <a:br>
              <a:rPr lang="en-AU" dirty="0"/>
            </a:br>
            <a:br>
              <a:rPr lang="en-AU" dirty="0"/>
            </a:br>
            <a:br>
              <a:rPr lang="en-AU" dirty="0"/>
            </a:br>
            <a:endParaRPr lang="en-AU" dirty="0"/>
          </a:p>
        </p:txBody>
      </p:sp>
      <p:sp>
        <p:nvSpPr>
          <p:cNvPr id="11" name="Text Placeholder 6">
            <a:extLst>
              <a:ext uri="{FF2B5EF4-FFF2-40B4-BE49-F238E27FC236}">
                <a16:creationId xmlns:a16="http://schemas.microsoft.com/office/drawing/2014/main" id="{F90B2496-E1DB-4D4C-859D-CC14426C6917}"/>
              </a:ext>
            </a:extLst>
          </p:cNvPr>
          <p:cNvSpPr>
            <a:spLocks noGrp="1"/>
          </p:cNvSpPr>
          <p:nvPr>
            <p:ph type="body" sz="quarter" idx="19" hasCustomPrompt="1"/>
          </p:nvPr>
        </p:nvSpPr>
        <p:spPr>
          <a:xfrm>
            <a:off x="695328" y="1052514"/>
            <a:ext cx="3384548" cy="5263410"/>
          </a:xfrm>
          <a:prstGeom prst="rect">
            <a:avLst/>
          </a:prstGeom>
          <a:solidFill>
            <a:schemeClr val="bg1"/>
          </a:solidFill>
        </p:spPr>
        <p:txBody>
          <a:bodyPr lIns="180000" tIns="1260000" rIns="180000" bIns="180000" anchor="t">
            <a:normAutofit/>
          </a:bodyPr>
          <a:lstStyle>
            <a:lvl1pPr marL="285750" indent="-285750" algn="l">
              <a:buClr>
                <a:schemeClr val="bg1"/>
              </a:buClr>
              <a:buFont typeface="Arial" panose="020B0604020202020204" pitchFamily="34" charset="0"/>
              <a:buChar char="•"/>
              <a:defRPr lang="en-AU" dirty="0"/>
            </a:lvl1pPr>
          </a:lstStyle>
          <a:p>
            <a:pPr lvl="0"/>
            <a:r>
              <a:rPr lang="en-AU" dirty="0"/>
              <a:t>[Enter text – You can change the colour of this placeholder under the ‘Shape fill’ menu. Change shape width/height as preferred]</a:t>
            </a:r>
          </a:p>
        </p:txBody>
      </p:sp>
      <p:sp>
        <p:nvSpPr>
          <p:cNvPr id="2" name="Title 1">
            <a:extLst>
              <a:ext uri="{FF2B5EF4-FFF2-40B4-BE49-F238E27FC236}">
                <a16:creationId xmlns:a16="http://schemas.microsoft.com/office/drawing/2014/main" id="{DFCB796C-2145-4E36-9CCD-4A6E104CD86A}"/>
              </a:ext>
            </a:extLst>
          </p:cNvPr>
          <p:cNvSpPr>
            <a:spLocks noGrp="1"/>
          </p:cNvSpPr>
          <p:nvPr>
            <p:ph type="title" hasCustomPrompt="1"/>
          </p:nvPr>
        </p:nvSpPr>
        <p:spPr>
          <a:xfrm>
            <a:off x="1127448" y="1340768"/>
            <a:ext cx="2592288" cy="876470"/>
          </a:xfrm>
        </p:spPr>
        <p:txBody>
          <a:bodyPr anchor="t">
            <a:normAutofit/>
          </a:bodyPr>
          <a:lstStyle>
            <a:lvl1pPr>
              <a:defRPr sz="2800"/>
            </a:lvl1pPr>
          </a:lstStyle>
          <a:p>
            <a:r>
              <a:rPr lang="en-US" dirty="0"/>
              <a:t>[Title]</a:t>
            </a:r>
            <a:endParaRPr lang="en-AU" dirty="0"/>
          </a:p>
        </p:txBody>
      </p:sp>
      <p:sp>
        <p:nvSpPr>
          <p:cNvPr id="10" name="Text Placeholder 5">
            <a:extLst>
              <a:ext uri="{FF2B5EF4-FFF2-40B4-BE49-F238E27FC236}">
                <a16:creationId xmlns:a16="http://schemas.microsoft.com/office/drawing/2014/main" id="{D683528B-5613-4179-BFD8-DFE24675A848}"/>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2" name="Rectangle 11">
            <a:extLst>
              <a:ext uri="{FF2B5EF4-FFF2-40B4-BE49-F238E27FC236}">
                <a16:creationId xmlns:a16="http://schemas.microsoft.com/office/drawing/2014/main" id="{745D19A3-55E4-4A3E-B43F-B4D3EFBE1E1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4" name="Picture 13">
            <a:extLst>
              <a:ext uri="{FF2B5EF4-FFF2-40B4-BE49-F238E27FC236}">
                <a16:creationId xmlns:a16="http://schemas.microsoft.com/office/drawing/2014/main" id="{71B58DF6-309B-4BE3-BBE4-1BA28FFD90EC}"/>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7" name="Footer Placeholder 6">
            <a:extLst>
              <a:ext uri="{FF2B5EF4-FFF2-40B4-BE49-F238E27FC236}">
                <a16:creationId xmlns:a16="http://schemas.microsoft.com/office/drawing/2014/main" id="{3309B167-7472-4F88-89E8-DAE2E0483964}"/>
              </a:ext>
            </a:extLst>
          </p:cNvPr>
          <p:cNvSpPr>
            <a:spLocks noGrp="1"/>
          </p:cNvSpPr>
          <p:nvPr>
            <p:ph type="ftr" sz="quarter" idx="21"/>
          </p:nvPr>
        </p:nvSpPr>
        <p:spPr>
          <a:xfrm>
            <a:off x="695326" y="6519171"/>
            <a:ext cx="3360109" cy="240219"/>
          </a:xfrm>
          <a:prstGeom prst="rect">
            <a:avLst/>
          </a:prstGeom>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47F249FB-FC55-456D-9BD4-C0130FDAB05E}"/>
              </a:ext>
            </a:extLst>
          </p:cNvPr>
          <p:cNvSpPr>
            <a:spLocks noGrp="1"/>
          </p:cNvSpPr>
          <p:nvPr>
            <p:ph type="sldNum" sz="quarter" idx="22"/>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99990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695327" y="1700213"/>
            <a:ext cx="10801349" cy="4249107"/>
          </a:xfrm>
          <a:prstGeom prst="rect">
            <a:avLst/>
          </a:prstGeom>
          <a:solidFill>
            <a:schemeClr val="bg2"/>
          </a:solidFill>
        </p:spPr>
        <p:txBody>
          <a:bodyPr anchor="ctr"/>
          <a:lstStyle>
            <a:lvl1pPr marL="0" indent="0" algn="ctr">
              <a:spcBef>
                <a:spcPts val="0"/>
              </a:spcBef>
              <a:spcAft>
                <a:spcPts val="0"/>
              </a:spcAft>
              <a:buNone/>
              <a:defRPr lang="en-AU" dirty="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dirty="0"/>
              <a:t>Click icon to add picture</a:t>
            </a:r>
            <a:br>
              <a:rPr lang="en-AU" dirty="0"/>
            </a:br>
            <a:br>
              <a:rPr lang="en-AU" dirty="0"/>
            </a:br>
            <a:br>
              <a:rPr lang="en-AU" dirty="0"/>
            </a:br>
            <a:endParaRPr lang="en-AU" dirty="0"/>
          </a:p>
        </p:txBody>
      </p:sp>
      <p:sp>
        <p:nvSpPr>
          <p:cNvPr id="4" name="Text Placeholder 3"/>
          <p:cNvSpPr>
            <a:spLocks noGrp="1"/>
          </p:cNvSpPr>
          <p:nvPr>
            <p:ph type="body" sz="half" idx="2" hasCustomPrompt="1"/>
          </p:nvPr>
        </p:nvSpPr>
        <p:spPr>
          <a:xfrm>
            <a:off x="695327" y="5949320"/>
            <a:ext cx="10801348" cy="360000"/>
          </a:xfrm>
          <a:prstGeom prst="rect">
            <a:avLst/>
          </a:prstGeo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0" name="Text Placeholder 5">
            <a:extLst>
              <a:ext uri="{FF2B5EF4-FFF2-40B4-BE49-F238E27FC236}">
                <a16:creationId xmlns:a16="http://schemas.microsoft.com/office/drawing/2014/main" id="{D683528B-5613-4179-BFD8-DFE24675A848}"/>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1" name="Rectangle 10">
            <a:extLst>
              <a:ext uri="{FF2B5EF4-FFF2-40B4-BE49-F238E27FC236}">
                <a16:creationId xmlns:a16="http://schemas.microsoft.com/office/drawing/2014/main" id="{61FA6F18-A6B9-4002-9AF5-5A621B0ECEA9}"/>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F6667976-37E5-419D-871B-FF7F3279A819}"/>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7" name="Title 6">
            <a:extLst>
              <a:ext uri="{FF2B5EF4-FFF2-40B4-BE49-F238E27FC236}">
                <a16:creationId xmlns:a16="http://schemas.microsoft.com/office/drawing/2014/main" id="{7328C3BB-E5DD-47D4-B3C1-7A89BC1FE841}"/>
              </a:ext>
            </a:extLst>
          </p:cNvPr>
          <p:cNvSpPr>
            <a:spLocks noGrp="1"/>
          </p:cNvSpPr>
          <p:nvPr>
            <p:ph type="title"/>
          </p:nvPr>
        </p:nvSpPr>
        <p:spPr/>
        <p:txBody>
          <a:bodyPr/>
          <a:lstStyle/>
          <a:p>
            <a:r>
              <a:rPr lang="en-US"/>
              <a:t>Click to edit Master title style</a:t>
            </a:r>
            <a:endParaRPr lang="en-AU" dirty="0"/>
          </a:p>
        </p:txBody>
      </p:sp>
      <p:sp>
        <p:nvSpPr>
          <p:cNvPr id="8" name="Footer Placeholder 7">
            <a:extLst>
              <a:ext uri="{FF2B5EF4-FFF2-40B4-BE49-F238E27FC236}">
                <a16:creationId xmlns:a16="http://schemas.microsoft.com/office/drawing/2014/main" id="{36E1B5CB-C615-403B-B182-EBCD5DAC9E67}"/>
              </a:ext>
            </a:extLst>
          </p:cNvPr>
          <p:cNvSpPr>
            <a:spLocks noGrp="1"/>
          </p:cNvSpPr>
          <p:nvPr>
            <p:ph type="ftr" sz="quarter" idx="17"/>
          </p:nvPr>
        </p:nvSpPr>
        <p:spPr>
          <a:xfrm>
            <a:off x="695326" y="6519171"/>
            <a:ext cx="3360109" cy="240219"/>
          </a:xfrm>
          <a:prstGeom prst="rect">
            <a:avLst/>
          </a:prstGeom>
        </p:spPr>
        <p:txBody>
          <a:bodyPr/>
          <a:lstStyle/>
          <a:p>
            <a:r>
              <a:rPr lang="en-AU"/>
              <a:t>SLAT7806 Research Methods</a:t>
            </a:r>
            <a:endParaRPr lang="en-AU" dirty="0"/>
          </a:p>
        </p:txBody>
      </p:sp>
      <p:sp>
        <p:nvSpPr>
          <p:cNvPr id="12" name="Slide Number Placeholder 11">
            <a:extLst>
              <a:ext uri="{FF2B5EF4-FFF2-40B4-BE49-F238E27FC236}">
                <a16:creationId xmlns:a16="http://schemas.microsoft.com/office/drawing/2014/main" id="{FBA690D5-44C9-4D2D-925E-426FB8864D8D}"/>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4002725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with Image Two Third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7048" y="630979"/>
            <a:ext cx="7784951" cy="6234196"/>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916" h="5593381">
                <a:moveTo>
                  <a:pt x="454" y="629"/>
                </a:moveTo>
                <a:lnTo>
                  <a:pt x="5198916" y="0"/>
                </a:lnTo>
                <a:lnTo>
                  <a:pt x="5198916" y="5587822"/>
                </a:lnTo>
                <a:lnTo>
                  <a:pt x="1718207" y="5593381"/>
                </a:lnTo>
                <a:cubicBezTo>
                  <a:pt x="689093" y="5283249"/>
                  <a:pt x="-8821" y="3998617"/>
                  <a:pt x="1791" y="3144946"/>
                </a:cubicBezTo>
                <a:cubicBezTo>
                  <a:pt x="3783" y="1941683"/>
                  <a:pt x="-1538" y="1203892"/>
                  <a:pt x="454" y="629"/>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6" name="Text Placeholder 5">
            <a:extLst>
              <a:ext uri="{FF2B5EF4-FFF2-40B4-BE49-F238E27FC236}">
                <a16:creationId xmlns:a16="http://schemas.microsoft.com/office/drawing/2014/main" id="{05B945E3-14E3-4804-9C19-FEC6CFB9A20D}"/>
              </a:ext>
            </a:extLst>
          </p:cNvPr>
          <p:cNvSpPr>
            <a:spLocks noGrp="1"/>
          </p:cNvSpPr>
          <p:nvPr>
            <p:ph type="body" sz="quarter" idx="13"/>
          </p:nvPr>
        </p:nvSpPr>
        <p:spPr>
          <a:xfrm>
            <a:off x="695326" y="2204864"/>
            <a:ext cx="3384000" cy="4093424"/>
          </a:xfrm>
          <a:prstGeom prst="rect">
            <a:avLst/>
          </a:prstGeom>
        </p:spPr>
        <p:txBody>
          <a:bodyPr/>
          <a:lstStyle>
            <a:lvl1pPr>
              <a:buNone/>
              <a:defRPr lang="en-US" dirty="0"/>
            </a:lvl1pPr>
            <a:lvl2pPr>
              <a:defRPr lang="en-US" dirty="0"/>
            </a:lvl2pPr>
            <a:lvl3pPr>
              <a:defRPr lang="en-US" dirty="0"/>
            </a:lvl3pPr>
            <a:lvl4pPr>
              <a:defRPr lang="en-US" dirty="0"/>
            </a:lvl4pPr>
            <a:lvl5pPr>
              <a:defRPr lang="en-US" dirty="0"/>
            </a:lvl5pPr>
            <a:lvl6pPr>
              <a:defRPr lang="en-AU" dirty="0"/>
            </a:lvl6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9" name="Rectangle 8">
            <a:extLst>
              <a:ext uri="{FF2B5EF4-FFF2-40B4-BE49-F238E27FC236}">
                <a16:creationId xmlns:a16="http://schemas.microsoft.com/office/drawing/2014/main" id="{35F1548D-4CF2-410E-9EAF-5FFD92B8BD25}"/>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A4FFD650-D01F-491D-B510-1C0C7A868A64}"/>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2" name="Title 1">
            <a:extLst>
              <a:ext uri="{FF2B5EF4-FFF2-40B4-BE49-F238E27FC236}">
                <a16:creationId xmlns:a16="http://schemas.microsoft.com/office/drawing/2014/main" id="{E6DFCBBC-8906-4BED-9DB4-F37D43569C83}"/>
              </a:ext>
            </a:extLst>
          </p:cNvPr>
          <p:cNvSpPr>
            <a:spLocks noGrp="1"/>
          </p:cNvSpPr>
          <p:nvPr>
            <p:ph type="title"/>
          </p:nvPr>
        </p:nvSpPr>
        <p:spPr>
          <a:xfrm>
            <a:off x="695326" y="1052736"/>
            <a:ext cx="3384549" cy="1008112"/>
          </a:xfrm>
        </p:spPr>
        <p:txBody>
          <a:bodyPr anchor="t"/>
          <a:lstStyle/>
          <a:p>
            <a:r>
              <a:rPr lang="en-US"/>
              <a:t>Click to edit Master title style</a:t>
            </a:r>
            <a:endParaRPr lang="en-AU" dirty="0"/>
          </a:p>
        </p:txBody>
      </p:sp>
      <p:sp>
        <p:nvSpPr>
          <p:cNvPr id="8" name="Footer Placeholder 7">
            <a:extLst>
              <a:ext uri="{FF2B5EF4-FFF2-40B4-BE49-F238E27FC236}">
                <a16:creationId xmlns:a16="http://schemas.microsoft.com/office/drawing/2014/main" id="{0DA6D18E-7831-44BE-9F27-A68CFE3B02CE}"/>
              </a:ext>
            </a:extLst>
          </p:cNvPr>
          <p:cNvSpPr>
            <a:spLocks noGrp="1"/>
          </p:cNvSpPr>
          <p:nvPr>
            <p:ph type="ftr" sz="quarter" idx="15"/>
          </p:nvPr>
        </p:nvSpPr>
        <p:spPr>
          <a:xfrm>
            <a:off x="695326" y="6519171"/>
            <a:ext cx="3360109" cy="240219"/>
          </a:xfrm>
          <a:prstGeom prst="rect">
            <a:avLst/>
          </a:prstGeom>
        </p:spPr>
        <p:txBody>
          <a:bodyPr/>
          <a:lstStyle/>
          <a:p>
            <a:r>
              <a:rPr lang="en-AU"/>
              <a:t>SLAT7806 Research Methods</a:t>
            </a:r>
            <a:endParaRPr lang="en-AU" dirty="0"/>
          </a:p>
        </p:txBody>
      </p:sp>
      <p:sp>
        <p:nvSpPr>
          <p:cNvPr id="11" name="Slide Number Placeholder 10">
            <a:extLst>
              <a:ext uri="{FF2B5EF4-FFF2-40B4-BE49-F238E27FC236}">
                <a16:creationId xmlns:a16="http://schemas.microsoft.com/office/drawing/2014/main" id="{CBA412D2-A7E4-4007-BC7B-41EB3D0B601C}"/>
              </a:ext>
            </a:extLst>
          </p:cNvPr>
          <p:cNvSpPr>
            <a:spLocks noGrp="1"/>
          </p:cNvSpPr>
          <p:nvPr>
            <p:ph type="sldNum" sz="quarter" idx="16"/>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18059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with Image Half">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6099776" y="619522"/>
            <a:ext cx="6096132" cy="6238324"/>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3943363 w 4070093"/>
              <a:gd name="connsiteY1" fmla="*/ 324970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10480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5150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14049 w 4069424"/>
              <a:gd name="connsiteY0" fmla="*/ 174112 h 5602782"/>
              <a:gd name="connsiteX1" fmla="*/ 4068911 w 4069424"/>
              <a:gd name="connsiteY1" fmla="*/ 0 h 5602782"/>
              <a:gd name="connsiteX2" fmla="*/ 4068422 w 4069424"/>
              <a:gd name="connsiteY2" fmla="*/ 5600840 h 5602782"/>
              <a:gd name="connsiteX3" fmla="*/ 1716536 w 4069424"/>
              <a:gd name="connsiteY3" fmla="*/ 5602782 h 5602782"/>
              <a:gd name="connsiteX4" fmla="*/ 120 w 4069424"/>
              <a:gd name="connsiteY4" fmla="*/ 3154347 h 5602782"/>
              <a:gd name="connsiteX5" fmla="*/ 14049 w 4069424"/>
              <a:gd name="connsiteY5" fmla="*/ 174112 h 560278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4065493 w 4070093"/>
              <a:gd name="connsiteY1" fmla="*/ 51501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934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4333 h 5597085"/>
              <a:gd name="connsiteX1" fmla="*/ 4070582 w 4071095"/>
              <a:gd name="connsiteY1" fmla="*/ 0 h 5597085"/>
              <a:gd name="connsiteX2" fmla="*/ 4070093 w 4071095"/>
              <a:gd name="connsiteY2" fmla="*/ 5595143 h 5597085"/>
              <a:gd name="connsiteX3" fmla="*/ 1718207 w 4071095"/>
              <a:gd name="connsiteY3" fmla="*/ 5597085 h 5597085"/>
              <a:gd name="connsiteX4" fmla="*/ 1791 w 4071095"/>
              <a:gd name="connsiteY4" fmla="*/ 3148650 h 5597085"/>
              <a:gd name="connsiteX5" fmla="*/ 454 w 4071095"/>
              <a:gd name="connsiteY5" fmla="*/ 4333 h 5597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1095" h="5597085">
                <a:moveTo>
                  <a:pt x="454" y="4333"/>
                </a:moveTo>
                <a:lnTo>
                  <a:pt x="4070582" y="0"/>
                </a:lnTo>
                <a:cubicBezTo>
                  <a:pt x="4072539" y="1865237"/>
                  <a:pt x="4068136" y="3729906"/>
                  <a:pt x="4070093" y="5595143"/>
                </a:cubicBezTo>
                <a:lnTo>
                  <a:pt x="1718207" y="5597085"/>
                </a:lnTo>
                <a:cubicBezTo>
                  <a:pt x="689093" y="5286953"/>
                  <a:pt x="-8821" y="4002321"/>
                  <a:pt x="1791" y="3148650"/>
                </a:cubicBezTo>
                <a:cubicBezTo>
                  <a:pt x="3783" y="1945387"/>
                  <a:pt x="-1538" y="1207596"/>
                  <a:pt x="454" y="4333"/>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9" name="Text Placeholder 5">
            <a:extLst>
              <a:ext uri="{FF2B5EF4-FFF2-40B4-BE49-F238E27FC236}">
                <a16:creationId xmlns:a16="http://schemas.microsoft.com/office/drawing/2014/main" id="{9939388E-DE68-4319-9112-7BA5E2C40EB3}"/>
              </a:ext>
            </a:extLst>
          </p:cNvPr>
          <p:cNvSpPr>
            <a:spLocks noGrp="1"/>
          </p:cNvSpPr>
          <p:nvPr>
            <p:ph type="body" sz="quarter" idx="15"/>
          </p:nvPr>
        </p:nvSpPr>
        <p:spPr>
          <a:xfrm>
            <a:off x="695326" y="1700213"/>
            <a:ext cx="5208588"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spcAft>
                <a:spcPts val="600"/>
              </a:spcAft>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9ED1E0F1-AFFA-42EB-BA75-DA2D4500467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4" name="Picture 13">
            <a:extLst>
              <a:ext uri="{FF2B5EF4-FFF2-40B4-BE49-F238E27FC236}">
                <a16:creationId xmlns:a16="http://schemas.microsoft.com/office/drawing/2014/main" id="{9BE6FC7D-C34E-46C7-8941-E28D2138AB4A}"/>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3" name="Title 1">
            <a:extLst>
              <a:ext uri="{FF2B5EF4-FFF2-40B4-BE49-F238E27FC236}">
                <a16:creationId xmlns:a16="http://schemas.microsoft.com/office/drawing/2014/main" id="{080EDC1B-18C6-4124-ACB9-D441CF15FE5D}"/>
              </a:ext>
            </a:extLst>
          </p:cNvPr>
          <p:cNvSpPr>
            <a:spLocks noGrp="1"/>
          </p:cNvSpPr>
          <p:nvPr>
            <p:ph type="title"/>
          </p:nvPr>
        </p:nvSpPr>
        <p:spPr>
          <a:xfrm>
            <a:off x="695326" y="1052736"/>
            <a:ext cx="5208587" cy="468000"/>
          </a:xfrm>
        </p:spPr>
        <p:txBody>
          <a:bodyPr anchor="t"/>
          <a:lstStyle/>
          <a:p>
            <a:r>
              <a:rPr lang="en-US"/>
              <a:t>Click to edit Master title style</a:t>
            </a:r>
            <a:endParaRPr lang="en-AU" dirty="0"/>
          </a:p>
        </p:txBody>
      </p:sp>
      <p:sp>
        <p:nvSpPr>
          <p:cNvPr id="6" name="Footer Placeholder 5">
            <a:extLst>
              <a:ext uri="{FF2B5EF4-FFF2-40B4-BE49-F238E27FC236}">
                <a16:creationId xmlns:a16="http://schemas.microsoft.com/office/drawing/2014/main" id="{8734EC9E-80A6-4F00-A6C2-0211431E31A4}"/>
              </a:ext>
            </a:extLst>
          </p:cNvPr>
          <p:cNvSpPr>
            <a:spLocks noGrp="1"/>
          </p:cNvSpPr>
          <p:nvPr>
            <p:ph type="ftr" sz="quarter" idx="20"/>
          </p:nvPr>
        </p:nvSpPr>
        <p:spPr>
          <a:xfrm>
            <a:off x="695326" y="6519171"/>
            <a:ext cx="3360109" cy="240219"/>
          </a:xfrm>
          <a:prstGeom prst="rect">
            <a:avLst/>
          </a:prstGeom>
        </p:spPr>
        <p:txBody>
          <a:bodyPr/>
          <a:lstStyle/>
          <a:p>
            <a:r>
              <a:rPr lang="en-AU"/>
              <a:t>SLAT7806 Research Methods</a:t>
            </a:r>
            <a:endParaRPr lang="en-AU" dirty="0"/>
          </a:p>
        </p:txBody>
      </p:sp>
      <p:sp>
        <p:nvSpPr>
          <p:cNvPr id="7" name="Slide Number Placeholder 6">
            <a:extLst>
              <a:ext uri="{FF2B5EF4-FFF2-40B4-BE49-F238E27FC236}">
                <a16:creationId xmlns:a16="http://schemas.microsoft.com/office/drawing/2014/main" id="{EFD63467-2027-4D99-8858-F83AC8390523}"/>
              </a:ext>
            </a:extLst>
          </p:cNvPr>
          <p:cNvSpPr>
            <a:spLocks noGrp="1"/>
          </p:cNvSpPr>
          <p:nvPr>
            <p:ph type="sldNum" sz="quarter" idx="2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849677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with Image One Third">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8127980" y="619866"/>
            <a:ext cx="4065161" cy="6239970"/>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0093"/>
              <a:gd name="connsiteY0" fmla="*/ 0 h 5592752"/>
              <a:gd name="connsiteX1" fmla="*/ 2714232 w 4070093"/>
              <a:gd name="connsiteY1" fmla="*/ 3644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2714242"/>
              <a:gd name="connsiteY0" fmla="*/ 0 h 5592752"/>
              <a:gd name="connsiteX1" fmla="*/ 2714232 w 2714242"/>
              <a:gd name="connsiteY1" fmla="*/ 3644 h 5592752"/>
              <a:gd name="connsiteX2" fmla="*/ 2455391 w 2714242"/>
              <a:gd name="connsiteY2" fmla="*/ 5590810 h 5592752"/>
              <a:gd name="connsiteX3" fmla="*/ 1718207 w 2714242"/>
              <a:gd name="connsiteY3" fmla="*/ 5592752 h 5592752"/>
              <a:gd name="connsiteX4" fmla="*/ 1791 w 2714242"/>
              <a:gd name="connsiteY4" fmla="*/ 3144317 h 5592752"/>
              <a:gd name="connsiteX5" fmla="*/ 454 w 2714242"/>
              <a:gd name="connsiteY5" fmla="*/ 0 h 5592752"/>
              <a:gd name="connsiteX0" fmla="*/ 454 w 2714778"/>
              <a:gd name="connsiteY0" fmla="*/ 0 h 5596508"/>
              <a:gd name="connsiteX1" fmla="*/ 2714232 w 2714778"/>
              <a:gd name="connsiteY1" fmla="*/ 3644 h 5596508"/>
              <a:gd name="connsiteX2" fmla="*/ 2714070 w 2714778"/>
              <a:gd name="connsiteY2" fmla="*/ 5596508 h 5596508"/>
              <a:gd name="connsiteX3" fmla="*/ 1718207 w 2714778"/>
              <a:gd name="connsiteY3" fmla="*/ 5592752 h 5596508"/>
              <a:gd name="connsiteX4" fmla="*/ 1791 w 2714778"/>
              <a:gd name="connsiteY4" fmla="*/ 3144317 h 5596508"/>
              <a:gd name="connsiteX5" fmla="*/ 454 w 2714778"/>
              <a:gd name="connsiteY5" fmla="*/ 0 h 5596508"/>
              <a:gd name="connsiteX0" fmla="*/ 454 w 2714070"/>
              <a:gd name="connsiteY0" fmla="*/ 0 h 5596508"/>
              <a:gd name="connsiteX1" fmla="*/ 2709992 w 2714070"/>
              <a:gd name="connsiteY1" fmla="*/ 3644 h 5596508"/>
              <a:gd name="connsiteX2" fmla="*/ 2714070 w 2714070"/>
              <a:gd name="connsiteY2" fmla="*/ 5596508 h 5596508"/>
              <a:gd name="connsiteX3" fmla="*/ 1718207 w 2714070"/>
              <a:gd name="connsiteY3" fmla="*/ 5592752 h 5596508"/>
              <a:gd name="connsiteX4" fmla="*/ 1791 w 2714070"/>
              <a:gd name="connsiteY4" fmla="*/ 3144317 h 5596508"/>
              <a:gd name="connsiteX5" fmla="*/ 454 w 2714070"/>
              <a:gd name="connsiteY5" fmla="*/ 0 h 5596508"/>
              <a:gd name="connsiteX0" fmla="*/ 454 w 2714779"/>
              <a:gd name="connsiteY0" fmla="*/ 2054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2054 h 5598562"/>
              <a:gd name="connsiteX0" fmla="*/ 454 w 2714779"/>
              <a:gd name="connsiteY0" fmla="*/ 7751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7751 h 5598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4779" h="5598562">
                <a:moveTo>
                  <a:pt x="454" y="7751"/>
                </a:moveTo>
                <a:lnTo>
                  <a:pt x="2714233" y="0"/>
                </a:lnTo>
                <a:cubicBezTo>
                  <a:pt x="2716190" y="1865237"/>
                  <a:pt x="2712113" y="3733325"/>
                  <a:pt x="2714070" y="5598562"/>
                </a:cubicBezTo>
                <a:lnTo>
                  <a:pt x="1718207" y="5594806"/>
                </a:lnTo>
                <a:cubicBezTo>
                  <a:pt x="689093" y="5284674"/>
                  <a:pt x="-8821" y="4000042"/>
                  <a:pt x="1791" y="3146371"/>
                </a:cubicBezTo>
                <a:cubicBezTo>
                  <a:pt x="3783" y="1943108"/>
                  <a:pt x="-1538" y="1211014"/>
                  <a:pt x="454" y="7751"/>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9" name="Text Placeholder 5">
            <a:extLst>
              <a:ext uri="{FF2B5EF4-FFF2-40B4-BE49-F238E27FC236}">
                <a16:creationId xmlns:a16="http://schemas.microsoft.com/office/drawing/2014/main" id="{9939388E-DE68-4319-9112-7BA5E2C40EB3}"/>
              </a:ext>
            </a:extLst>
          </p:cNvPr>
          <p:cNvSpPr>
            <a:spLocks noGrp="1"/>
          </p:cNvSpPr>
          <p:nvPr>
            <p:ph type="body" sz="quarter" idx="15"/>
          </p:nvPr>
        </p:nvSpPr>
        <p:spPr>
          <a:xfrm>
            <a:off x="695326" y="1700213"/>
            <a:ext cx="7089890" cy="4608515"/>
          </a:xfrm>
          <a:prstGeom prst="rect">
            <a:avLst/>
          </a:prstGeom>
        </p:spPr>
        <p:txBody>
          <a:bodyPr/>
          <a:lstStyle>
            <a:lvl1pPr>
              <a:lnSpc>
                <a:spcPct val="100000"/>
              </a:lnSpc>
              <a:defRPr lang="en-US" dirty="0" smtClean="0"/>
            </a:lvl1pPr>
            <a:lvl2pPr>
              <a:defRPr lang="en-US" dirty="0" smtClean="0"/>
            </a:lvl2pPr>
            <a:lvl3pPr>
              <a:defRPr lang="en-US" dirty="0" smtClean="0"/>
            </a:lvl3pPr>
            <a:lvl4pPr>
              <a:defRPr lang="en-US" dirty="0" smtClean="0"/>
            </a:lvl4pPr>
            <a:lvl5pPr>
              <a:spcAft>
                <a:spcPts val="600"/>
              </a:spcAft>
              <a:defRPr lang="en-US" dirty="0" smtClean="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1FE2A31D-86B6-46B8-BB44-FE4A0151AFEC}"/>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4" name="Picture 13">
            <a:extLst>
              <a:ext uri="{FF2B5EF4-FFF2-40B4-BE49-F238E27FC236}">
                <a16:creationId xmlns:a16="http://schemas.microsoft.com/office/drawing/2014/main" id="{79DB1757-F26E-4E87-887C-D21CB8F0D41B}"/>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3322A0C3-D06A-4B53-BF2D-7247BE3F1E44}"/>
              </a:ext>
            </a:extLst>
          </p:cNvPr>
          <p:cNvSpPr>
            <a:spLocks noGrp="1"/>
          </p:cNvSpPr>
          <p:nvPr>
            <p:ph type="title"/>
          </p:nvPr>
        </p:nvSpPr>
        <p:spPr>
          <a:xfrm>
            <a:off x="695326" y="1052736"/>
            <a:ext cx="7089890" cy="469056"/>
          </a:xfrm>
        </p:spPr>
        <p:txBody>
          <a:bodyPr/>
          <a:lstStyle/>
          <a:p>
            <a:r>
              <a:rPr lang="en-US"/>
              <a:t>Click to edit Master title style</a:t>
            </a:r>
            <a:endParaRPr lang="en-AU" dirty="0"/>
          </a:p>
        </p:txBody>
      </p:sp>
      <p:sp>
        <p:nvSpPr>
          <p:cNvPr id="7" name="Footer Placeholder 6">
            <a:extLst>
              <a:ext uri="{FF2B5EF4-FFF2-40B4-BE49-F238E27FC236}">
                <a16:creationId xmlns:a16="http://schemas.microsoft.com/office/drawing/2014/main" id="{EEA16CAE-14B9-4A43-877B-E46EF044168C}"/>
              </a:ext>
            </a:extLst>
          </p:cNvPr>
          <p:cNvSpPr>
            <a:spLocks noGrp="1"/>
          </p:cNvSpPr>
          <p:nvPr>
            <p:ph type="ftr" sz="quarter" idx="20"/>
          </p:nvPr>
        </p:nvSpPr>
        <p:spPr>
          <a:xfrm>
            <a:off x="695326" y="6519171"/>
            <a:ext cx="3360109" cy="240219"/>
          </a:xfrm>
          <a:prstGeom prst="rect">
            <a:avLst/>
          </a:prstGeom>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195BFC0C-3AAF-4677-B586-CD5CBF731F79}"/>
              </a:ext>
            </a:extLst>
          </p:cNvPr>
          <p:cNvSpPr>
            <a:spLocks noGrp="1"/>
          </p:cNvSpPr>
          <p:nvPr>
            <p:ph type="sldNum" sz="quarter" idx="2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43135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with Image Two Thirds Alt">
    <p:bg>
      <p:bgPr>
        <a:solidFill>
          <a:schemeClr val="accent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9550" y="-3115"/>
            <a:ext cx="7782449" cy="6868289"/>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586635 h 6179387"/>
              <a:gd name="connsiteX1" fmla="*/ 5198916 w 5198916"/>
              <a:gd name="connsiteY1" fmla="*/ 0 h 6179387"/>
              <a:gd name="connsiteX2" fmla="*/ 5198916 w 5198916"/>
              <a:gd name="connsiteY2" fmla="*/ 6173828 h 6179387"/>
              <a:gd name="connsiteX3" fmla="*/ 1718207 w 5198916"/>
              <a:gd name="connsiteY3" fmla="*/ 6179387 h 6179387"/>
              <a:gd name="connsiteX4" fmla="*/ 1791 w 5198916"/>
              <a:gd name="connsiteY4" fmla="*/ 3730952 h 6179387"/>
              <a:gd name="connsiteX5" fmla="*/ 454 w 5198916"/>
              <a:gd name="connsiteY5" fmla="*/ 586635 h 6179387"/>
              <a:gd name="connsiteX0" fmla="*/ 8476 w 5197245"/>
              <a:gd name="connsiteY0" fmla="*/ 39696 h 6179387"/>
              <a:gd name="connsiteX1" fmla="*/ 5197245 w 5197245"/>
              <a:gd name="connsiteY1" fmla="*/ 0 h 6179387"/>
              <a:gd name="connsiteX2" fmla="*/ 5197245 w 5197245"/>
              <a:gd name="connsiteY2" fmla="*/ 6173828 h 6179387"/>
              <a:gd name="connsiteX3" fmla="*/ 1716536 w 5197245"/>
              <a:gd name="connsiteY3" fmla="*/ 6179387 h 6179387"/>
              <a:gd name="connsiteX4" fmla="*/ 120 w 5197245"/>
              <a:gd name="connsiteY4" fmla="*/ 3730952 h 6179387"/>
              <a:gd name="connsiteX5" fmla="*/ 8476 w 5197245"/>
              <a:gd name="connsiteY5" fmla="*/ 39696 h 6179387"/>
              <a:gd name="connsiteX0" fmla="*/ 8476 w 5197245"/>
              <a:gd name="connsiteY0" fmla="*/ 0 h 6139691"/>
              <a:gd name="connsiteX1" fmla="*/ 5146357 w 5197245"/>
              <a:gd name="connsiteY1" fmla="*/ 191044 h 6139691"/>
              <a:gd name="connsiteX2" fmla="*/ 5197245 w 5197245"/>
              <a:gd name="connsiteY2" fmla="*/ 6134132 h 6139691"/>
              <a:gd name="connsiteX3" fmla="*/ 1716536 w 5197245"/>
              <a:gd name="connsiteY3" fmla="*/ 6139691 h 6139691"/>
              <a:gd name="connsiteX4" fmla="*/ 120 w 5197245"/>
              <a:gd name="connsiteY4" fmla="*/ 3691256 h 6139691"/>
              <a:gd name="connsiteX5" fmla="*/ 8476 w 5197245"/>
              <a:gd name="connsiteY5" fmla="*/ 0 h 6139691"/>
              <a:gd name="connsiteX0" fmla="*/ 8476 w 5197245"/>
              <a:gd name="connsiteY0" fmla="*/ 22604 h 6162295"/>
              <a:gd name="connsiteX1" fmla="*/ 5197245 w 5197245"/>
              <a:gd name="connsiteY1" fmla="*/ 0 h 6162295"/>
              <a:gd name="connsiteX2" fmla="*/ 5197245 w 5197245"/>
              <a:gd name="connsiteY2" fmla="*/ 6156736 h 6162295"/>
              <a:gd name="connsiteX3" fmla="*/ 1716536 w 5197245"/>
              <a:gd name="connsiteY3" fmla="*/ 6162295 h 6162295"/>
              <a:gd name="connsiteX4" fmla="*/ 120 w 5197245"/>
              <a:gd name="connsiteY4" fmla="*/ 3713860 h 6162295"/>
              <a:gd name="connsiteX5" fmla="*/ 8476 w 5197245"/>
              <a:gd name="connsiteY5" fmla="*/ 22604 h 6162295"/>
              <a:gd name="connsiteX0" fmla="*/ 2115 w 5197245"/>
              <a:gd name="connsiteY0" fmla="*/ 5512 h 6162295"/>
              <a:gd name="connsiteX1" fmla="*/ 5197245 w 5197245"/>
              <a:gd name="connsiteY1" fmla="*/ 0 h 6162295"/>
              <a:gd name="connsiteX2" fmla="*/ 5197245 w 5197245"/>
              <a:gd name="connsiteY2" fmla="*/ 6156736 h 6162295"/>
              <a:gd name="connsiteX3" fmla="*/ 1716536 w 5197245"/>
              <a:gd name="connsiteY3" fmla="*/ 6162295 h 6162295"/>
              <a:gd name="connsiteX4" fmla="*/ 120 w 5197245"/>
              <a:gd name="connsiteY4" fmla="*/ 3713860 h 6162295"/>
              <a:gd name="connsiteX5" fmla="*/ 2115 w 5197245"/>
              <a:gd name="connsiteY5" fmla="*/ 5512 h 6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7245" h="6162295">
                <a:moveTo>
                  <a:pt x="2115" y="5512"/>
                </a:moveTo>
                <a:lnTo>
                  <a:pt x="5197245" y="0"/>
                </a:lnTo>
                <a:lnTo>
                  <a:pt x="5197245" y="6156736"/>
                </a:lnTo>
                <a:lnTo>
                  <a:pt x="1716536" y="6162295"/>
                </a:lnTo>
                <a:cubicBezTo>
                  <a:pt x="687422" y="5852163"/>
                  <a:pt x="-10492" y="4567531"/>
                  <a:pt x="120" y="3713860"/>
                </a:cubicBezTo>
                <a:cubicBezTo>
                  <a:pt x="2112" y="2510597"/>
                  <a:pt x="123" y="1208775"/>
                  <a:pt x="2115" y="5512"/>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3" name="Footer Placeholder 2">
            <a:extLst>
              <a:ext uri="{FF2B5EF4-FFF2-40B4-BE49-F238E27FC236}">
                <a16:creationId xmlns:a16="http://schemas.microsoft.com/office/drawing/2014/main" id="{BE05E8E5-FC3F-4B02-8560-314161E65934}"/>
              </a:ext>
            </a:extLst>
          </p:cNvPr>
          <p:cNvSpPr>
            <a:spLocks noGrp="1"/>
          </p:cNvSpPr>
          <p:nvPr>
            <p:ph type="ftr" sz="quarter" idx="10"/>
          </p:nvPr>
        </p:nvSpPr>
        <p:spPr>
          <a:xfrm>
            <a:off x="695326" y="6519171"/>
            <a:ext cx="3360109" cy="240219"/>
          </a:xfrm>
          <a:prstGeom prst="rect">
            <a:avLst/>
          </a:prstGeom>
        </p:spPr>
        <p:txBody>
          <a:bodyPr/>
          <a:lstStyle>
            <a:lvl1pPr>
              <a:defRPr b="0">
                <a:solidFill>
                  <a:schemeClr val="bg1"/>
                </a:solidFill>
              </a:defRPr>
            </a:lvl1pPr>
          </a:lstStyle>
          <a:p>
            <a:r>
              <a:rPr lang="en-AU"/>
              <a:t>SLAT7806 Research Methods</a:t>
            </a:r>
            <a:endParaRPr lang="en-AU" dirty="0"/>
          </a:p>
        </p:txBody>
      </p:sp>
      <p:sp>
        <p:nvSpPr>
          <p:cNvPr id="4" name="Slide Number Placeholder 3">
            <a:extLst>
              <a:ext uri="{FF2B5EF4-FFF2-40B4-BE49-F238E27FC236}">
                <a16:creationId xmlns:a16="http://schemas.microsoft.com/office/drawing/2014/main" id="{5B783E44-C534-44A2-8F6E-F9372FE5C6E2}"/>
              </a:ext>
            </a:extLst>
          </p:cNvPr>
          <p:cNvSpPr>
            <a:spLocks noGrp="1"/>
          </p:cNvSpPr>
          <p:nvPr>
            <p:ph type="sldNum" sz="quarter" idx="11"/>
          </p:nvPr>
        </p:nvSpPr>
        <p:spPr/>
        <p:txBody>
          <a:bodyPr/>
          <a:lstStyle/>
          <a:p>
            <a:fld id="{E917DE0E-AFB1-41FD-BC35-27DB61CA125F}" type="slidenum">
              <a:rPr lang="en-AU" smtClean="0"/>
              <a:pPr/>
              <a:t>‹#›</a:t>
            </a:fld>
            <a:endParaRPr lang="en-AU" dirty="0"/>
          </a:p>
        </p:txBody>
      </p:sp>
      <p:sp>
        <p:nvSpPr>
          <p:cNvPr id="6" name="Text Placeholder 5">
            <a:extLst>
              <a:ext uri="{FF2B5EF4-FFF2-40B4-BE49-F238E27FC236}">
                <a16:creationId xmlns:a16="http://schemas.microsoft.com/office/drawing/2014/main" id="{05B945E3-14E3-4804-9C19-FEC6CFB9A20D}"/>
              </a:ext>
            </a:extLst>
          </p:cNvPr>
          <p:cNvSpPr>
            <a:spLocks noGrp="1"/>
          </p:cNvSpPr>
          <p:nvPr>
            <p:ph type="body" sz="quarter" idx="13"/>
          </p:nvPr>
        </p:nvSpPr>
        <p:spPr>
          <a:xfrm>
            <a:off x="695326" y="2204864"/>
            <a:ext cx="3384000" cy="4093424"/>
          </a:xfrm>
          <a:prstGeom prst="rect">
            <a:avLst/>
          </a:prstGeom>
        </p:spPr>
        <p:txBody>
          <a:bodyPr/>
          <a:lstStyle>
            <a:lvl1pPr>
              <a:buNone/>
              <a:defRPr lang="en-US" dirty="0">
                <a:solidFill>
                  <a:schemeClr val="bg1"/>
                </a:solidFill>
              </a:defRPr>
            </a:lvl1pPr>
            <a:lvl2pPr>
              <a:buClr>
                <a:schemeClr val="bg1"/>
              </a:buClr>
              <a:defRPr lang="en-US" dirty="0">
                <a:solidFill>
                  <a:schemeClr val="bg1"/>
                </a:solidFill>
              </a:defRPr>
            </a:lvl2pPr>
            <a:lvl3pPr>
              <a:buClr>
                <a:schemeClr val="bg1"/>
              </a:buClr>
              <a:defRPr lang="en-US" dirty="0">
                <a:solidFill>
                  <a:schemeClr val="bg1"/>
                </a:solidFill>
              </a:defRPr>
            </a:lvl3pPr>
            <a:lvl4pPr>
              <a:defRPr lang="en-US" dirty="0">
                <a:solidFill>
                  <a:schemeClr val="bg1"/>
                </a:solidFill>
              </a:defRPr>
            </a:lvl4pPr>
            <a:lvl5pPr>
              <a:defRPr lang="en-US" dirty="0">
                <a:solidFill>
                  <a:schemeClr val="bg1"/>
                </a:solidFill>
              </a:defRPr>
            </a:lvl5pPr>
            <a:lvl6pPr>
              <a:defRPr lang="en-AU" dirty="0">
                <a:solidFill>
                  <a:schemeClr val="bg1"/>
                </a:solidFill>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9" name="TextBox 8">
            <a:extLst>
              <a:ext uri="{FF2B5EF4-FFF2-40B4-BE49-F238E27FC236}">
                <a16:creationId xmlns:a16="http://schemas.microsoft.com/office/drawing/2014/main" id="{43322D7A-8171-44C9-AFA6-24E34B78763E}"/>
              </a:ext>
            </a:extLst>
          </p:cNvPr>
          <p:cNvSpPr txBox="1"/>
          <p:nvPr userDrawn="1"/>
        </p:nvSpPr>
        <p:spPr>
          <a:xfrm>
            <a:off x="1" y="-1053499"/>
            <a:ext cx="7632171" cy="954107"/>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‘change ‘Solid fill’ to a </a:t>
            </a:r>
            <a:r>
              <a:rPr lang="en-US" sz="1400" dirty="0" err="1">
                <a:solidFill>
                  <a:schemeClr val="bg1"/>
                </a:solidFill>
              </a:rPr>
              <a:t>colour</a:t>
            </a:r>
            <a:r>
              <a:rPr lang="en-US" sz="1400" dirty="0">
                <a:solidFill>
                  <a:schemeClr val="bg1"/>
                </a:solidFill>
              </a:rPr>
              <a:t> from the palette</a:t>
            </a:r>
            <a:endParaRPr lang="en-AU" sz="1400" dirty="0">
              <a:solidFill>
                <a:schemeClr val="bg1"/>
              </a:solidFill>
            </a:endParaRPr>
          </a:p>
        </p:txBody>
      </p:sp>
      <p:sp>
        <p:nvSpPr>
          <p:cNvPr id="11" name="Title 1">
            <a:extLst>
              <a:ext uri="{FF2B5EF4-FFF2-40B4-BE49-F238E27FC236}">
                <a16:creationId xmlns:a16="http://schemas.microsoft.com/office/drawing/2014/main" id="{7F45073E-2992-405B-AB05-A3E6ADD2877C}"/>
              </a:ext>
            </a:extLst>
          </p:cNvPr>
          <p:cNvSpPr>
            <a:spLocks noGrp="1"/>
          </p:cNvSpPr>
          <p:nvPr>
            <p:ph type="title"/>
          </p:nvPr>
        </p:nvSpPr>
        <p:spPr>
          <a:xfrm>
            <a:off x="695326" y="1052736"/>
            <a:ext cx="3384549" cy="1008112"/>
          </a:xfrm>
        </p:spPr>
        <p:txBody>
          <a:bodyPr anchor="t"/>
          <a:lstStyle>
            <a:lvl1pPr>
              <a:defRPr>
                <a:solidFill>
                  <a:schemeClr val="bg1"/>
                </a:solidFill>
              </a:defRPr>
            </a:lvl1pPr>
          </a:lstStyle>
          <a:p>
            <a:r>
              <a:rPr lang="en-US"/>
              <a:t>Click to edit Master title style</a:t>
            </a:r>
            <a:endParaRPr lang="en-AU" dirty="0"/>
          </a:p>
        </p:txBody>
      </p:sp>
    </p:spTree>
    <p:extLst>
      <p:ext uri="{BB962C8B-B14F-4D97-AF65-F5344CB8AC3E}">
        <p14:creationId xmlns:p14="http://schemas.microsoft.com/office/powerpoint/2010/main" val="1426045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with Image Half Alt">
    <p:bg>
      <p:bgPr>
        <a:solidFill>
          <a:schemeClr val="accent1"/>
        </a:solidFill>
        <a:effectLst/>
      </p:bgPr>
    </p:bg>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6102278" y="-2778"/>
            <a:ext cx="6093632" cy="6860624"/>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3943363 w 4070093"/>
              <a:gd name="connsiteY1" fmla="*/ 324970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10480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5150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14049 w 4069424"/>
              <a:gd name="connsiteY0" fmla="*/ 174112 h 5602782"/>
              <a:gd name="connsiteX1" fmla="*/ 4068911 w 4069424"/>
              <a:gd name="connsiteY1" fmla="*/ 0 h 5602782"/>
              <a:gd name="connsiteX2" fmla="*/ 4068422 w 4069424"/>
              <a:gd name="connsiteY2" fmla="*/ 5600840 h 5602782"/>
              <a:gd name="connsiteX3" fmla="*/ 1716536 w 4069424"/>
              <a:gd name="connsiteY3" fmla="*/ 5602782 h 5602782"/>
              <a:gd name="connsiteX4" fmla="*/ 120 w 4069424"/>
              <a:gd name="connsiteY4" fmla="*/ 3154347 h 5602782"/>
              <a:gd name="connsiteX5" fmla="*/ 14049 w 4069424"/>
              <a:gd name="connsiteY5" fmla="*/ 174112 h 560278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4065493 w 4070093"/>
              <a:gd name="connsiteY1" fmla="*/ 51501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934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4333 h 5597085"/>
              <a:gd name="connsiteX1" fmla="*/ 4070582 w 4071095"/>
              <a:gd name="connsiteY1" fmla="*/ 0 h 5597085"/>
              <a:gd name="connsiteX2" fmla="*/ 4070093 w 4071095"/>
              <a:gd name="connsiteY2" fmla="*/ 5595143 h 5597085"/>
              <a:gd name="connsiteX3" fmla="*/ 1718207 w 4071095"/>
              <a:gd name="connsiteY3" fmla="*/ 5597085 h 5597085"/>
              <a:gd name="connsiteX4" fmla="*/ 1791 w 4071095"/>
              <a:gd name="connsiteY4" fmla="*/ 3148650 h 5597085"/>
              <a:gd name="connsiteX5" fmla="*/ 454 w 4071095"/>
              <a:gd name="connsiteY5" fmla="*/ 4333 h 5597085"/>
              <a:gd name="connsiteX0" fmla="*/ 454 w 4070093"/>
              <a:gd name="connsiteY0" fmla="*/ 562667 h 6155419"/>
              <a:gd name="connsiteX1" fmla="*/ 4062101 w 4070093"/>
              <a:gd name="connsiteY1" fmla="*/ 0 h 6155419"/>
              <a:gd name="connsiteX2" fmla="*/ 4070093 w 4070093"/>
              <a:gd name="connsiteY2" fmla="*/ 6153477 h 6155419"/>
              <a:gd name="connsiteX3" fmla="*/ 1718207 w 4070093"/>
              <a:gd name="connsiteY3" fmla="*/ 6155419 h 6155419"/>
              <a:gd name="connsiteX4" fmla="*/ 1791 w 4070093"/>
              <a:gd name="connsiteY4" fmla="*/ 3706984 h 6155419"/>
              <a:gd name="connsiteX5" fmla="*/ 454 w 4070093"/>
              <a:gd name="connsiteY5" fmla="*/ 562667 h 6155419"/>
              <a:gd name="connsiteX0" fmla="*/ 7264 w 4068422"/>
              <a:gd name="connsiteY0" fmla="*/ 15728 h 6155419"/>
              <a:gd name="connsiteX1" fmla="*/ 4060430 w 4068422"/>
              <a:gd name="connsiteY1" fmla="*/ 0 h 6155419"/>
              <a:gd name="connsiteX2" fmla="*/ 4068422 w 4068422"/>
              <a:gd name="connsiteY2" fmla="*/ 6153477 h 6155419"/>
              <a:gd name="connsiteX3" fmla="*/ 1716536 w 4068422"/>
              <a:gd name="connsiteY3" fmla="*/ 6155419 h 6155419"/>
              <a:gd name="connsiteX4" fmla="*/ 120 w 4068422"/>
              <a:gd name="connsiteY4" fmla="*/ 3706984 h 6155419"/>
              <a:gd name="connsiteX5" fmla="*/ 7264 w 4068422"/>
              <a:gd name="connsiteY5" fmla="*/ 15728 h 6155419"/>
              <a:gd name="connsiteX0" fmla="*/ 7264 w 4069425"/>
              <a:gd name="connsiteY0" fmla="*/ 15728 h 6155419"/>
              <a:gd name="connsiteX1" fmla="*/ 4068912 w 4069425"/>
              <a:gd name="connsiteY1" fmla="*/ 0 h 6155419"/>
              <a:gd name="connsiteX2" fmla="*/ 4068422 w 4069425"/>
              <a:gd name="connsiteY2" fmla="*/ 6153477 h 6155419"/>
              <a:gd name="connsiteX3" fmla="*/ 1716536 w 4069425"/>
              <a:gd name="connsiteY3" fmla="*/ 6155419 h 6155419"/>
              <a:gd name="connsiteX4" fmla="*/ 120 w 4069425"/>
              <a:gd name="connsiteY4" fmla="*/ 3706984 h 6155419"/>
              <a:gd name="connsiteX5" fmla="*/ 7264 w 4069425"/>
              <a:gd name="connsiteY5" fmla="*/ 15728 h 6155419"/>
              <a:gd name="connsiteX0" fmla="*/ 3023 w 4069425"/>
              <a:gd name="connsiteY0" fmla="*/ 4334 h 6155419"/>
              <a:gd name="connsiteX1" fmla="*/ 4068912 w 4069425"/>
              <a:gd name="connsiteY1" fmla="*/ 0 h 6155419"/>
              <a:gd name="connsiteX2" fmla="*/ 4068422 w 4069425"/>
              <a:gd name="connsiteY2" fmla="*/ 6153477 h 6155419"/>
              <a:gd name="connsiteX3" fmla="*/ 1716536 w 4069425"/>
              <a:gd name="connsiteY3" fmla="*/ 6155419 h 6155419"/>
              <a:gd name="connsiteX4" fmla="*/ 120 w 4069425"/>
              <a:gd name="connsiteY4" fmla="*/ 3706984 h 6155419"/>
              <a:gd name="connsiteX5" fmla="*/ 3023 w 4069425"/>
              <a:gd name="connsiteY5" fmla="*/ 4334 h 6155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9425" h="6155419">
                <a:moveTo>
                  <a:pt x="3023" y="4334"/>
                </a:moveTo>
                <a:lnTo>
                  <a:pt x="4068912" y="0"/>
                </a:lnTo>
                <a:cubicBezTo>
                  <a:pt x="4070869" y="1865237"/>
                  <a:pt x="4066465" y="4288240"/>
                  <a:pt x="4068422" y="6153477"/>
                </a:cubicBezTo>
                <a:lnTo>
                  <a:pt x="1716536" y="6155419"/>
                </a:lnTo>
                <a:cubicBezTo>
                  <a:pt x="687422" y="5845287"/>
                  <a:pt x="-10492" y="4560655"/>
                  <a:pt x="120" y="3706984"/>
                </a:cubicBezTo>
                <a:cubicBezTo>
                  <a:pt x="2112" y="2503721"/>
                  <a:pt x="1031" y="1207597"/>
                  <a:pt x="3023" y="4334"/>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3" name="Footer Placeholder 2">
            <a:extLst>
              <a:ext uri="{FF2B5EF4-FFF2-40B4-BE49-F238E27FC236}">
                <a16:creationId xmlns:a16="http://schemas.microsoft.com/office/drawing/2014/main" id="{BE05E8E5-FC3F-4B02-8560-314161E65934}"/>
              </a:ext>
            </a:extLst>
          </p:cNvPr>
          <p:cNvSpPr>
            <a:spLocks noGrp="1"/>
          </p:cNvSpPr>
          <p:nvPr>
            <p:ph type="ftr" sz="quarter" idx="10"/>
          </p:nvPr>
        </p:nvSpPr>
        <p:spPr>
          <a:xfrm>
            <a:off x="695326" y="6519171"/>
            <a:ext cx="3360109" cy="240219"/>
          </a:xfrm>
          <a:prstGeom prst="rect">
            <a:avLst/>
          </a:prstGeom>
        </p:spPr>
        <p:txBody>
          <a:bodyPr/>
          <a:lstStyle>
            <a:lvl1pPr>
              <a:defRPr b="0">
                <a:solidFill>
                  <a:schemeClr val="bg1"/>
                </a:solidFill>
              </a:defRPr>
            </a:lvl1pPr>
          </a:lstStyle>
          <a:p>
            <a:r>
              <a:rPr lang="en-AU"/>
              <a:t>SLAT7806 Research Methods</a:t>
            </a:r>
            <a:endParaRPr lang="en-AU" dirty="0"/>
          </a:p>
        </p:txBody>
      </p:sp>
      <p:sp>
        <p:nvSpPr>
          <p:cNvPr id="4" name="Slide Number Placeholder 3">
            <a:extLst>
              <a:ext uri="{FF2B5EF4-FFF2-40B4-BE49-F238E27FC236}">
                <a16:creationId xmlns:a16="http://schemas.microsoft.com/office/drawing/2014/main" id="{5B783E44-C534-44A2-8F6E-F9372FE5C6E2}"/>
              </a:ext>
            </a:extLst>
          </p:cNvPr>
          <p:cNvSpPr>
            <a:spLocks noGrp="1"/>
          </p:cNvSpPr>
          <p:nvPr>
            <p:ph type="sldNum" sz="quarter" idx="11"/>
          </p:nvPr>
        </p:nvSpPr>
        <p:spPr/>
        <p:txBody>
          <a:bodyPr/>
          <a:lstStyle/>
          <a:p>
            <a:fld id="{E917DE0E-AFB1-41FD-BC35-27DB61CA125F}" type="slidenum">
              <a:rPr lang="en-AU" smtClean="0"/>
              <a:pPr/>
              <a:t>‹#›</a:t>
            </a:fld>
            <a:endParaRPr lang="en-AU"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bg1"/>
                </a:solidFill>
              </a:defRPr>
            </a:lvl1pPr>
          </a:lstStyle>
          <a:p>
            <a:pPr lvl="0"/>
            <a:r>
              <a:rPr lang="en-US" dirty="0"/>
              <a:t>#[Hashtag text]</a:t>
            </a:r>
          </a:p>
        </p:txBody>
      </p:sp>
      <p:sp>
        <p:nvSpPr>
          <p:cNvPr id="10" name="Text Placeholder 5">
            <a:extLst>
              <a:ext uri="{FF2B5EF4-FFF2-40B4-BE49-F238E27FC236}">
                <a16:creationId xmlns:a16="http://schemas.microsoft.com/office/drawing/2014/main" id="{D06BD81E-48A0-488B-B875-7D993A64CC4D}"/>
              </a:ext>
            </a:extLst>
          </p:cNvPr>
          <p:cNvSpPr>
            <a:spLocks noGrp="1"/>
          </p:cNvSpPr>
          <p:nvPr>
            <p:ph type="body" sz="quarter" idx="13"/>
          </p:nvPr>
        </p:nvSpPr>
        <p:spPr>
          <a:xfrm>
            <a:off x="695325" y="1700213"/>
            <a:ext cx="5208587" cy="4598075"/>
          </a:xfrm>
          <a:prstGeom prst="rect">
            <a:avLst/>
          </a:prstGeom>
        </p:spPr>
        <p:txBody>
          <a:bodyPr/>
          <a:lstStyle>
            <a:lvl1pPr>
              <a:buNone/>
              <a:defRPr lang="en-US" dirty="0">
                <a:solidFill>
                  <a:schemeClr val="bg1"/>
                </a:solidFill>
              </a:defRPr>
            </a:lvl1pPr>
            <a:lvl2pPr>
              <a:buClr>
                <a:schemeClr val="bg1"/>
              </a:buClr>
              <a:defRPr lang="en-US" dirty="0">
                <a:solidFill>
                  <a:schemeClr val="bg1"/>
                </a:solidFill>
              </a:defRPr>
            </a:lvl2pPr>
            <a:lvl3pPr>
              <a:buClr>
                <a:schemeClr val="bg1"/>
              </a:buClr>
              <a:defRPr lang="en-US" dirty="0">
                <a:solidFill>
                  <a:schemeClr val="bg1"/>
                </a:solidFill>
              </a:defRPr>
            </a:lvl3pPr>
            <a:lvl4pPr>
              <a:defRPr lang="en-US" dirty="0">
                <a:solidFill>
                  <a:schemeClr val="bg1"/>
                </a:solidFill>
              </a:defRPr>
            </a:lvl4pPr>
            <a:lvl5pPr>
              <a:defRPr lang="en-US" dirty="0">
                <a:solidFill>
                  <a:schemeClr val="bg1"/>
                </a:solidFill>
              </a:defRPr>
            </a:lvl5pPr>
            <a:lvl6pPr>
              <a:defRPr lang="en-AU" dirty="0">
                <a:solidFill>
                  <a:schemeClr val="bg1"/>
                </a:solidFill>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4" name="TextBox 13">
            <a:extLst>
              <a:ext uri="{FF2B5EF4-FFF2-40B4-BE49-F238E27FC236}">
                <a16:creationId xmlns:a16="http://schemas.microsoft.com/office/drawing/2014/main" id="{54B152F0-B857-4837-AD26-E55058B68A12}"/>
              </a:ext>
            </a:extLst>
          </p:cNvPr>
          <p:cNvSpPr txBox="1"/>
          <p:nvPr userDrawn="1"/>
        </p:nvSpPr>
        <p:spPr>
          <a:xfrm>
            <a:off x="1" y="-1053499"/>
            <a:ext cx="7632171" cy="954107"/>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‘change ‘Solid fill’ to a </a:t>
            </a:r>
            <a:r>
              <a:rPr lang="en-US" sz="1400" dirty="0" err="1">
                <a:solidFill>
                  <a:schemeClr val="bg1"/>
                </a:solidFill>
              </a:rPr>
              <a:t>colour</a:t>
            </a:r>
            <a:r>
              <a:rPr lang="en-US" sz="1400" dirty="0">
                <a:solidFill>
                  <a:schemeClr val="bg1"/>
                </a:solidFill>
              </a:rPr>
              <a:t> from the palette</a:t>
            </a:r>
            <a:endParaRPr lang="en-AU" sz="1400" dirty="0">
              <a:solidFill>
                <a:schemeClr val="bg1"/>
              </a:solidFill>
            </a:endParaRPr>
          </a:p>
        </p:txBody>
      </p:sp>
      <p:sp>
        <p:nvSpPr>
          <p:cNvPr id="13" name="Title 1">
            <a:extLst>
              <a:ext uri="{FF2B5EF4-FFF2-40B4-BE49-F238E27FC236}">
                <a16:creationId xmlns:a16="http://schemas.microsoft.com/office/drawing/2014/main" id="{407296C6-F9EC-4B3A-9119-76D6C67094A9}"/>
              </a:ext>
            </a:extLst>
          </p:cNvPr>
          <p:cNvSpPr>
            <a:spLocks noGrp="1"/>
          </p:cNvSpPr>
          <p:nvPr>
            <p:ph type="title"/>
          </p:nvPr>
        </p:nvSpPr>
        <p:spPr>
          <a:xfrm>
            <a:off x="695326" y="1052736"/>
            <a:ext cx="5208586" cy="468000"/>
          </a:xfrm>
        </p:spPr>
        <p:txBody>
          <a:bodyPr anchor="t"/>
          <a:lstStyle>
            <a:lvl1pPr>
              <a:defRPr>
                <a:solidFill>
                  <a:schemeClr val="bg1"/>
                </a:solidFill>
              </a:defRPr>
            </a:lvl1pPr>
          </a:lstStyle>
          <a:p>
            <a:r>
              <a:rPr lang="en-US"/>
              <a:t>Click to edit Master title style</a:t>
            </a:r>
            <a:endParaRPr lang="en-AU" dirty="0"/>
          </a:p>
        </p:txBody>
      </p:sp>
    </p:spTree>
    <p:extLst>
      <p:ext uri="{BB962C8B-B14F-4D97-AF65-F5344CB8AC3E}">
        <p14:creationId xmlns:p14="http://schemas.microsoft.com/office/powerpoint/2010/main" val="23333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with Image One Third Alt">
    <p:bg>
      <p:bgPr>
        <a:solidFill>
          <a:schemeClr val="accent1"/>
        </a:solidFill>
        <a:effectLst/>
      </p:bgPr>
    </p:bg>
    <p:spTree>
      <p:nvGrpSpPr>
        <p:cNvPr id="1" name=""/>
        <p:cNvGrpSpPr/>
        <p:nvPr/>
      </p:nvGrpSpPr>
      <p:grpSpPr>
        <a:xfrm>
          <a:off x="0" y="0"/>
          <a:ext cx="0" cy="0"/>
          <a:chOff x="0" y="0"/>
          <a:chExt cx="0" cy="0"/>
        </a:xfrm>
      </p:grpSpPr>
      <p:sp>
        <p:nvSpPr>
          <p:cNvPr id="13" name="Text Placeholder 16">
            <a:extLst>
              <a:ext uri="{FF2B5EF4-FFF2-40B4-BE49-F238E27FC236}">
                <a16:creationId xmlns:a16="http://schemas.microsoft.com/office/drawing/2014/main" id="{B4FA68DC-FEFE-4790-B4A5-75AF5CDBE1D5}"/>
              </a:ext>
            </a:extLst>
          </p:cNvPr>
          <p:cNvSpPr>
            <a:spLocks noGrp="1"/>
          </p:cNvSpPr>
          <p:nvPr>
            <p:ph type="body" sz="quarter" idx="22" hasCustomPrompt="1"/>
          </p:nvPr>
        </p:nvSpPr>
        <p:spPr bwMode="invGray">
          <a:xfrm>
            <a:off x="0" y="0"/>
            <a:ext cx="10704513" cy="6869113"/>
          </a:xfrm>
          <a:solidFill>
            <a:schemeClr val="accent1"/>
          </a:solidFill>
        </p:spPr>
        <p:txBody>
          <a:bodyPr>
            <a:normAutofit/>
          </a:bodyPr>
          <a:lstStyle>
            <a:lvl1pPr>
              <a:defRPr sz="100">
                <a:solidFill>
                  <a:schemeClr val="accent1"/>
                </a:solidFill>
              </a:defRPr>
            </a:lvl1pPr>
          </a:lstStyle>
          <a:p>
            <a:pPr lvl="0"/>
            <a:r>
              <a:rPr lang="en-AU" dirty="0"/>
              <a:t> </a:t>
            </a:r>
          </a:p>
        </p:txBody>
      </p:sp>
      <p:sp>
        <p:nvSpPr>
          <p:cNvPr id="15" name="TextBox 14">
            <a:extLst>
              <a:ext uri="{FF2B5EF4-FFF2-40B4-BE49-F238E27FC236}">
                <a16:creationId xmlns:a16="http://schemas.microsoft.com/office/drawing/2014/main" id="{52BEE3ED-5C13-4151-AFC4-04F14BD9ECA3}"/>
              </a:ext>
            </a:extLst>
          </p:cNvPr>
          <p:cNvSpPr txBox="1"/>
          <p:nvPr userDrawn="1"/>
        </p:nvSpPr>
        <p:spPr>
          <a:xfrm>
            <a:off x="1" y="-622612"/>
            <a:ext cx="7632171" cy="523220"/>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Clicking along the edge of purple container and change the shape fill colour.</a:t>
            </a:r>
          </a:p>
        </p:txBody>
      </p:sp>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8108851" y="-8784"/>
            <a:ext cx="4083149" cy="6868620"/>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0093"/>
              <a:gd name="connsiteY0" fmla="*/ 0 h 5592752"/>
              <a:gd name="connsiteX1" fmla="*/ 2714232 w 4070093"/>
              <a:gd name="connsiteY1" fmla="*/ 3644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2714242"/>
              <a:gd name="connsiteY0" fmla="*/ 0 h 5592752"/>
              <a:gd name="connsiteX1" fmla="*/ 2714232 w 2714242"/>
              <a:gd name="connsiteY1" fmla="*/ 3644 h 5592752"/>
              <a:gd name="connsiteX2" fmla="*/ 2455391 w 2714242"/>
              <a:gd name="connsiteY2" fmla="*/ 5590810 h 5592752"/>
              <a:gd name="connsiteX3" fmla="*/ 1718207 w 2714242"/>
              <a:gd name="connsiteY3" fmla="*/ 5592752 h 5592752"/>
              <a:gd name="connsiteX4" fmla="*/ 1791 w 2714242"/>
              <a:gd name="connsiteY4" fmla="*/ 3144317 h 5592752"/>
              <a:gd name="connsiteX5" fmla="*/ 454 w 2714242"/>
              <a:gd name="connsiteY5" fmla="*/ 0 h 5592752"/>
              <a:gd name="connsiteX0" fmla="*/ 454 w 2714778"/>
              <a:gd name="connsiteY0" fmla="*/ 0 h 5596508"/>
              <a:gd name="connsiteX1" fmla="*/ 2714232 w 2714778"/>
              <a:gd name="connsiteY1" fmla="*/ 3644 h 5596508"/>
              <a:gd name="connsiteX2" fmla="*/ 2714070 w 2714778"/>
              <a:gd name="connsiteY2" fmla="*/ 5596508 h 5596508"/>
              <a:gd name="connsiteX3" fmla="*/ 1718207 w 2714778"/>
              <a:gd name="connsiteY3" fmla="*/ 5592752 h 5596508"/>
              <a:gd name="connsiteX4" fmla="*/ 1791 w 2714778"/>
              <a:gd name="connsiteY4" fmla="*/ 3144317 h 5596508"/>
              <a:gd name="connsiteX5" fmla="*/ 454 w 2714778"/>
              <a:gd name="connsiteY5" fmla="*/ 0 h 5596508"/>
              <a:gd name="connsiteX0" fmla="*/ 454 w 2714070"/>
              <a:gd name="connsiteY0" fmla="*/ 0 h 5596508"/>
              <a:gd name="connsiteX1" fmla="*/ 2709992 w 2714070"/>
              <a:gd name="connsiteY1" fmla="*/ 3644 h 5596508"/>
              <a:gd name="connsiteX2" fmla="*/ 2714070 w 2714070"/>
              <a:gd name="connsiteY2" fmla="*/ 5596508 h 5596508"/>
              <a:gd name="connsiteX3" fmla="*/ 1718207 w 2714070"/>
              <a:gd name="connsiteY3" fmla="*/ 5592752 h 5596508"/>
              <a:gd name="connsiteX4" fmla="*/ 1791 w 2714070"/>
              <a:gd name="connsiteY4" fmla="*/ 3144317 h 5596508"/>
              <a:gd name="connsiteX5" fmla="*/ 454 w 2714070"/>
              <a:gd name="connsiteY5" fmla="*/ 0 h 5596508"/>
              <a:gd name="connsiteX0" fmla="*/ 454 w 2714779"/>
              <a:gd name="connsiteY0" fmla="*/ 2054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2054 h 5598562"/>
              <a:gd name="connsiteX0" fmla="*/ 454 w 2714779"/>
              <a:gd name="connsiteY0" fmla="*/ 7751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7751 h 5598562"/>
              <a:gd name="connsiteX0" fmla="*/ 454 w 2714070"/>
              <a:gd name="connsiteY0" fmla="*/ 571782 h 6162593"/>
              <a:gd name="connsiteX1" fmla="*/ 2707872 w 2714070"/>
              <a:gd name="connsiteY1" fmla="*/ 0 h 6162593"/>
              <a:gd name="connsiteX2" fmla="*/ 2714070 w 2714070"/>
              <a:gd name="connsiteY2" fmla="*/ 6162593 h 6162593"/>
              <a:gd name="connsiteX3" fmla="*/ 1718207 w 2714070"/>
              <a:gd name="connsiteY3" fmla="*/ 6158837 h 6162593"/>
              <a:gd name="connsiteX4" fmla="*/ 1791 w 2714070"/>
              <a:gd name="connsiteY4" fmla="*/ 3710402 h 6162593"/>
              <a:gd name="connsiteX5" fmla="*/ 454 w 2714070"/>
              <a:gd name="connsiteY5" fmla="*/ 571782 h 6162593"/>
              <a:gd name="connsiteX0" fmla="*/ 454 w 2714070"/>
              <a:gd name="connsiteY0" fmla="*/ 7751 h 6162593"/>
              <a:gd name="connsiteX1" fmla="*/ 2707872 w 2714070"/>
              <a:gd name="connsiteY1" fmla="*/ 0 h 6162593"/>
              <a:gd name="connsiteX2" fmla="*/ 2714070 w 2714070"/>
              <a:gd name="connsiteY2" fmla="*/ 6162593 h 6162593"/>
              <a:gd name="connsiteX3" fmla="*/ 1718207 w 2714070"/>
              <a:gd name="connsiteY3" fmla="*/ 6158837 h 6162593"/>
              <a:gd name="connsiteX4" fmla="*/ 1791 w 2714070"/>
              <a:gd name="connsiteY4" fmla="*/ 3710402 h 6162593"/>
              <a:gd name="connsiteX5" fmla="*/ 454 w 2714070"/>
              <a:gd name="connsiteY5" fmla="*/ 7751 h 6162593"/>
              <a:gd name="connsiteX0" fmla="*/ 454 w 2720839"/>
              <a:gd name="connsiteY0" fmla="*/ 7751 h 6162593"/>
              <a:gd name="connsiteX1" fmla="*/ 2720594 w 2720839"/>
              <a:gd name="connsiteY1" fmla="*/ 0 h 6162593"/>
              <a:gd name="connsiteX2" fmla="*/ 2714070 w 2720839"/>
              <a:gd name="connsiteY2" fmla="*/ 6162593 h 6162593"/>
              <a:gd name="connsiteX3" fmla="*/ 1718207 w 2720839"/>
              <a:gd name="connsiteY3" fmla="*/ 6158837 h 6162593"/>
              <a:gd name="connsiteX4" fmla="*/ 1791 w 2720839"/>
              <a:gd name="connsiteY4" fmla="*/ 3710402 h 6162593"/>
              <a:gd name="connsiteX5" fmla="*/ 454 w 2720839"/>
              <a:gd name="connsiteY5" fmla="*/ 7751 h 6162593"/>
              <a:gd name="connsiteX0" fmla="*/ 454 w 2726792"/>
              <a:gd name="connsiteY0" fmla="*/ 7751 h 6162593"/>
              <a:gd name="connsiteX1" fmla="*/ 2720594 w 2726792"/>
              <a:gd name="connsiteY1" fmla="*/ 0 h 6162593"/>
              <a:gd name="connsiteX2" fmla="*/ 2726792 w 2726792"/>
              <a:gd name="connsiteY2" fmla="*/ 6162593 h 6162593"/>
              <a:gd name="connsiteX3" fmla="*/ 1718207 w 2726792"/>
              <a:gd name="connsiteY3" fmla="*/ 6158837 h 6162593"/>
              <a:gd name="connsiteX4" fmla="*/ 1791 w 2726792"/>
              <a:gd name="connsiteY4" fmla="*/ 3710402 h 6162593"/>
              <a:gd name="connsiteX5" fmla="*/ 454 w 2726792"/>
              <a:gd name="connsiteY5" fmla="*/ 7751 h 6162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6792" h="6162593">
                <a:moveTo>
                  <a:pt x="454" y="7751"/>
                </a:moveTo>
                <a:lnTo>
                  <a:pt x="2720594" y="0"/>
                </a:lnTo>
                <a:cubicBezTo>
                  <a:pt x="2722551" y="1865237"/>
                  <a:pt x="2724835" y="4297356"/>
                  <a:pt x="2726792" y="6162593"/>
                </a:cubicBezTo>
                <a:lnTo>
                  <a:pt x="1718207" y="6158837"/>
                </a:lnTo>
                <a:cubicBezTo>
                  <a:pt x="689093" y="5848705"/>
                  <a:pt x="-8821" y="4564073"/>
                  <a:pt x="1791" y="3710402"/>
                </a:cubicBezTo>
                <a:cubicBezTo>
                  <a:pt x="3783" y="2507139"/>
                  <a:pt x="-1538" y="1211014"/>
                  <a:pt x="454" y="7751"/>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bwMode="white">
          <a:xfrm>
            <a:off x="4400550" y="6524625"/>
            <a:ext cx="3384667" cy="241300"/>
          </a:xfrm>
        </p:spPr>
        <p:txBody>
          <a:bodyPr anchor="ctr">
            <a:normAutofit/>
          </a:bodyPr>
          <a:lstStyle>
            <a:lvl1pPr algn="ctr">
              <a:defRPr sz="1000" b="1">
                <a:solidFill>
                  <a:schemeClr val="bg1"/>
                </a:solidFill>
              </a:defRPr>
            </a:lvl1pPr>
          </a:lstStyle>
          <a:p>
            <a:pPr lvl="0"/>
            <a:r>
              <a:rPr lang="en-US" dirty="0"/>
              <a:t>#[Hashtag text]</a:t>
            </a:r>
          </a:p>
        </p:txBody>
      </p:sp>
      <p:sp>
        <p:nvSpPr>
          <p:cNvPr id="10" name="Text Placeholder 5">
            <a:extLst>
              <a:ext uri="{FF2B5EF4-FFF2-40B4-BE49-F238E27FC236}">
                <a16:creationId xmlns:a16="http://schemas.microsoft.com/office/drawing/2014/main" id="{468C9D50-7928-4CA0-BFA2-1AB0032BF14E}"/>
              </a:ext>
            </a:extLst>
          </p:cNvPr>
          <p:cNvSpPr>
            <a:spLocks noGrp="1"/>
          </p:cNvSpPr>
          <p:nvPr>
            <p:ph type="body" sz="quarter" idx="13"/>
          </p:nvPr>
        </p:nvSpPr>
        <p:spPr bwMode="white">
          <a:xfrm>
            <a:off x="695325" y="1700213"/>
            <a:ext cx="7089891" cy="4598075"/>
          </a:xfrm>
          <a:prstGeom prst="rect">
            <a:avLst/>
          </a:prstGeom>
        </p:spPr>
        <p:txBody>
          <a:bodyPr/>
          <a:lstStyle>
            <a:lvl1pPr>
              <a:buNone/>
              <a:defRPr lang="en-US" dirty="0">
                <a:solidFill>
                  <a:schemeClr val="bg1"/>
                </a:solidFill>
              </a:defRPr>
            </a:lvl1pPr>
            <a:lvl2pPr>
              <a:buClr>
                <a:schemeClr val="bg1"/>
              </a:buClr>
              <a:defRPr lang="en-US" dirty="0">
                <a:solidFill>
                  <a:schemeClr val="bg1"/>
                </a:solidFill>
              </a:defRPr>
            </a:lvl2pPr>
            <a:lvl3pPr>
              <a:buClr>
                <a:schemeClr val="bg1"/>
              </a:buClr>
              <a:defRPr lang="en-US" dirty="0">
                <a:solidFill>
                  <a:schemeClr val="bg1"/>
                </a:solidFill>
              </a:defRPr>
            </a:lvl3pPr>
            <a:lvl4pPr>
              <a:defRPr lang="en-US" dirty="0">
                <a:solidFill>
                  <a:schemeClr val="bg1"/>
                </a:solidFill>
              </a:defRPr>
            </a:lvl4pPr>
            <a:lvl5pPr>
              <a:defRPr lang="en-US" dirty="0">
                <a:solidFill>
                  <a:schemeClr val="bg1"/>
                </a:solidFill>
              </a:defRPr>
            </a:lvl5pPr>
            <a:lvl6pPr>
              <a:defRPr lang="en-AU" dirty="0">
                <a:solidFill>
                  <a:schemeClr val="bg1"/>
                </a:solidFill>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1">
            <a:extLst>
              <a:ext uri="{FF2B5EF4-FFF2-40B4-BE49-F238E27FC236}">
                <a16:creationId xmlns:a16="http://schemas.microsoft.com/office/drawing/2014/main" id="{2AF87536-1667-4319-A130-CF6578DB2C85}"/>
              </a:ext>
            </a:extLst>
          </p:cNvPr>
          <p:cNvSpPr>
            <a:spLocks noGrp="1"/>
          </p:cNvSpPr>
          <p:nvPr>
            <p:ph type="title"/>
          </p:nvPr>
        </p:nvSpPr>
        <p:spPr bwMode="white">
          <a:xfrm>
            <a:off x="695326" y="1052736"/>
            <a:ext cx="7096124" cy="469056"/>
          </a:xfrm>
        </p:spPr>
        <p:txBody>
          <a:bodyPr/>
          <a:lstStyle>
            <a:lvl1pPr>
              <a:defRPr>
                <a:solidFill>
                  <a:schemeClr val="bg1"/>
                </a:solidFill>
              </a:defRPr>
            </a:lvl1pPr>
          </a:lstStyle>
          <a:p>
            <a:r>
              <a:rPr lang="en-US" dirty="0"/>
              <a:t>Click to edit Master title style</a:t>
            </a:r>
            <a:endParaRPr lang="en-AU" dirty="0"/>
          </a:p>
        </p:txBody>
      </p:sp>
      <p:sp>
        <p:nvSpPr>
          <p:cNvPr id="7" name="Footer Placeholder 6">
            <a:extLst>
              <a:ext uri="{FF2B5EF4-FFF2-40B4-BE49-F238E27FC236}">
                <a16:creationId xmlns:a16="http://schemas.microsoft.com/office/drawing/2014/main" id="{68508C9E-FE7C-44AA-84C7-0471A04346C4}"/>
              </a:ext>
            </a:extLst>
          </p:cNvPr>
          <p:cNvSpPr>
            <a:spLocks noGrp="1"/>
          </p:cNvSpPr>
          <p:nvPr>
            <p:ph type="ftr" sz="quarter" idx="20"/>
          </p:nvPr>
        </p:nvSpPr>
        <p:spPr bwMode="white">
          <a:xfrm>
            <a:off x="695326" y="6519171"/>
            <a:ext cx="3360109" cy="240219"/>
          </a:xfrm>
          <a:prstGeom prst="rect">
            <a:avLst/>
          </a:prstGeom>
        </p:spPr>
        <p:txBody>
          <a:bodyPr/>
          <a:lstStyle>
            <a:lvl1pPr>
              <a:defRPr>
                <a:solidFill>
                  <a:schemeClr val="bg1"/>
                </a:solidFill>
              </a:defRPr>
            </a:lvl1p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F52737AE-AB1C-425B-82B5-B5D4E1208032}"/>
              </a:ext>
            </a:extLst>
          </p:cNvPr>
          <p:cNvSpPr>
            <a:spLocks noGrp="1"/>
          </p:cNvSpPr>
          <p:nvPr>
            <p:ph type="sldNum" sz="quarter" idx="2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777427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with 4 Image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7049" y="630978"/>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6" name="Text Placeholder 5">
            <a:extLst>
              <a:ext uri="{FF2B5EF4-FFF2-40B4-BE49-F238E27FC236}">
                <a16:creationId xmlns:a16="http://schemas.microsoft.com/office/drawing/2014/main" id="{05B945E3-14E3-4804-9C19-FEC6CFB9A20D}"/>
              </a:ext>
            </a:extLst>
          </p:cNvPr>
          <p:cNvSpPr>
            <a:spLocks noGrp="1"/>
          </p:cNvSpPr>
          <p:nvPr>
            <p:ph type="body" sz="quarter" idx="13"/>
          </p:nvPr>
        </p:nvSpPr>
        <p:spPr>
          <a:xfrm>
            <a:off x="695326" y="2204864"/>
            <a:ext cx="3384000" cy="4093424"/>
          </a:xfrm>
          <a:prstGeom prst="rect">
            <a:avLst/>
          </a:prstGeom>
        </p:spPr>
        <p:txBody>
          <a:bodyPr/>
          <a:lstStyle>
            <a:lvl1pPr>
              <a:buNone/>
              <a:defRPr lang="en-US" dirty="0"/>
            </a:lvl1pPr>
            <a:lvl2pPr>
              <a:defRPr lang="en-US" dirty="0"/>
            </a:lvl2pPr>
            <a:lvl3pPr>
              <a:defRPr lang="en-US" dirty="0"/>
            </a:lvl3pPr>
            <a:lvl4pPr>
              <a:defRPr lang="en-US" dirty="0"/>
            </a:lvl4pPr>
            <a:lvl5pPr>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5">
            <a:extLst>
              <a:ext uri="{FF2B5EF4-FFF2-40B4-BE49-F238E27FC236}">
                <a16:creationId xmlns:a16="http://schemas.microsoft.com/office/drawing/2014/main" id="{DA8ABAA8-126B-459D-B960-B85E22F49DF4}"/>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Picture Placeholder 9">
            <a:extLst>
              <a:ext uri="{FF2B5EF4-FFF2-40B4-BE49-F238E27FC236}">
                <a16:creationId xmlns:a16="http://schemas.microsoft.com/office/drawing/2014/main" id="{86B950FF-5CC1-4A3A-ABA9-ADF58494DD0A}"/>
              </a:ext>
            </a:extLst>
          </p:cNvPr>
          <p:cNvSpPr>
            <a:spLocks noGrp="1"/>
          </p:cNvSpPr>
          <p:nvPr>
            <p:ph type="pic" sz="quarter" idx="16" hasCustomPrompt="1"/>
          </p:nvPr>
        </p:nvSpPr>
        <p:spPr>
          <a:xfrm>
            <a:off x="4407049" y="3485752"/>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1" name="Picture Placeholder 9">
            <a:extLst>
              <a:ext uri="{FF2B5EF4-FFF2-40B4-BE49-F238E27FC236}">
                <a16:creationId xmlns:a16="http://schemas.microsoft.com/office/drawing/2014/main" id="{BA2B0415-0383-4B33-9E29-9ADFC2A05427}"/>
              </a:ext>
            </a:extLst>
          </p:cNvPr>
          <p:cNvSpPr>
            <a:spLocks noGrp="1"/>
          </p:cNvSpPr>
          <p:nvPr>
            <p:ph type="pic" sz="quarter" idx="17" hasCustomPrompt="1"/>
          </p:nvPr>
        </p:nvSpPr>
        <p:spPr>
          <a:xfrm>
            <a:off x="8304000" y="630978"/>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3" name="Picture Placeholder 9">
            <a:extLst>
              <a:ext uri="{FF2B5EF4-FFF2-40B4-BE49-F238E27FC236}">
                <a16:creationId xmlns:a16="http://schemas.microsoft.com/office/drawing/2014/main" id="{4966C236-904D-498D-801E-8C4057C0A034}"/>
              </a:ext>
            </a:extLst>
          </p:cNvPr>
          <p:cNvSpPr>
            <a:spLocks noGrp="1"/>
          </p:cNvSpPr>
          <p:nvPr>
            <p:ph type="pic" sz="quarter" idx="18" hasCustomPrompt="1"/>
          </p:nvPr>
        </p:nvSpPr>
        <p:spPr>
          <a:xfrm>
            <a:off x="8304000" y="3485752"/>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4" name="Rectangle 13">
            <a:extLst>
              <a:ext uri="{FF2B5EF4-FFF2-40B4-BE49-F238E27FC236}">
                <a16:creationId xmlns:a16="http://schemas.microsoft.com/office/drawing/2014/main" id="{377D8A62-4A58-4C23-B0E5-AEF193611E4D}"/>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6" name="Picture 15">
            <a:extLst>
              <a:ext uri="{FF2B5EF4-FFF2-40B4-BE49-F238E27FC236}">
                <a16:creationId xmlns:a16="http://schemas.microsoft.com/office/drawing/2014/main" id="{EDEB74D7-CB6B-47FE-A2A8-7AE5F1DED986}"/>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5" name="Title 1">
            <a:extLst>
              <a:ext uri="{FF2B5EF4-FFF2-40B4-BE49-F238E27FC236}">
                <a16:creationId xmlns:a16="http://schemas.microsoft.com/office/drawing/2014/main" id="{E061BA70-9BEA-4AF5-8B24-03EBB3F28710}"/>
              </a:ext>
            </a:extLst>
          </p:cNvPr>
          <p:cNvSpPr>
            <a:spLocks noGrp="1"/>
          </p:cNvSpPr>
          <p:nvPr>
            <p:ph type="title"/>
          </p:nvPr>
        </p:nvSpPr>
        <p:spPr>
          <a:xfrm>
            <a:off x="695326" y="1052736"/>
            <a:ext cx="3384549" cy="1008112"/>
          </a:xfrm>
        </p:spPr>
        <p:txBody>
          <a:bodyPr anchor="t"/>
          <a:lstStyle/>
          <a:p>
            <a:r>
              <a:rPr lang="en-US"/>
              <a:t>Click to edit Master title style</a:t>
            </a:r>
            <a:endParaRPr lang="en-AU" dirty="0"/>
          </a:p>
        </p:txBody>
      </p:sp>
      <p:sp>
        <p:nvSpPr>
          <p:cNvPr id="7" name="Footer Placeholder 6">
            <a:extLst>
              <a:ext uri="{FF2B5EF4-FFF2-40B4-BE49-F238E27FC236}">
                <a16:creationId xmlns:a16="http://schemas.microsoft.com/office/drawing/2014/main" id="{AF4FF51F-8DC8-4E19-BB72-27E7B862578F}"/>
              </a:ext>
            </a:extLst>
          </p:cNvPr>
          <p:cNvSpPr>
            <a:spLocks noGrp="1"/>
          </p:cNvSpPr>
          <p:nvPr>
            <p:ph type="ftr" sz="quarter" idx="20"/>
          </p:nvPr>
        </p:nvSpPr>
        <p:spPr>
          <a:xfrm>
            <a:off x="695326" y="6519171"/>
            <a:ext cx="3360109" cy="240219"/>
          </a:xfrm>
          <a:prstGeom prst="rect">
            <a:avLst/>
          </a:prstGeom>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21CA045B-79DD-4F1E-A5D5-56CC7F67455E}"/>
              </a:ext>
            </a:extLst>
          </p:cNvPr>
          <p:cNvSpPr>
            <a:spLocks noGrp="1"/>
          </p:cNvSpPr>
          <p:nvPr>
            <p:ph type="sldNum" sz="quarter" idx="2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373846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ree Column Text &amp; Image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B44D1A49-1FEC-4FD2-B560-402C9B2E281A}"/>
              </a:ext>
            </a:extLst>
          </p:cNvPr>
          <p:cNvSpPr>
            <a:spLocks noGrp="1"/>
          </p:cNvSpPr>
          <p:nvPr>
            <p:ph type="pic" sz="quarter" idx="14" hasCustomPrompt="1"/>
          </p:nvPr>
        </p:nvSpPr>
        <p:spPr>
          <a:xfrm>
            <a:off x="695326" y="3447000"/>
            <a:ext cx="3384000" cy="2861725"/>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1" name="Picture Placeholder 8">
            <a:extLst>
              <a:ext uri="{FF2B5EF4-FFF2-40B4-BE49-F238E27FC236}">
                <a16:creationId xmlns:a16="http://schemas.microsoft.com/office/drawing/2014/main" id="{C59B66CF-A807-44F1-A681-793122F8A033}"/>
              </a:ext>
            </a:extLst>
          </p:cNvPr>
          <p:cNvSpPr>
            <a:spLocks noGrp="1"/>
          </p:cNvSpPr>
          <p:nvPr>
            <p:ph type="pic" sz="quarter" idx="16" hasCustomPrompt="1"/>
          </p:nvPr>
        </p:nvSpPr>
        <p:spPr>
          <a:xfrm>
            <a:off x="4409626" y="3447000"/>
            <a:ext cx="3384000" cy="2861725"/>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3" name="Picture Placeholder 8">
            <a:extLst>
              <a:ext uri="{FF2B5EF4-FFF2-40B4-BE49-F238E27FC236}">
                <a16:creationId xmlns:a16="http://schemas.microsoft.com/office/drawing/2014/main" id="{6B4B4A83-90AC-42EA-83C2-FA8462468851}"/>
              </a:ext>
            </a:extLst>
          </p:cNvPr>
          <p:cNvSpPr>
            <a:spLocks noGrp="1"/>
          </p:cNvSpPr>
          <p:nvPr>
            <p:ph type="pic" sz="quarter" idx="18" hasCustomPrompt="1"/>
          </p:nvPr>
        </p:nvSpPr>
        <p:spPr>
          <a:xfrm>
            <a:off x="8112676" y="3446253"/>
            <a:ext cx="3384000" cy="2861725"/>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p:nvPr>
        </p:nvSpPr>
        <p:spPr>
          <a:xfrm>
            <a:off x="695325" y="1700212"/>
            <a:ext cx="3384000" cy="1728787"/>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a:t>Edit Master text styles</a:t>
            </a:r>
          </a:p>
          <a:p>
            <a:pPr lvl="1"/>
            <a:r>
              <a:rPr lang="en-US"/>
              <a:t>Second level</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4409626" y="1700212"/>
            <a:ext cx="3384000" cy="1728787"/>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17" name="Text Placeholder 14">
            <a:extLst>
              <a:ext uri="{FF2B5EF4-FFF2-40B4-BE49-F238E27FC236}">
                <a16:creationId xmlns:a16="http://schemas.microsoft.com/office/drawing/2014/main" id="{564335FC-BD53-4794-8DA5-8FFBAE1F28B6}"/>
              </a:ext>
            </a:extLst>
          </p:cNvPr>
          <p:cNvSpPr>
            <a:spLocks noGrp="1"/>
          </p:cNvSpPr>
          <p:nvPr>
            <p:ph type="body" sz="quarter" idx="21"/>
          </p:nvPr>
        </p:nvSpPr>
        <p:spPr>
          <a:xfrm>
            <a:off x="8112676" y="1700212"/>
            <a:ext cx="3384000" cy="1728787"/>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0" name="Text Placeholder 5">
            <a:extLst>
              <a:ext uri="{FF2B5EF4-FFF2-40B4-BE49-F238E27FC236}">
                <a16:creationId xmlns:a16="http://schemas.microsoft.com/office/drawing/2014/main" id="{0BBC08AD-280F-4174-A0CE-490AAFB979A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4" name="Rectangle 13">
            <a:extLst>
              <a:ext uri="{FF2B5EF4-FFF2-40B4-BE49-F238E27FC236}">
                <a16:creationId xmlns:a16="http://schemas.microsoft.com/office/drawing/2014/main" id="{2DC1E423-DB93-432A-8BB7-4B2613DBF942}"/>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9" name="Picture 18">
            <a:extLst>
              <a:ext uri="{FF2B5EF4-FFF2-40B4-BE49-F238E27FC236}">
                <a16:creationId xmlns:a16="http://schemas.microsoft.com/office/drawing/2014/main" id="{7E590DBB-90A7-43BF-BDD1-CF1C6212FAF1}"/>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C882AF12-58DE-43D7-9E95-F90A1203C4FE}"/>
              </a:ext>
            </a:extLst>
          </p:cNvPr>
          <p:cNvSpPr>
            <a:spLocks noGrp="1"/>
          </p:cNvSpPr>
          <p:nvPr>
            <p:ph type="title"/>
          </p:nvPr>
        </p:nvSpPr>
        <p:spPr/>
        <p:txBody>
          <a:bodyPr/>
          <a:lstStyle/>
          <a:p>
            <a:r>
              <a:rPr lang="en-US"/>
              <a:t>Click to edit Master title style</a:t>
            </a:r>
            <a:endParaRPr lang="en-AU" dirty="0"/>
          </a:p>
        </p:txBody>
      </p:sp>
      <p:sp>
        <p:nvSpPr>
          <p:cNvPr id="7" name="Footer Placeholder 6">
            <a:extLst>
              <a:ext uri="{FF2B5EF4-FFF2-40B4-BE49-F238E27FC236}">
                <a16:creationId xmlns:a16="http://schemas.microsoft.com/office/drawing/2014/main" id="{B91E1143-CBAC-4E3D-95E2-1F1E3980ADDC}"/>
              </a:ext>
            </a:extLst>
          </p:cNvPr>
          <p:cNvSpPr>
            <a:spLocks noGrp="1"/>
          </p:cNvSpPr>
          <p:nvPr>
            <p:ph type="ftr" sz="quarter" idx="23"/>
          </p:nvPr>
        </p:nvSpPr>
        <p:spPr>
          <a:xfrm>
            <a:off x="695326" y="6519171"/>
            <a:ext cx="3360109" cy="240219"/>
          </a:xfrm>
          <a:prstGeom prst="rect">
            <a:avLst/>
          </a:prstGeom>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24035F6F-B1C5-4CB7-9CF1-E5C49956EAC7}"/>
              </a:ext>
            </a:extLst>
          </p:cNvPr>
          <p:cNvSpPr>
            <a:spLocks noGrp="1"/>
          </p:cNvSpPr>
          <p:nvPr>
            <p:ph type="sldNum" sz="quarter" idx="24"/>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1602555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cons &amp; Tex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B44D1A49-1FEC-4FD2-B560-402C9B2E281A}"/>
              </a:ext>
            </a:extLst>
          </p:cNvPr>
          <p:cNvSpPr>
            <a:spLocks noGrp="1"/>
          </p:cNvSpPr>
          <p:nvPr>
            <p:ph type="pic" sz="quarter" idx="14" hasCustomPrompt="1"/>
          </p:nvPr>
        </p:nvSpPr>
        <p:spPr>
          <a:xfrm>
            <a:off x="1691720" y="1700808"/>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hasCustomPrompt="1"/>
          </p:nvPr>
        </p:nvSpPr>
        <p:spPr>
          <a:xfrm>
            <a:off x="719668" y="2996952"/>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719668" y="3271090"/>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0" name="Text Placeholder 5">
            <a:extLst>
              <a:ext uri="{FF2B5EF4-FFF2-40B4-BE49-F238E27FC236}">
                <a16:creationId xmlns:a16="http://schemas.microsoft.com/office/drawing/2014/main" id="{0BBC08AD-280F-4174-A0CE-490AAFB979A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4" name="Picture Placeholder 8">
            <a:extLst>
              <a:ext uri="{FF2B5EF4-FFF2-40B4-BE49-F238E27FC236}">
                <a16:creationId xmlns:a16="http://schemas.microsoft.com/office/drawing/2014/main" id="{49164FB8-D4B8-4D90-B308-464FB278E97B}"/>
              </a:ext>
            </a:extLst>
          </p:cNvPr>
          <p:cNvSpPr>
            <a:spLocks noGrp="1"/>
          </p:cNvSpPr>
          <p:nvPr>
            <p:ph type="pic" sz="quarter" idx="23" hasCustomPrompt="1"/>
          </p:nvPr>
        </p:nvSpPr>
        <p:spPr>
          <a:xfrm>
            <a:off x="5376051" y="1700808"/>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18" name="Text Placeholder 14">
            <a:extLst>
              <a:ext uri="{FF2B5EF4-FFF2-40B4-BE49-F238E27FC236}">
                <a16:creationId xmlns:a16="http://schemas.microsoft.com/office/drawing/2014/main" id="{B01E9CDC-2523-40AE-AF29-5A44EBFD8919}"/>
              </a:ext>
            </a:extLst>
          </p:cNvPr>
          <p:cNvSpPr>
            <a:spLocks noGrp="1"/>
          </p:cNvSpPr>
          <p:nvPr>
            <p:ph type="body" sz="quarter" idx="24" hasCustomPrompt="1"/>
          </p:nvPr>
        </p:nvSpPr>
        <p:spPr>
          <a:xfrm>
            <a:off x="4403999" y="2996952"/>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9" name="Text Placeholder 14">
            <a:extLst>
              <a:ext uri="{FF2B5EF4-FFF2-40B4-BE49-F238E27FC236}">
                <a16:creationId xmlns:a16="http://schemas.microsoft.com/office/drawing/2014/main" id="{4ADAC2D7-6D0E-46B8-9F7A-B4DB99B8900F}"/>
              </a:ext>
            </a:extLst>
          </p:cNvPr>
          <p:cNvSpPr>
            <a:spLocks noGrp="1"/>
          </p:cNvSpPr>
          <p:nvPr>
            <p:ph type="body" sz="quarter" idx="25"/>
          </p:nvPr>
        </p:nvSpPr>
        <p:spPr>
          <a:xfrm>
            <a:off x="4403999" y="3271090"/>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1" name="Picture Placeholder 8">
            <a:extLst>
              <a:ext uri="{FF2B5EF4-FFF2-40B4-BE49-F238E27FC236}">
                <a16:creationId xmlns:a16="http://schemas.microsoft.com/office/drawing/2014/main" id="{EFE4D8B1-EBB1-4B03-B440-81D22A8A0339}"/>
              </a:ext>
            </a:extLst>
          </p:cNvPr>
          <p:cNvSpPr>
            <a:spLocks noGrp="1"/>
          </p:cNvSpPr>
          <p:nvPr>
            <p:ph type="pic" sz="quarter" idx="26" hasCustomPrompt="1"/>
          </p:nvPr>
        </p:nvSpPr>
        <p:spPr>
          <a:xfrm>
            <a:off x="9063158" y="1700907"/>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22" name="Text Placeholder 14">
            <a:extLst>
              <a:ext uri="{FF2B5EF4-FFF2-40B4-BE49-F238E27FC236}">
                <a16:creationId xmlns:a16="http://schemas.microsoft.com/office/drawing/2014/main" id="{9FADD90A-0B64-4F90-9B57-FE13E0FCA228}"/>
              </a:ext>
            </a:extLst>
          </p:cNvPr>
          <p:cNvSpPr>
            <a:spLocks noGrp="1"/>
          </p:cNvSpPr>
          <p:nvPr>
            <p:ph type="body" sz="quarter" idx="27" hasCustomPrompt="1"/>
          </p:nvPr>
        </p:nvSpPr>
        <p:spPr>
          <a:xfrm>
            <a:off x="8091106" y="2997051"/>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3" name="Text Placeholder 14">
            <a:extLst>
              <a:ext uri="{FF2B5EF4-FFF2-40B4-BE49-F238E27FC236}">
                <a16:creationId xmlns:a16="http://schemas.microsoft.com/office/drawing/2014/main" id="{ABE4C7F0-C749-4520-AA04-DB6CA99155AA}"/>
              </a:ext>
            </a:extLst>
          </p:cNvPr>
          <p:cNvSpPr>
            <a:spLocks noGrp="1"/>
          </p:cNvSpPr>
          <p:nvPr>
            <p:ph type="body" sz="quarter" idx="28"/>
          </p:nvPr>
        </p:nvSpPr>
        <p:spPr>
          <a:xfrm>
            <a:off x="8091106" y="3271189"/>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4" name="Picture Placeholder 8">
            <a:extLst>
              <a:ext uri="{FF2B5EF4-FFF2-40B4-BE49-F238E27FC236}">
                <a16:creationId xmlns:a16="http://schemas.microsoft.com/office/drawing/2014/main" id="{10240862-4D4B-4BB9-8F4B-AA856CD17F50}"/>
              </a:ext>
            </a:extLst>
          </p:cNvPr>
          <p:cNvSpPr>
            <a:spLocks noGrp="1"/>
          </p:cNvSpPr>
          <p:nvPr>
            <p:ph type="pic" sz="quarter" idx="29" hasCustomPrompt="1"/>
          </p:nvPr>
        </p:nvSpPr>
        <p:spPr>
          <a:xfrm>
            <a:off x="1691720" y="4077242"/>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25" name="Text Placeholder 14">
            <a:extLst>
              <a:ext uri="{FF2B5EF4-FFF2-40B4-BE49-F238E27FC236}">
                <a16:creationId xmlns:a16="http://schemas.microsoft.com/office/drawing/2014/main" id="{58449337-35B4-44F8-8D00-F0C15EFB9CE5}"/>
              </a:ext>
            </a:extLst>
          </p:cNvPr>
          <p:cNvSpPr>
            <a:spLocks noGrp="1"/>
          </p:cNvSpPr>
          <p:nvPr>
            <p:ph type="body" sz="quarter" idx="30" hasCustomPrompt="1"/>
          </p:nvPr>
        </p:nvSpPr>
        <p:spPr>
          <a:xfrm>
            <a:off x="719668" y="5373386"/>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6" name="Text Placeholder 14">
            <a:extLst>
              <a:ext uri="{FF2B5EF4-FFF2-40B4-BE49-F238E27FC236}">
                <a16:creationId xmlns:a16="http://schemas.microsoft.com/office/drawing/2014/main" id="{2477189D-83D5-4749-BD7C-CADC0D1471D9}"/>
              </a:ext>
            </a:extLst>
          </p:cNvPr>
          <p:cNvSpPr>
            <a:spLocks noGrp="1"/>
          </p:cNvSpPr>
          <p:nvPr>
            <p:ph type="body" sz="quarter" idx="31"/>
          </p:nvPr>
        </p:nvSpPr>
        <p:spPr>
          <a:xfrm>
            <a:off x="719668" y="5647524"/>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7" name="Picture Placeholder 8">
            <a:extLst>
              <a:ext uri="{FF2B5EF4-FFF2-40B4-BE49-F238E27FC236}">
                <a16:creationId xmlns:a16="http://schemas.microsoft.com/office/drawing/2014/main" id="{6618C35F-5F01-46A6-BF04-0CA9BDBAAB65}"/>
              </a:ext>
            </a:extLst>
          </p:cNvPr>
          <p:cNvSpPr>
            <a:spLocks noGrp="1"/>
          </p:cNvSpPr>
          <p:nvPr>
            <p:ph type="pic" sz="quarter" idx="32" hasCustomPrompt="1"/>
          </p:nvPr>
        </p:nvSpPr>
        <p:spPr>
          <a:xfrm>
            <a:off x="5376051" y="4077242"/>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28" name="Text Placeholder 14">
            <a:extLst>
              <a:ext uri="{FF2B5EF4-FFF2-40B4-BE49-F238E27FC236}">
                <a16:creationId xmlns:a16="http://schemas.microsoft.com/office/drawing/2014/main" id="{B63A3128-4CA8-48D5-B82E-7EDA918D7F39}"/>
              </a:ext>
            </a:extLst>
          </p:cNvPr>
          <p:cNvSpPr>
            <a:spLocks noGrp="1"/>
          </p:cNvSpPr>
          <p:nvPr>
            <p:ph type="body" sz="quarter" idx="33" hasCustomPrompt="1"/>
          </p:nvPr>
        </p:nvSpPr>
        <p:spPr>
          <a:xfrm>
            <a:off x="4403999" y="5373386"/>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9" name="Text Placeholder 14">
            <a:extLst>
              <a:ext uri="{FF2B5EF4-FFF2-40B4-BE49-F238E27FC236}">
                <a16:creationId xmlns:a16="http://schemas.microsoft.com/office/drawing/2014/main" id="{AB7F5300-022A-4183-A132-AA8EB6534A61}"/>
              </a:ext>
            </a:extLst>
          </p:cNvPr>
          <p:cNvSpPr>
            <a:spLocks noGrp="1"/>
          </p:cNvSpPr>
          <p:nvPr>
            <p:ph type="body" sz="quarter" idx="34"/>
          </p:nvPr>
        </p:nvSpPr>
        <p:spPr>
          <a:xfrm>
            <a:off x="4403999" y="5647524"/>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30" name="Picture Placeholder 8">
            <a:extLst>
              <a:ext uri="{FF2B5EF4-FFF2-40B4-BE49-F238E27FC236}">
                <a16:creationId xmlns:a16="http://schemas.microsoft.com/office/drawing/2014/main" id="{CE2DF1AF-9EAD-40B3-B73C-07649220BF03}"/>
              </a:ext>
            </a:extLst>
          </p:cNvPr>
          <p:cNvSpPr>
            <a:spLocks noGrp="1"/>
          </p:cNvSpPr>
          <p:nvPr>
            <p:ph type="pic" sz="quarter" idx="35" hasCustomPrompt="1"/>
          </p:nvPr>
        </p:nvSpPr>
        <p:spPr>
          <a:xfrm>
            <a:off x="9063158" y="4077341"/>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31" name="Text Placeholder 14">
            <a:extLst>
              <a:ext uri="{FF2B5EF4-FFF2-40B4-BE49-F238E27FC236}">
                <a16:creationId xmlns:a16="http://schemas.microsoft.com/office/drawing/2014/main" id="{40CD5A08-CA4F-41B8-A1B0-488A6EC44817}"/>
              </a:ext>
            </a:extLst>
          </p:cNvPr>
          <p:cNvSpPr>
            <a:spLocks noGrp="1"/>
          </p:cNvSpPr>
          <p:nvPr>
            <p:ph type="body" sz="quarter" idx="36" hasCustomPrompt="1"/>
          </p:nvPr>
        </p:nvSpPr>
        <p:spPr>
          <a:xfrm>
            <a:off x="8091106" y="5373485"/>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32" name="Text Placeholder 14">
            <a:extLst>
              <a:ext uri="{FF2B5EF4-FFF2-40B4-BE49-F238E27FC236}">
                <a16:creationId xmlns:a16="http://schemas.microsoft.com/office/drawing/2014/main" id="{B722C2B9-2C83-4877-A90D-0CA01537B08C}"/>
              </a:ext>
            </a:extLst>
          </p:cNvPr>
          <p:cNvSpPr>
            <a:spLocks noGrp="1"/>
          </p:cNvSpPr>
          <p:nvPr>
            <p:ph type="body" sz="quarter" idx="37"/>
          </p:nvPr>
        </p:nvSpPr>
        <p:spPr>
          <a:xfrm>
            <a:off x="8091106" y="5647623"/>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33" name="Rectangle 32">
            <a:extLst>
              <a:ext uri="{FF2B5EF4-FFF2-40B4-BE49-F238E27FC236}">
                <a16:creationId xmlns:a16="http://schemas.microsoft.com/office/drawing/2014/main" id="{6FF019EB-FA99-486B-BA02-92BE76012990}"/>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35" name="Picture 34">
            <a:extLst>
              <a:ext uri="{FF2B5EF4-FFF2-40B4-BE49-F238E27FC236}">
                <a16:creationId xmlns:a16="http://schemas.microsoft.com/office/drawing/2014/main" id="{F1882F53-3639-4FFE-AFD1-5428267B6B9D}"/>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3D2A4C4A-3642-4CE3-8FB6-AFE5A9CA81FA}"/>
              </a:ext>
            </a:extLst>
          </p:cNvPr>
          <p:cNvSpPr>
            <a:spLocks noGrp="1"/>
          </p:cNvSpPr>
          <p:nvPr>
            <p:ph type="title"/>
          </p:nvPr>
        </p:nvSpPr>
        <p:spPr/>
        <p:txBody>
          <a:bodyPr/>
          <a:lstStyle/>
          <a:p>
            <a:r>
              <a:rPr lang="en-US"/>
              <a:t>Click to edit Master title style</a:t>
            </a:r>
            <a:endParaRPr lang="en-AU" dirty="0"/>
          </a:p>
        </p:txBody>
      </p:sp>
      <p:sp>
        <p:nvSpPr>
          <p:cNvPr id="7" name="Footer Placeholder 6">
            <a:extLst>
              <a:ext uri="{FF2B5EF4-FFF2-40B4-BE49-F238E27FC236}">
                <a16:creationId xmlns:a16="http://schemas.microsoft.com/office/drawing/2014/main" id="{5E82035B-DC9A-432B-8519-2243ECF2A4F3}"/>
              </a:ext>
            </a:extLst>
          </p:cNvPr>
          <p:cNvSpPr>
            <a:spLocks noGrp="1"/>
          </p:cNvSpPr>
          <p:nvPr>
            <p:ph type="ftr" sz="quarter" idx="39"/>
          </p:nvPr>
        </p:nvSpPr>
        <p:spPr>
          <a:xfrm>
            <a:off x="695326" y="6519171"/>
            <a:ext cx="3360109" cy="240219"/>
          </a:xfrm>
          <a:prstGeom prst="rect">
            <a:avLst/>
          </a:prstGeom>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A8EC4C1B-640F-47AB-A0DF-816F2F8FB16E}"/>
              </a:ext>
            </a:extLst>
          </p:cNvPr>
          <p:cNvSpPr>
            <a:spLocks noGrp="1"/>
          </p:cNvSpPr>
          <p:nvPr>
            <p:ph type="sldNum" sz="quarter" idx="40"/>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695552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Order">
    <p:spTree>
      <p:nvGrpSpPr>
        <p:cNvPr id="1" name=""/>
        <p:cNvGrpSpPr/>
        <p:nvPr/>
      </p:nvGrpSpPr>
      <p:grpSpPr>
        <a:xfrm>
          <a:off x="0" y="0"/>
          <a:ext cx="0" cy="0"/>
          <a:chOff x="0" y="0"/>
          <a:chExt cx="0" cy="0"/>
        </a:xfrm>
      </p:grpSpPr>
      <p:sp>
        <p:nvSpPr>
          <p:cNvPr id="34" name="Text Placeholder 14">
            <a:extLst>
              <a:ext uri="{FF2B5EF4-FFF2-40B4-BE49-F238E27FC236}">
                <a16:creationId xmlns:a16="http://schemas.microsoft.com/office/drawing/2014/main" id="{C9748A61-6439-491A-9457-33A20862D25C}"/>
              </a:ext>
            </a:extLst>
          </p:cNvPr>
          <p:cNvSpPr>
            <a:spLocks noGrp="1"/>
          </p:cNvSpPr>
          <p:nvPr>
            <p:ph type="body" sz="quarter" idx="29" hasCustomPrompt="1"/>
          </p:nvPr>
        </p:nvSpPr>
        <p:spPr>
          <a:xfrm>
            <a:off x="1079170" y="1917008"/>
            <a:ext cx="1584308" cy="1584000"/>
          </a:xfrm>
          <a:prstGeom prst="rect">
            <a:avLst/>
          </a:prstGeom>
          <a:solidFill>
            <a:schemeClr val="accent1"/>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hasCustomPrompt="1"/>
          </p:nvPr>
        </p:nvSpPr>
        <p:spPr>
          <a:xfrm>
            <a:off x="695326"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695326"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0" name="Text Placeholder 5">
            <a:extLst>
              <a:ext uri="{FF2B5EF4-FFF2-40B4-BE49-F238E27FC236}">
                <a16:creationId xmlns:a16="http://schemas.microsoft.com/office/drawing/2014/main" id="{0BBC08AD-280F-4174-A0CE-490AAFB979A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36" name="Text Placeholder 14">
            <a:extLst>
              <a:ext uri="{FF2B5EF4-FFF2-40B4-BE49-F238E27FC236}">
                <a16:creationId xmlns:a16="http://schemas.microsoft.com/office/drawing/2014/main" id="{C17937B0-FDCD-421A-9652-36A59CE227A1}"/>
              </a:ext>
            </a:extLst>
          </p:cNvPr>
          <p:cNvSpPr>
            <a:spLocks noGrp="1"/>
          </p:cNvSpPr>
          <p:nvPr>
            <p:ph type="body" sz="quarter" idx="30" hasCustomPrompt="1"/>
          </p:nvPr>
        </p:nvSpPr>
        <p:spPr>
          <a:xfrm>
            <a:off x="3932120" y="1917008"/>
            <a:ext cx="1584308" cy="1584000"/>
          </a:xfrm>
          <a:prstGeom prst="rect">
            <a:avLst/>
          </a:prstGeom>
          <a:solidFill>
            <a:srgbClr val="962A8B"/>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37" name="Text Placeholder 14">
            <a:extLst>
              <a:ext uri="{FF2B5EF4-FFF2-40B4-BE49-F238E27FC236}">
                <a16:creationId xmlns:a16="http://schemas.microsoft.com/office/drawing/2014/main" id="{7AB4A338-5CDA-4742-A7F5-F49D6BE9AD4F}"/>
              </a:ext>
            </a:extLst>
          </p:cNvPr>
          <p:cNvSpPr>
            <a:spLocks noGrp="1"/>
          </p:cNvSpPr>
          <p:nvPr>
            <p:ph type="body" sz="quarter" idx="31" hasCustomPrompt="1"/>
          </p:nvPr>
        </p:nvSpPr>
        <p:spPr>
          <a:xfrm>
            <a:off x="3548276"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38" name="Text Placeholder 14">
            <a:extLst>
              <a:ext uri="{FF2B5EF4-FFF2-40B4-BE49-F238E27FC236}">
                <a16:creationId xmlns:a16="http://schemas.microsoft.com/office/drawing/2014/main" id="{9452123C-C6A2-4D45-AF62-5B6E775B6C90}"/>
              </a:ext>
            </a:extLst>
          </p:cNvPr>
          <p:cNvSpPr>
            <a:spLocks noGrp="1"/>
          </p:cNvSpPr>
          <p:nvPr>
            <p:ph type="body" sz="quarter" idx="32"/>
          </p:nvPr>
        </p:nvSpPr>
        <p:spPr>
          <a:xfrm>
            <a:off x="3548276"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39" name="Text Placeholder 14">
            <a:extLst>
              <a:ext uri="{FF2B5EF4-FFF2-40B4-BE49-F238E27FC236}">
                <a16:creationId xmlns:a16="http://schemas.microsoft.com/office/drawing/2014/main" id="{3DCBEBCB-7877-4BC1-BA6D-4E809F947A5F}"/>
              </a:ext>
            </a:extLst>
          </p:cNvPr>
          <p:cNvSpPr>
            <a:spLocks noGrp="1"/>
          </p:cNvSpPr>
          <p:nvPr>
            <p:ph type="body" sz="quarter" idx="33" hasCustomPrompt="1"/>
          </p:nvPr>
        </p:nvSpPr>
        <p:spPr>
          <a:xfrm>
            <a:off x="6686160" y="1917008"/>
            <a:ext cx="1584308" cy="1584000"/>
          </a:xfrm>
          <a:prstGeom prst="rect">
            <a:avLst/>
          </a:prstGeom>
          <a:solidFill>
            <a:srgbClr val="999490"/>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40" name="Text Placeholder 14">
            <a:extLst>
              <a:ext uri="{FF2B5EF4-FFF2-40B4-BE49-F238E27FC236}">
                <a16:creationId xmlns:a16="http://schemas.microsoft.com/office/drawing/2014/main" id="{2FE7559D-9529-40D4-8025-F2B8ED38A995}"/>
              </a:ext>
            </a:extLst>
          </p:cNvPr>
          <p:cNvSpPr>
            <a:spLocks noGrp="1"/>
          </p:cNvSpPr>
          <p:nvPr>
            <p:ph type="body" sz="quarter" idx="34" hasCustomPrompt="1"/>
          </p:nvPr>
        </p:nvSpPr>
        <p:spPr>
          <a:xfrm>
            <a:off x="6302316"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41" name="Text Placeholder 14">
            <a:extLst>
              <a:ext uri="{FF2B5EF4-FFF2-40B4-BE49-F238E27FC236}">
                <a16:creationId xmlns:a16="http://schemas.microsoft.com/office/drawing/2014/main" id="{2382D6B5-B43B-46F1-B879-42FA4CCBD202}"/>
              </a:ext>
            </a:extLst>
          </p:cNvPr>
          <p:cNvSpPr>
            <a:spLocks noGrp="1"/>
          </p:cNvSpPr>
          <p:nvPr>
            <p:ph type="body" sz="quarter" idx="35"/>
          </p:nvPr>
        </p:nvSpPr>
        <p:spPr>
          <a:xfrm>
            <a:off x="6302316"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42" name="Text Placeholder 14">
            <a:extLst>
              <a:ext uri="{FF2B5EF4-FFF2-40B4-BE49-F238E27FC236}">
                <a16:creationId xmlns:a16="http://schemas.microsoft.com/office/drawing/2014/main" id="{791F1A27-3497-4ECD-AAAC-804B3DF8F9FB}"/>
              </a:ext>
            </a:extLst>
          </p:cNvPr>
          <p:cNvSpPr>
            <a:spLocks noGrp="1"/>
          </p:cNvSpPr>
          <p:nvPr>
            <p:ph type="body" sz="quarter" idx="36" hasCustomPrompt="1"/>
          </p:nvPr>
        </p:nvSpPr>
        <p:spPr>
          <a:xfrm>
            <a:off x="9514768" y="1917008"/>
            <a:ext cx="1584308" cy="1584000"/>
          </a:xfrm>
          <a:prstGeom prst="rect">
            <a:avLst/>
          </a:prstGeom>
          <a:solidFill>
            <a:srgbClr val="D7D1CC"/>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43" name="Text Placeholder 14">
            <a:extLst>
              <a:ext uri="{FF2B5EF4-FFF2-40B4-BE49-F238E27FC236}">
                <a16:creationId xmlns:a16="http://schemas.microsoft.com/office/drawing/2014/main" id="{E0498A31-1633-4E6B-8EAE-AF4FDE6233F0}"/>
              </a:ext>
            </a:extLst>
          </p:cNvPr>
          <p:cNvSpPr>
            <a:spLocks noGrp="1"/>
          </p:cNvSpPr>
          <p:nvPr>
            <p:ph type="body" sz="quarter" idx="37" hasCustomPrompt="1"/>
          </p:nvPr>
        </p:nvSpPr>
        <p:spPr>
          <a:xfrm>
            <a:off x="9130924"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44" name="Text Placeholder 14">
            <a:extLst>
              <a:ext uri="{FF2B5EF4-FFF2-40B4-BE49-F238E27FC236}">
                <a16:creationId xmlns:a16="http://schemas.microsoft.com/office/drawing/2014/main" id="{9A54FCE6-6684-449A-86E0-142437219426}"/>
              </a:ext>
            </a:extLst>
          </p:cNvPr>
          <p:cNvSpPr>
            <a:spLocks noGrp="1"/>
          </p:cNvSpPr>
          <p:nvPr>
            <p:ph type="body" sz="quarter" idx="38"/>
          </p:nvPr>
        </p:nvSpPr>
        <p:spPr>
          <a:xfrm>
            <a:off x="9130924"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45" name="Rectangle 44">
            <a:extLst>
              <a:ext uri="{FF2B5EF4-FFF2-40B4-BE49-F238E27FC236}">
                <a16:creationId xmlns:a16="http://schemas.microsoft.com/office/drawing/2014/main" id="{895140AB-DCE2-4DB2-81B5-60470D8E34C0}"/>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21" name="Picture 20">
            <a:extLst>
              <a:ext uri="{FF2B5EF4-FFF2-40B4-BE49-F238E27FC236}">
                <a16:creationId xmlns:a16="http://schemas.microsoft.com/office/drawing/2014/main" id="{83BF142C-8B85-4BCA-8B54-67CC7F92FF43}"/>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FC67645D-435A-4DA4-9CBA-77E7F4B501FE}"/>
              </a:ext>
            </a:extLst>
          </p:cNvPr>
          <p:cNvSpPr>
            <a:spLocks noGrp="1"/>
          </p:cNvSpPr>
          <p:nvPr>
            <p:ph type="title"/>
          </p:nvPr>
        </p:nvSpPr>
        <p:spPr/>
        <p:txBody>
          <a:bodyPr/>
          <a:lstStyle/>
          <a:p>
            <a:r>
              <a:rPr lang="en-US"/>
              <a:t>Click to edit Master title style</a:t>
            </a:r>
            <a:endParaRPr lang="en-AU" dirty="0"/>
          </a:p>
        </p:txBody>
      </p:sp>
      <p:sp>
        <p:nvSpPr>
          <p:cNvPr id="7" name="Footer Placeholder 6">
            <a:extLst>
              <a:ext uri="{FF2B5EF4-FFF2-40B4-BE49-F238E27FC236}">
                <a16:creationId xmlns:a16="http://schemas.microsoft.com/office/drawing/2014/main" id="{D9CEE3C6-C898-476B-873B-DAEEB357A992}"/>
              </a:ext>
            </a:extLst>
          </p:cNvPr>
          <p:cNvSpPr>
            <a:spLocks noGrp="1"/>
          </p:cNvSpPr>
          <p:nvPr>
            <p:ph type="ftr" sz="quarter" idx="40"/>
          </p:nvPr>
        </p:nvSpPr>
        <p:spPr>
          <a:xfrm>
            <a:off x="695326" y="6519171"/>
            <a:ext cx="3360109" cy="240219"/>
          </a:xfrm>
          <a:prstGeom prst="rect">
            <a:avLst/>
          </a:prstGeom>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4CEACAED-B859-46A5-951B-270C91500FC6}"/>
              </a:ext>
            </a:extLst>
          </p:cNvPr>
          <p:cNvSpPr>
            <a:spLocks noGrp="1"/>
          </p:cNvSpPr>
          <p:nvPr>
            <p:ph type="sldNum" sz="quarter" idx="4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368918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with Dark Purple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2" y="1700213"/>
            <a:ext cx="5400673" cy="4608515"/>
          </a:xfrm>
          <a:prstGeom prst="rect">
            <a:avLst/>
          </a:prstGeom>
          <a:solidFill>
            <a:schemeClr val="accent1"/>
          </a:solidFill>
        </p:spPr>
        <p:txBody>
          <a:bodyPr anchor="ctr">
            <a:normAutofit/>
          </a:bodyPr>
          <a:lstStyle>
            <a:lvl1pPr algn="ctr">
              <a:defRPr sz="1800">
                <a:solidFill>
                  <a:schemeClr val="bg1"/>
                </a:solidFill>
              </a:defRPr>
            </a:lvl1pPr>
          </a:lstStyle>
          <a:p>
            <a:pPr lvl="0"/>
            <a:r>
              <a:rPr lang="en-US"/>
              <a:t>Edit Master text styles</a:t>
            </a:r>
          </a:p>
        </p:txBody>
      </p:sp>
      <p:sp>
        <p:nvSpPr>
          <p:cNvPr id="10" name="Text Placeholder 5">
            <a:extLst>
              <a:ext uri="{FF2B5EF4-FFF2-40B4-BE49-F238E27FC236}">
                <a16:creationId xmlns:a16="http://schemas.microsoft.com/office/drawing/2014/main" id="{17F97712-4CC3-452D-A157-BEE84E80571D}"/>
              </a:ext>
            </a:extLst>
          </p:cNvPr>
          <p:cNvSpPr>
            <a:spLocks noGrp="1"/>
          </p:cNvSpPr>
          <p:nvPr>
            <p:ph type="body" sz="quarter" idx="15"/>
          </p:nvPr>
        </p:nvSpPr>
        <p:spPr>
          <a:xfrm>
            <a:off x="695326" y="1700213"/>
            <a:ext cx="5197808"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spcAft>
                <a:spcPts val="600"/>
              </a:spcAft>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F5F6752E-685A-46CF-8D29-A5D4E0013D21}"/>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6DD1DFD8-8A09-48BC-87A4-4F57F6D6FE1B}"/>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976C9786-9794-4BE5-BBFE-4B339825F287}"/>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2" name="Title 1">
            <a:extLst>
              <a:ext uri="{FF2B5EF4-FFF2-40B4-BE49-F238E27FC236}">
                <a16:creationId xmlns:a16="http://schemas.microsoft.com/office/drawing/2014/main" id="{A9EE0658-31AB-4AA9-B241-6C41D88C9769}"/>
              </a:ext>
            </a:extLst>
          </p:cNvPr>
          <p:cNvSpPr>
            <a:spLocks noGrp="1"/>
          </p:cNvSpPr>
          <p:nvPr>
            <p:ph type="title" hasCustomPrompt="1"/>
          </p:nvPr>
        </p:nvSpPr>
        <p:spPr/>
        <p:txBody>
          <a:bodyPr/>
          <a:lstStyle/>
          <a:p>
            <a:r>
              <a:rPr lang="en-US" dirty="0"/>
              <a:t>to edit Master title style</a:t>
            </a:r>
            <a:endParaRPr lang="en-AU" dirty="0"/>
          </a:p>
        </p:txBody>
      </p:sp>
      <p:sp>
        <p:nvSpPr>
          <p:cNvPr id="8" name="Footer Placeholder 7">
            <a:extLst>
              <a:ext uri="{FF2B5EF4-FFF2-40B4-BE49-F238E27FC236}">
                <a16:creationId xmlns:a16="http://schemas.microsoft.com/office/drawing/2014/main" id="{BDEE6526-1DB9-4ECD-86C1-1BB926D7D9FA}"/>
              </a:ext>
            </a:extLst>
          </p:cNvPr>
          <p:cNvSpPr>
            <a:spLocks noGrp="1"/>
          </p:cNvSpPr>
          <p:nvPr>
            <p:ph type="ftr" sz="quarter" idx="19"/>
          </p:nvPr>
        </p:nvSpPr>
        <p:spPr>
          <a:xfrm>
            <a:off x="695326" y="6519171"/>
            <a:ext cx="3360109" cy="240219"/>
          </a:xfrm>
          <a:prstGeom prst="rect">
            <a:avLst/>
          </a:prstGeom>
        </p:spPr>
        <p:txBody>
          <a:bodyPr/>
          <a:lstStyle/>
          <a:p>
            <a:r>
              <a:rPr lang="en-AU"/>
              <a:t>SLAT7806 Research Methods</a:t>
            </a:r>
            <a:endParaRPr lang="en-AU" dirty="0"/>
          </a:p>
        </p:txBody>
      </p:sp>
      <p:sp>
        <p:nvSpPr>
          <p:cNvPr id="12" name="Slide Number Placeholder 11">
            <a:extLst>
              <a:ext uri="{FF2B5EF4-FFF2-40B4-BE49-F238E27FC236}">
                <a16:creationId xmlns:a16="http://schemas.microsoft.com/office/drawing/2014/main" id="{B640CA88-D0CE-4C3C-BA4A-CB5E62584F1F}"/>
              </a:ext>
            </a:extLst>
          </p:cNvPr>
          <p:cNvSpPr>
            <a:spLocks noGrp="1"/>
          </p:cNvSpPr>
          <p:nvPr>
            <p:ph type="sldNum" sz="quarter" idx="20"/>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902461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with Purple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2" y="1700212"/>
            <a:ext cx="5400673" cy="4608513"/>
          </a:xfrm>
          <a:prstGeom prst="rect">
            <a:avLst/>
          </a:prstGeom>
          <a:solidFill>
            <a:srgbClr val="962A8B"/>
          </a:solidFill>
        </p:spPr>
        <p:txBody>
          <a:bodyPr anchor="ctr">
            <a:normAutofit/>
          </a:bodyPr>
          <a:lstStyle>
            <a:lvl1pPr algn="ctr">
              <a:defRPr sz="1800">
                <a:solidFill>
                  <a:schemeClr val="bg1"/>
                </a:solidFill>
              </a:defRPr>
            </a:lvl1pPr>
          </a:lstStyle>
          <a:p>
            <a:pPr lvl="0"/>
            <a:r>
              <a:rPr lang="en-US"/>
              <a:t>Edit Master text styles</a:t>
            </a:r>
          </a:p>
        </p:txBody>
      </p:sp>
      <p:sp>
        <p:nvSpPr>
          <p:cNvPr id="8" name="Text Placeholder 5">
            <a:extLst>
              <a:ext uri="{FF2B5EF4-FFF2-40B4-BE49-F238E27FC236}">
                <a16:creationId xmlns:a16="http://schemas.microsoft.com/office/drawing/2014/main" id="{1500BB1C-3C6B-46AF-8AA4-A4BA72712C80}"/>
              </a:ext>
            </a:extLst>
          </p:cNvPr>
          <p:cNvSpPr>
            <a:spLocks noGrp="1"/>
          </p:cNvSpPr>
          <p:nvPr>
            <p:ph type="body" sz="quarter" idx="15"/>
          </p:nvPr>
        </p:nvSpPr>
        <p:spPr>
          <a:xfrm>
            <a:off x="694800" y="1700212"/>
            <a:ext cx="5209113" cy="4608516"/>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itle 5">
            <a:extLst>
              <a:ext uri="{FF2B5EF4-FFF2-40B4-BE49-F238E27FC236}">
                <a16:creationId xmlns:a16="http://schemas.microsoft.com/office/drawing/2014/main" id="{8574EA24-97F9-47A1-937E-B8E4F532769A}"/>
              </a:ext>
            </a:extLst>
          </p:cNvPr>
          <p:cNvSpPr>
            <a:spLocks noGrp="1"/>
          </p:cNvSpPr>
          <p:nvPr>
            <p:ph type="title"/>
          </p:nvPr>
        </p:nvSpPr>
        <p:spPr/>
        <p:txBody>
          <a:bodyPr/>
          <a:lstStyle/>
          <a:p>
            <a:r>
              <a:rPr lang="en-US"/>
              <a:t>Click to edit Master title style</a:t>
            </a:r>
            <a:endParaRPr lang="en-AU" dirty="0"/>
          </a:p>
        </p:txBody>
      </p:sp>
      <p:sp>
        <p:nvSpPr>
          <p:cNvPr id="13" name="Text Placeholder 5">
            <a:extLst>
              <a:ext uri="{FF2B5EF4-FFF2-40B4-BE49-F238E27FC236}">
                <a16:creationId xmlns:a16="http://schemas.microsoft.com/office/drawing/2014/main" id="{B11690AC-7C51-47ED-9DD6-4A98D2E79BBF}"/>
              </a:ext>
            </a:extLst>
          </p:cNvPr>
          <p:cNvSpPr>
            <a:spLocks noGrp="1"/>
          </p:cNvSpPr>
          <p:nvPr>
            <p:ph type="body" sz="quarter" idx="19"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2" name="Rectangle 11">
            <a:extLst>
              <a:ext uri="{FF2B5EF4-FFF2-40B4-BE49-F238E27FC236}">
                <a16:creationId xmlns:a16="http://schemas.microsoft.com/office/drawing/2014/main" id="{F2CACF9F-55D3-4152-BDFF-84674C07B2B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5" name="Picture 14">
            <a:extLst>
              <a:ext uri="{FF2B5EF4-FFF2-40B4-BE49-F238E27FC236}">
                <a16:creationId xmlns:a16="http://schemas.microsoft.com/office/drawing/2014/main" id="{3574170D-AC78-463A-B8E0-8E87954EAB8D}"/>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3" name="Footer Placeholder 2">
            <a:extLst>
              <a:ext uri="{FF2B5EF4-FFF2-40B4-BE49-F238E27FC236}">
                <a16:creationId xmlns:a16="http://schemas.microsoft.com/office/drawing/2014/main" id="{F7DAA7FD-BD90-42A7-ADCE-A909D39619CD}"/>
              </a:ext>
            </a:extLst>
          </p:cNvPr>
          <p:cNvSpPr>
            <a:spLocks noGrp="1"/>
          </p:cNvSpPr>
          <p:nvPr>
            <p:ph type="ftr" sz="quarter" idx="21"/>
          </p:nvPr>
        </p:nvSpPr>
        <p:spPr>
          <a:xfrm>
            <a:off x="695326" y="6519171"/>
            <a:ext cx="3360109" cy="240219"/>
          </a:xfrm>
          <a:prstGeom prst="rect">
            <a:avLst/>
          </a:prstGeom>
        </p:spPr>
        <p:txBody>
          <a:bodyPr/>
          <a:lstStyle/>
          <a:p>
            <a:r>
              <a:rPr lang="en-AU"/>
              <a:t>SLAT7806 Research Methods</a:t>
            </a:r>
            <a:endParaRPr lang="en-AU" dirty="0"/>
          </a:p>
        </p:txBody>
      </p:sp>
      <p:sp>
        <p:nvSpPr>
          <p:cNvPr id="4" name="Slide Number Placeholder 3">
            <a:extLst>
              <a:ext uri="{FF2B5EF4-FFF2-40B4-BE49-F238E27FC236}">
                <a16:creationId xmlns:a16="http://schemas.microsoft.com/office/drawing/2014/main" id="{9E1DB814-0723-41E1-87CA-20F94C28B05E}"/>
              </a:ext>
            </a:extLst>
          </p:cNvPr>
          <p:cNvSpPr>
            <a:spLocks noGrp="1"/>
          </p:cNvSpPr>
          <p:nvPr>
            <p:ph type="sldNum" sz="quarter" idx="22"/>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989921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with Neutral 1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3" y="1700213"/>
            <a:ext cx="5400672" cy="4608515"/>
          </a:xfrm>
          <a:prstGeom prst="rect">
            <a:avLst/>
          </a:prstGeom>
          <a:solidFill>
            <a:srgbClr val="D7D1CC"/>
          </a:solidFill>
        </p:spPr>
        <p:txBody>
          <a:bodyPr anchor="ctr">
            <a:normAutofit/>
          </a:bodyPr>
          <a:lstStyle>
            <a:lvl1pPr algn="ctr">
              <a:defRPr sz="1800">
                <a:solidFill>
                  <a:schemeClr val="tx1"/>
                </a:solidFill>
              </a:defRPr>
            </a:lvl1pPr>
          </a:lstStyle>
          <a:p>
            <a:pPr lvl="0"/>
            <a:r>
              <a:rPr lang="en-US"/>
              <a:t>Edit Master text styles</a:t>
            </a:r>
          </a:p>
        </p:txBody>
      </p:sp>
      <p:sp>
        <p:nvSpPr>
          <p:cNvPr id="10" name="Text Placeholder 5">
            <a:extLst>
              <a:ext uri="{FF2B5EF4-FFF2-40B4-BE49-F238E27FC236}">
                <a16:creationId xmlns:a16="http://schemas.microsoft.com/office/drawing/2014/main" id="{643BCE34-49B7-4BA0-8263-6432C37E47F9}"/>
              </a:ext>
            </a:extLst>
          </p:cNvPr>
          <p:cNvSpPr>
            <a:spLocks noGrp="1"/>
          </p:cNvSpPr>
          <p:nvPr>
            <p:ph type="body" sz="quarter" idx="15"/>
          </p:nvPr>
        </p:nvSpPr>
        <p:spPr>
          <a:xfrm>
            <a:off x="694800" y="1700213"/>
            <a:ext cx="5209113"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5" name="Title 4">
            <a:extLst>
              <a:ext uri="{FF2B5EF4-FFF2-40B4-BE49-F238E27FC236}">
                <a16:creationId xmlns:a16="http://schemas.microsoft.com/office/drawing/2014/main" id="{5045A20B-3961-4824-8B5F-429563405594}"/>
              </a:ext>
            </a:extLst>
          </p:cNvPr>
          <p:cNvSpPr>
            <a:spLocks noGrp="1"/>
          </p:cNvSpPr>
          <p:nvPr>
            <p:ph type="title"/>
          </p:nvPr>
        </p:nvSpPr>
        <p:spPr/>
        <p:txBody>
          <a:bodyPr/>
          <a:lstStyle/>
          <a:p>
            <a:r>
              <a:rPr lang="en-US"/>
              <a:t>Click to edit Master title style</a:t>
            </a:r>
            <a:endParaRPr lang="en-AU" dirty="0"/>
          </a:p>
        </p:txBody>
      </p:sp>
      <p:sp>
        <p:nvSpPr>
          <p:cNvPr id="9" name="Text Placeholder 5">
            <a:extLst>
              <a:ext uri="{FF2B5EF4-FFF2-40B4-BE49-F238E27FC236}">
                <a16:creationId xmlns:a16="http://schemas.microsoft.com/office/drawing/2014/main" id="{DB36345A-6B2C-4967-909A-6BAA4D16DEDF}"/>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1" name="Rectangle 10">
            <a:extLst>
              <a:ext uri="{FF2B5EF4-FFF2-40B4-BE49-F238E27FC236}">
                <a16:creationId xmlns:a16="http://schemas.microsoft.com/office/drawing/2014/main" id="{2DA7A291-5EAC-486D-928E-F46ED8B55AD0}"/>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CD6EAF7D-7C9B-4789-AC1C-A7AF349D1D21}"/>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8" name="Footer Placeholder 7">
            <a:extLst>
              <a:ext uri="{FF2B5EF4-FFF2-40B4-BE49-F238E27FC236}">
                <a16:creationId xmlns:a16="http://schemas.microsoft.com/office/drawing/2014/main" id="{F8E8DCA5-91C8-4DF9-B37E-735B2EA5D36B}"/>
              </a:ext>
            </a:extLst>
          </p:cNvPr>
          <p:cNvSpPr>
            <a:spLocks noGrp="1"/>
          </p:cNvSpPr>
          <p:nvPr>
            <p:ph type="ftr" sz="quarter" idx="19"/>
          </p:nvPr>
        </p:nvSpPr>
        <p:spPr>
          <a:xfrm>
            <a:off x="695326" y="6519171"/>
            <a:ext cx="3360109" cy="240219"/>
          </a:xfrm>
          <a:prstGeom prst="rect">
            <a:avLst/>
          </a:prstGeom>
        </p:spPr>
        <p:txBody>
          <a:bodyPr/>
          <a:lstStyle/>
          <a:p>
            <a:r>
              <a:rPr lang="en-AU"/>
              <a:t>SLAT7806 Research Methods</a:t>
            </a:r>
            <a:endParaRPr lang="en-AU" dirty="0"/>
          </a:p>
        </p:txBody>
      </p:sp>
      <p:sp>
        <p:nvSpPr>
          <p:cNvPr id="12" name="Slide Number Placeholder 11">
            <a:extLst>
              <a:ext uri="{FF2B5EF4-FFF2-40B4-BE49-F238E27FC236}">
                <a16:creationId xmlns:a16="http://schemas.microsoft.com/office/drawing/2014/main" id="{BFFC83A9-C0D2-49A3-AC00-E1A4A64271B0}"/>
              </a:ext>
            </a:extLst>
          </p:cNvPr>
          <p:cNvSpPr>
            <a:spLocks noGrp="1"/>
          </p:cNvSpPr>
          <p:nvPr>
            <p:ph type="sldNum" sz="quarter" idx="20"/>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957599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with Neutral 2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2" y="1700213"/>
            <a:ext cx="5400673" cy="4608512"/>
          </a:xfrm>
          <a:prstGeom prst="rect">
            <a:avLst/>
          </a:prstGeom>
          <a:solidFill>
            <a:srgbClr val="999490"/>
          </a:solidFill>
        </p:spPr>
        <p:txBody>
          <a:bodyPr anchor="ctr">
            <a:normAutofit/>
          </a:bodyPr>
          <a:lstStyle>
            <a:lvl1pPr algn="ctr">
              <a:defRPr sz="1800">
                <a:solidFill>
                  <a:schemeClr val="bg1"/>
                </a:solidFill>
              </a:defRPr>
            </a:lvl1pPr>
          </a:lstStyle>
          <a:p>
            <a:pPr lvl="0"/>
            <a:r>
              <a:rPr lang="en-US"/>
              <a:t>Edit Master text styles</a:t>
            </a:r>
          </a:p>
        </p:txBody>
      </p:sp>
      <p:sp>
        <p:nvSpPr>
          <p:cNvPr id="9" name="Text Placeholder 5">
            <a:extLst>
              <a:ext uri="{FF2B5EF4-FFF2-40B4-BE49-F238E27FC236}">
                <a16:creationId xmlns:a16="http://schemas.microsoft.com/office/drawing/2014/main" id="{00D8A284-12F0-43E7-820E-1E72AC40E17F}"/>
              </a:ext>
            </a:extLst>
          </p:cNvPr>
          <p:cNvSpPr>
            <a:spLocks noGrp="1"/>
          </p:cNvSpPr>
          <p:nvPr>
            <p:ph type="body" sz="quarter" idx="15"/>
          </p:nvPr>
        </p:nvSpPr>
        <p:spPr>
          <a:xfrm>
            <a:off x="694800" y="1700212"/>
            <a:ext cx="5209113"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itle 5">
            <a:extLst>
              <a:ext uri="{FF2B5EF4-FFF2-40B4-BE49-F238E27FC236}">
                <a16:creationId xmlns:a16="http://schemas.microsoft.com/office/drawing/2014/main" id="{F3255835-9B81-4FE6-A19A-BDEACE6D532E}"/>
              </a:ext>
            </a:extLst>
          </p:cNvPr>
          <p:cNvSpPr>
            <a:spLocks noGrp="1"/>
          </p:cNvSpPr>
          <p:nvPr>
            <p:ph type="title"/>
          </p:nvPr>
        </p:nvSpPr>
        <p:spPr/>
        <p:txBody>
          <a:bodyPr/>
          <a:lstStyle/>
          <a:p>
            <a:r>
              <a:rPr lang="en-US"/>
              <a:t>Click to edit Master title style</a:t>
            </a:r>
            <a:endParaRPr lang="en-AU" dirty="0"/>
          </a:p>
        </p:txBody>
      </p:sp>
      <p:sp>
        <p:nvSpPr>
          <p:cNvPr id="11" name="Text Placeholder 5">
            <a:extLst>
              <a:ext uri="{FF2B5EF4-FFF2-40B4-BE49-F238E27FC236}">
                <a16:creationId xmlns:a16="http://schemas.microsoft.com/office/drawing/2014/main" id="{FE5F36F7-9D4E-4EA5-882E-DEDD94B59C30}"/>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13000394-8C62-4535-AFCB-49065079CFAF}"/>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A9739123-EB1E-4E5F-B70D-F7DEE2CEE7E1}"/>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8" name="Footer Placeholder 7">
            <a:extLst>
              <a:ext uri="{FF2B5EF4-FFF2-40B4-BE49-F238E27FC236}">
                <a16:creationId xmlns:a16="http://schemas.microsoft.com/office/drawing/2014/main" id="{16DA6B27-3249-4E2E-BD52-822F0E96F786}"/>
              </a:ext>
            </a:extLst>
          </p:cNvPr>
          <p:cNvSpPr>
            <a:spLocks noGrp="1"/>
          </p:cNvSpPr>
          <p:nvPr>
            <p:ph type="ftr" sz="quarter" idx="19"/>
          </p:nvPr>
        </p:nvSpPr>
        <p:spPr>
          <a:xfrm>
            <a:off x="695326" y="6519171"/>
            <a:ext cx="3360109" cy="240219"/>
          </a:xfrm>
          <a:prstGeom prst="rect">
            <a:avLst/>
          </a:prstGeom>
        </p:spPr>
        <p:txBody>
          <a:bodyPr/>
          <a:lstStyle/>
          <a:p>
            <a:r>
              <a:rPr lang="en-AU"/>
              <a:t>SLAT7806 Research Methods</a:t>
            </a:r>
            <a:endParaRPr lang="en-AU" dirty="0"/>
          </a:p>
        </p:txBody>
      </p:sp>
      <p:sp>
        <p:nvSpPr>
          <p:cNvPr id="12" name="Slide Number Placeholder 11">
            <a:extLst>
              <a:ext uri="{FF2B5EF4-FFF2-40B4-BE49-F238E27FC236}">
                <a16:creationId xmlns:a16="http://schemas.microsoft.com/office/drawing/2014/main" id="{D28ACE60-DF21-472F-8FF6-A086BB2C1141}"/>
              </a:ext>
            </a:extLst>
          </p:cNvPr>
          <p:cNvSpPr>
            <a:spLocks noGrp="1"/>
          </p:cNvSpPr>
          <p:nvPr>
            <p:ph type="sldNum" sz="quarter" idx="20"/>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502857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Pullouts">
    <p:spTree>
      <p:nvGrpSpPr>
        <p:cNvPr id="1" name=""/>
        <p:cNvGrpSpPr/>
        <p:nvPr/>
      </p:nvGrpSpPr>
      <p:grpSpPr>
        <a:xfrm>
          <a:off x="0" y="0"/>
          <a:ext cx="0" cy="0"/>
          <a:chOff x="0" y="0"/>
          <a:chExt cx="0" cy="0"/>
        </a:xfrm>
      </p:grpSpPr>
      <p:sp>
        <p:nvSpPr>
          <p:cNvPr id="13" name="Text Placeholder 6">
            <a:extLst>
              <a:ext uri="{FF2B5EF4-FFF2-40B4-BE49-F238E27FC236}">
                <a16:creationId xmlns:a16="http://schemas.microsoft.com/office/drawing/2014/main" id="{EA75515C-08B2-490C-B8D9-273E0B4B793E}"/>
              </a:ext>
            </a:extLst>
          </p:cNvPr>
          <p:cNvSpPr>
            <a:spLocks noGrp="1"/>
          </p:cNvSpPr>
          <p:nvPr>
            <p:ph type="body" sz="quarter" idx="21" hasCustomPrompt="1"/>
          </p:nvPr>
        </p:nvSpPr>
        <p:spPr>
          <a:xfrm>
            <a:off x="8112127" y="1700213"/>
            <a:ext cx="3384548" cy="4615710"/>
          </a:xfrm>
          <a:prstGeom prst="rect">
            <a:avLst/>
          </a:prstGeom>
          <a:solidFill>
            <a:schemeClr val="accent1"/>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6" name="Title 5">
            <a:extLst>
              <a:ext uri="{FF2B5EF4-FFF2-40B4-BE49-F238E27FC236}">
                <a16:creationId xmlns:a16="http://schemas.microsoft.com/office/drawing/2014/main" id="{7DA12390-A044-4D48-96A4-00A2D51D906B}"/>
              </a:ext>
            </a:extLst>
          </p:cNvPr>
          <p:cNvSpPr>
            <a:spLocks noGrp="1"/>
          </p:cNvSpPr>
          <p:nvPr>
            <p:ph type="title"/>
          </p:nvPr>
        </p:nvSpPr>
        <p:spPr/>
        <p:txBody>
          <a:bodyPr/>
          <a:lstStyle/>
          <a:p>
            <a:r>
              <a:rPr lang="en-US"/>
              <a:t>Click to edit Master title style</a:t>
            </a:r>
            <a:endParaRPr lang="en-AU" dirty="0"/>
          </a:p>
        </p:txBody>
      </p:sp>
      <p:sp>
        <p:nvSpPr>
          <p:cNvPr id="11" name="Text Placeholder 5">
            <a:extLst>
              <a:ext uri="{FF2B5EF4-FFF2-40B4-BE49-F238E27FC236}">
                <a16:creationId xmlns:a16="http://schemas.microsoft.com/office/drawing/2014/main" id="{60070F8D-A181-4941-8E6E-89B3B6A120EA}"/>
              </a:ext>
            </a:extLst>
          </p:cNvPr>
          <p:cNvSpPr>
            <a:spLocks noGrp="1"/>
          </p:cNvSpPr>
          <p:nvPr>
            <p:ph type="body" sz="quarter" idx="18"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Text Placeholder 6">
            <a:extLst>
              <a:ext uri="{FF2B5EF4-FFF2-40B4-BE49-F238E27FC236}">
                <a16:creationId xmlns:a16="http://schemas.microsoft.com/office/drawing/2014/main" id="{5A8D97C9-2BD4-40D2-8A9C-5D0FDC041E5C}"/>
              </a:ext>
            </a:extLst>
          </p:cNvPr>
          <p:cNvSpPr>
            <a:spLocks noGrp="1"/>
          </p:cNvSpPr>
          <p:nvPr>
            <p:ph type="body" sz="quarter" idx="19" hasCustomPrompt="1"/>
          </p:nvPr>
        </p:nvSpPr>
        <p:spPr>
          <a:xfrm>
            <a:off x="695328" y="1700213"/>
            <a:ext cx="3384548" cy="4615710"/>
          </a:xfrm>
          <a:prstGeom prst="rect">
            <a:avLst/>
          </a:prstGeom>
          <a:solidFill>
            <a:srgbClr val="962A8B"/>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12" name="Text Placeholder 6">
            <a:extLst>
              <a:ext uri="{FF2B5EF4-FFF2-40B4-BE49-F238E27FC236}">
                <a16:creationId xmlns:a16="http://schemas.microsoft.com/office/drawing/2014/main" id="{2409A6CC-1C55-4870-8E22-205BA52568D4}"/>
              </a:ext>
            </a:extLst>
          </p:cNvPr>
          <p:cNvSpPr>
            <a:spLocks noGrp="1"/>
          </p:cNvSpPr>
          <p:nvPr>
            <p:ph type="body" sz="quarter" idx="20" hasCustomPrompt="1"/>
          </p:nvPr>
        </p:nvSpPr>
        <p:spPr>
          <a:xfrm>
            <a:off x="4387255" y="1692905"/>
            <a:ext cx="3384548" cy="4615710"/>
          </a:xfrm>
          <a:prstGeom prst="rect">
            <a:avLst/>
          </a:prstGeom>
          <a:solidFill>
            <a:srgbClr val="999490"/>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14" name="Rectangle 13">
            <a:extLst>
              <a:ext uri="{FF2B5EF4-FFF2-40B4-BE49-F238E27FC236}">
                <a16:creationId xmlns:a16="http://schemas.microsoft.com/office/drawing/2014/main" id="{1E1AC039-02E7-49D5-B557-F29BDF128A9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6" name="Picture 15">
            <a:extLst>
              <a:ext uri="{FF2B5EF4-FFF2-40B4-BE49-F238E27FC236}">
                <a16:creationId xmlns:a16="http://schemas.microsoft.com/office/drawing/2014/main" id="{7AE48569-D32E-4698-B1DF-F6D3A1B423B0}"/>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7" name="Footer Placeholder 6">
            <a:extLst>
              <a:ext uri="{FF2B5EF4-FFF2-40B4-BE49-F238E27FC236}">
                <a16:creationId xmlns:a16="http://schemas.microsoft.com/office/drawing/2014/main" id="{CB490FF1-595C-4C0F-8493-0452D9413FEC}"/>
              </a:ext>
            </a:extLst>
          </p:cNvPr>
          <p:cNvSpPr>
            <a:spLocks noGrp="1"/>
          </p:cNvSpPr>
          <p:nvPr>
            <p:ph type="ftr" sz="quarter" idx="23"/>
          </p:nvPr>
        </p:nvSpPr>
        <p:spPr>
          <a:xfrm>
            <a:off x="695326" y="6519171"/>
            <a:ext cx="3360109" cy="240219"/>
          </a:xfrm>
          <a:prstGeom prst="rect">
            <a:avLst/>
          </a:prstGeom>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991171E7-B6F7-4135-91FD-8404DE6A1A00}"/>
              </a:ext>
            </a:extLst>
          </p:cNvPr>
          <p:cNvSpPr>
            <a:spLocks noGrp="1"/>
          </p:cNvSpPr>
          <p:nvPr>
            <p:ph type="sldNum" sz="quarter" idx="24"/>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4028239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Multi-layout 1">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C06D0029-C709-49E4-ADBE-DE71FBF91E19}"/>
              </a:ext>
            </a:extLst>
          </p:cNvPr>
          <p:cNvSpPr>
            <a:spLocks noGrp="1"/>
          </p:cNvSpPr>
          <p:nvPr>
            <p:ph sz="quarter" idx="15"/>
          </p:nvPr>
        </p:nvSpPr>
        <p:spPr>
          <a:xfrm>
            <a:off x="694800" y="3593712"/>
            <a:ext cx="5198533" cy="2715015"/>
          </a:xfrm>
          <a:prstGeom prst="rect">
            <a:avLst/>
          </a:prstGeom>
        </p:spPr>
        <p:txBody>
          <a:bodyPr/>
          <a:lstStyle>
            <a:lvl1pPr>
              <a:defRPr lang="en-US" dirty="0" smtClean="0"/>
            </a:lvl1pPr>
            <a:lvl2pPr>
              <a:defRPr lang="en-US" dirty="0" smtClean="0"/>
            </a:lvl2pPr>
            <a:lvl3pPr>
              <a:defRPr lang="en-US" dirty="0" smtClean="0"/>
            </a:lvl3pPr>
            <a:lvl4pPr>
              <a:defRPr lang="en-US" dirty="0" smtClean="0"/>
            </a:lvl4pPr>
            <a:lvl5pPr>
              <a:defRPr lang="en-US" dirty="0" smtClean="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4" name="Content Placeholder 13">
            <a:extLst>
              <a:ext uri="{FF2B5EF4-FFF2-40B4-BE49-F238E27FC236}">
                <a16:creationId xmlns:a16="http://schemas.microsoft.com/office/drawing/2014/main" id="{842AA681-0A5C-4843-AFF7-8900ED2A6D68}"/>
              </a:ext>
            </a:extLst>
          </p:cNvPr>
          <p:cNvSpPr>
            <a:spLocks noGrp="1"/>
          </p:cNvSpPr>
          <p:nvPr>
            <p:ph sz="quarter" idx="16" hasCustomPrompt="1"/>
          </p:nvPr>
        </p:nvSpPr>
        <p:spPr>
          <a:xfrm>
            <a:off x="6288618" y="2024810"/>
            <a:ext cx="5198400" cy="2427894"/>
          </a:xfrm>
          <a:prstGeom prst="rect">
            <a:avLst/>
          </a:prstGeom>
        </p:spPr>
        <p:txBody>
          <a:bodyPr/>
          <a:lstStyle>
            <a:lvl1pPr>
              <a:defRPr/>
            </a:lvl1pPr>
          </a:lstStyle>
          <a:p>
            <a:pPr lvl="0"/>
            <a:r>
              <a:rPr lang="en-US" dirty="0"/>
              <a:t> </a:t>
            </a:r>
            <a:endParaRPr lang="en-AU" dirty="0"/>
          </a:p>
        </p:txBody>
      </p:sp>
      <p:sp>
        <p:nvSpPr>
          <p:cNvPr id="16" name="Content Placeholder 11">
            <a:extLst>
              <a:ext uri="{FF2B5EF4-FFF2-40B4-BE49-F238E27FC236}">
                <a16:creationId xmlns:a16="http://schemas.microsoft.com/office/drawing/2014/main" id="{C1A5F930-F83B-4616-AC17-D7231CE87421}"/>
              </a:ext>
            </a:extLst>
          </p:cNvPr>
          <p:cNvSpPr>
            <a:spLocks noGrp="1"/>
          </p:cNvSpPr>
          <p:nvPr>
            <p:ph sz="quarter" idx="17"/>
          </p:nvPr>
        </p:nvSpPr>
        <p:spPr>
          <a:xfrm>
            <a:off x="6288619" y="4602158"/>
            <a:ext cx="5198533" cy="1700191"/>
          </a:xfrm>
          <a:prstGeom prst="rect">
            <a:avLst/>
          </a:prstGeo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0ABFF14A-9BDE-42F0-AA14-E13CCFE3E4FE}"/>
              </a:ext>
            </a:extLst>
          </p:cNvPr>
          <p:cNvSpPr>
            <a:spLocks noGrp="1"/>
          </p:cNvSpPr>
          <p:nvPr>
            <p:ph type="body" sz="quarter" idx="18"/>
          </p:nvPr>
        </p:nvSpPr>
        <p:spPr>
          <a:xfrm>
            <a:off x="694800" y="1700808"/>
            <a:ext cx="5198532" cy="1743450"/>
          </a:xfrm>
          <a:prstGeom prst="rect">
            <a:avLst/>
          </a:prstGeom>
        </p:spPr>
        <p:txBody>
          <a:bodyPr/>
          <a:lstStyle/>
          <a:p>
            <a:pPr lvl="0"/>
            <a:r>
              <a:rPr lang="en-US"/>
              <a:t>Edit Master text styles</a:t>
            </a:r>
          </a:p>
        </p:txBody>
      </p:sp>
      <p:sp>
        <p:nvSpPr>
          <p:cNvPr id="13" name="Content Placeholder 11">
            <a:extLst>
              <a:ext uri="{FF2B5EF4-FFF2-40B4-BE49-F238E27FC236}">
                <a16:creationId xmlns:a16="http://schemas.microsoft.com/office/drawing/2014/main" id="{47FC4A52-417F-4863-97DD-E656EA43AC92}"/>
              </a:ext>
            </a:extLst>
          </p:cNvPr>
          <p:cNvSpPr>
            <a:spLocks noGrp="1"/>
          </p:cNvSpPr>
          <p:nvPr>
            <p:ph sz="quarter" idx="19" hasCustomPrompt="1"/>
          </p:nvPr>
        </p:nvSpPr>
        <p:spPr>
          <a:xfrm>
            <a:off x="6288619" y="1700809"/>
            <a:ext cx="5198533" cy="324000"/>
          </a:xfrm>
          <a:prstGeom prst="rect">
            <a:avLst/>
          </a:prstGeom>
        </p:spPr>
        <p:txBody>
          <a:bodyPr>
            <a:normAutofit/>
          </a:bodyPr>
          <a:lstStyle>
            <a:lvl5pPr>
              <a:defRPr lang="en-AU" sz="2000" b="1" dirty="0"/>
            </a:lvl5pPr>
          </a:lstStyle>
          <a:p>
            <a:pPr lvl="4"/>
            <a:r>
              <a:rPr lang="en-US" dirty="0"/>
              <a:t>Fifth level</a:t>
            </a:r>
            <a:endParaRPr lang="en-AU" dirty="0"/>
          </a:p>
        </p:txBody>
      </p:sp>
      <p:sp>
        <p:nvSpPr>
          <p:cNvPr id="7" name="Title 6">
            <a:extLst>
              <a:ext uri="{FF2B5EF4-FFF2-40B4-BE49-F238E27FC236}">
                <a16:creationId xmlns:a16="http://schemas.microsoft.com/office/drawing/2014/main" id="{5A696586-6988-4D6B-BE2D-2C0EDF447A61}"/>
              </a:ext>
            </a:extLst>
          </p:cNvPr>
          <p:cNvSpPr>
            <a:spLocks noGrp="1"/>
          </p:cNvSpPr>
          <p:nvPr>
            <p:ph type="title"/>
          </p:nvPr>
        </p:nvSpPr>
        <p:spPr/>
        <p:txBody>
          <a:bodyPr/>
          <a:lstStyle/>
          <a:p>
            <a:r>
              <a:rPr lang="en-US"/>
              <a:t>Click to edit Master title style</a:t>
            </a:r>
            <a:endParaRPr lang="en-AU" dirty="0"/>
          </a:p>
        </p:txBody>
      </p:sp>
      <p:sp>
        <p:nvSpPr>
          <p:cNvPr id="15" name="Text Placeholder 5">
            <a:extLst>
              <a:ext uri="{FF2B5EF4-FFF2-40B4-BE49-F238E27FC236}">
                <a16:creationId xmlns:a16="http://schemas.microsoft.com/office/drawing/2014/main" id="{14229EC4-696A-4791-8EB0-396DF61F7A28}"/>
              </a:ext>
            </a:extLst>
          </p:cNvPr>
          <p:cNvSpPr>
            <a:spLocks noGrp="1"/>
          </p:cNvSpPr>
          <p:nvPr>
            <p:ph type="body" sz="quarter" idx="23"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7" name="Rectangle 16">
            <a:extLst>
              <a:ext uri="{FF2B5EF4-FFF2-40B4-BE49-F238E27FC236}">
                <a16:creationId xmlns:a16="http://schemas.microsoft.com/office/drawing/2014/main" id="{FB3B4A2E-6294-4DC9-8779-3231A7E9B5C2}"/>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9" name="Picture 18">
            <a:extLst>
              <a:ext uri="{FF2B5EF4-FFF2-40B4-BE49-F238E27FC236}">
                <a16:creationId xmlns:a16="http://schemas.microsoft.com/office/drawing/2014/main" id="{4BCAB502-16F2-4A19-97A1-C081D226597B}"/>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8" name="Footer Placeholder 7">
            <a:extLst>
              <a:ext uri="{FF2B5EF4-FFF2-40B4-BE49-F238E27FC236}">
                <a16:creationId xmlns:a16="http://schemas.microsoft.com/office/drawing/2014/main" id="{CEC400A7-6A57-42A4-9CC7-26ED632D030D}"/>
              </a:ext>
            </a:extLst>
          </p:cNvPr>
          <p:cNvSpPr>
            <a:spLocks noGrp="1"/>
          </p:cNvSpPr>
          <p:nvPr>
            <p:ph type="ftr" sz="quarter" idx="25"/>
          </p:nvPr>
        </p:nvSpPr>
        <p:spPr>
          <a:xfrm>
            <a:off x="695326" y="6519171"/>
            <a:ext cx="3360109" cy="240219"/>
          </a:xfrm>
          <a:prstGeom prst="rect">
            <a:avLst/>
          </a:prstGeom>
        </p:spPr>
        <p:txBody>
          <a:bodyPr/>
          <a:lstStyle/>
          <a:p>
            <a:r>
              <a:rPr lang="en-AU"/>
              <a:t>SLAT7806 Research Methods</a:t>
            </a:r>
            <a:endParaRPr lang="en-AU" dirty="0"/>
          </a:p>
        </p:txBody>
      </p:sp>
      <p:sp>
        <p:nvSpPr>
          <p:cNvPr id="9" name="Slide Number Placeholder 8">
            <a:extLst>
              <a:ext uri="{FF2B5EF4-FFF2-40B4-BE49-F238E27FC236}">
                <a16:creationId xmlns:a16="http://schemas.microsoft.com/office/drawing/2014/main" id="{4BD824B6-391C-442D-8A27-0B268DB3667B}"/>
              </a:ext>
            </a:extLst>
          </p:cNvPr>
          <p:cNvSpPr>
            <a:spLocks noGrp="1"/>
          </p:cNvSpPr>
          <p:nvPr>
            <p:ph type="sldNum" sz="quarter" idx="26"/>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921181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Multi-layout 2">
    <p:spTree>
      <p:nvGrpSpPr>
        <p:cNvPr id="1" name=""/>
        <p:cNvGrpSpPr/>
        <p:nvPr/>
      </p:nvGrpSpPr>
      <p:grpSpPr>
        <a:xfrm>
          <a:off x="0" y="0"/>
          <a:ext cx="0" cy="0"/>
          <a:chOff x="0" y="0"/>
          <a:chExt cx="0" cy="0"/>
        </a:xfrm>
      </p:grpSpPr>
      <p:sp>
        <p:nvSpPr>
          <p:cNvPr id="19" name="Content Placeholder 18">
            <a:extLst>
              <a:ext uri="{FF2B5EF4-FFF2-40B4-BE49-F238E27FC236}">
                <a16:creationId xmlns:a16="http://schemas.microsoft.com/office/drawing/2014/main" id="{1680838C-6DDD-4367-8C7B-8D49AA3A036A}"/>
              </a:ext>
            </a:extLst>
          </p:cNvPr>
          <p:cNvSpPr>
            <a:spLocks noGrp="1"/>
          </p:cNvSpPr>
          <p:nvPr>
            <p:ph sz="quarter" idx="19" hasCustomPrompt="1"/>
          </p:nvPr>
        </p:nvSpPr>
        <p:spPr>
          <a:xfrm>
            <a:off x="6286500" y="2677684"/>
            <a:ext cx="5219998" cy="1615411"/>
          </a:xfrm>
          <a:prstGeom prst="rect">
            <a:avLst/>
          </a:prstGeom>
        </p:spPr>
        <p:txBody>
          <a:bodyPr/>
          <a:lstStyle/>
          <a:p>
            <a:pPr lvl="0"/>
            <a:r>
              <a:rPr lang="en-AU" dirty="0"/>
              <a:t> </a:t>
            </a:r>
          </a:p>
        </p:txBody>
      </p:sp>
      <p:sp>
        <p:nvSpPr>
          <p:cNvPr id="20" name="Content Placeholder 18">
            <a:extLst>
              <a:ext uri="{FF2B5EF4-FFF2-40B4-BE49-F238E27FC236}">
                <a16:creationId xmlns:a16="http://schemas.microsoft.com/office/drawing/2014/main" id="{8C9CC71C-D628-4B8C-8AB1-D318B0D686CF}"/>
              </a:ext>
            </a:extLst>
          </p:cNvPr>
          <p:cNvSpPr>
            <a:spLocks noGrp="1"/>
          </p:cNvSpPr>
          <p:nvPr>
            <p:ph sz="quarter" idx="20" hasCustomPrompt="1"/>
          </p:nvPr>
        </p:nvSpPr>
        <p:spPr>
          <a:xfrm>
            <a:off x="6286500" y="4694142"/>
            <a:ext cx="5219996" cy="1615178"/>
          </a:xfrm>
          <a:prstGeom prst="rect">
            <a:avLst/>
          </a:prstGeom>
        </p:spPr>
        <p:txBody>
          <a:bodyPr/>
          <a:lstStyle>
            <a:lvl1pPr>
              <a:defRPr/>
            </a:lvl1pPr>
          </a:lstStyle>
          <a:p>
            <a:pPr lvl="0"/>
            <a:r>
              <a:rPr lang="en-US" dirty="0"/>
              <a:t> </a:t>
            </a:r>
            <a:endParaRPr lang="en-AU" dirty="0"/>
          </a:p>
        </p:txBody>
      </p:sp>
      <p:sp>
        <p:nvSpPr>
          <p:cNvPr id="12" name="Text Placeholder 5">
            <a:extLst>
              <a:ext uri="{FF2B5EF4-FFF2-40B4-BE49-F238E27FC236}">
                <a16:creationId xmlns:a16="http://schemas.microsoft.com/office/drawing/2014/main" id="{47EF0A71-527C-4177-BD73-0A32F4F3B7C2}"/>
              </a:ext>
            </a:extLst>
          </p:cNvPr>
          <p:cNvSpPr>
            <a:spLocks noGrp="1"/>
          </p:cNvSpPr>
          <p:nvPr>
            <p:ph type="body" sz="quarter" idx="25"/>
          </p:nvPr>
        </p:nvSpPr>
        <p:spPr>
          <a:xfrm>
            <a:off x="6286500" y="2279659"/>
            <a:ext cx="5222136" cy="324000"/>
          </a:xfrm>
          <a:prstGeom prst="rect">
            <a:avLst/>
          </a:prstGeom>
        </p:spPr>
        <p:txBody>
          <a:bodyPr/>
          <a:lstStyle>
            <a:lvl1pPr>
              <a:lnSpc>
                <a:spcPct val="100000"/>
              </a:lnSpc>
              <a:defRPr sz="1200" b="1">
                <a:solidFill>
                  <a:schemeClr val="accent1"/>
                </a:solidFill>
              </a:defRPr>
            </a:lvl1pPr>
            <a:lvl6pPr>
              <a:defRPr b="0"/>
            </a:lvl6pPr>
          </a:lstStyle>
          <a:p>
            <a:pPr lvl="0"/>
            <a:r>
              <a:rPr lang="en-US"/>
              <a:t>Edit Master text styles</a:t>
            </a:r>
          </a:p>
        </p:txBody>
      </p:sp>
      <p:sp>
        <p:nvSpPr>
          <p:cNvPr id="14" name="Text Placeholder 5">
            <a:extLst>
              <a:ext uri="{FF2B5EF4-FFF2-40B4-BE49-F238E27FC236}">
                <a16:creationId xmlns:a16="http://schemas.microsoft.com/office/drawing/2014/main" id="{FFFB469D-AB37-445A-8C5C-9EDAC47CC608}"/>
              </a:ext>
            </a:extLst>
          </p:cNvPr>
          <p:cNvSpPr>
            <a:spLocks noGrp="1"/>
          </p:cNvSpPr>
          <p:nvPr>
            <p:ph type="body" sz="quarter" idx="26"/>
          </p:nvPr>
        </p:nvSpPr>
        <p:spPr>
          <a:xfrm>
            <a:off x="6286500" y="4401144"/>
            <a:ext cx="5222136" cy="324000"/>
          </a:xfrm>
          <a:prstGeom prst="rect">
            <a:avLst/>
          </a:prstGeom>
        </p:spPr>
        <p:txBody>
          <a:bodyPr/>
          <a:lstStyle>
            <a:lvl1pPr>
              <a:lnSpc>
                <a:spcPct val="100000"/>
              </a:lnSpc>
              <a:defRPr sz="1200" b="1">
                <a:solidFill>
                  <a:schemeClr val="accent1"/>
                </a:solidFill>
              </a:defRPr>
            </a:lvl1pPr>
            <a:lvl6pPr>
              <a:defRPr b="0"/>
            </a:lvl6pPr>
          </a:lstStyle>
          <a:p>
            <a:pPr lvl="0"/>
            <a:r>
              <a:rPr lang="en-US"/>
              <a:t>Edit Master text styles</a:t>
            </a:r>
          </a:p>
        </p:txBody>
      </p:sp>
      <p:sp>
        <p:nvSpPr>
          <p:cNvPr id="9" name="Text Placeholder 8">
            <a:extLst>
              <a:ext uri="{FF2B5EF4-FFF2-40B4-BE49-F238E27FC236}">
                <a16:creationId xmlns:a16="http://schemas.microsoft.com/office/drawing/2014/main" id="{892F6810-4203-426A-BA3F-12E853FD972A}"/>
              </a:ext>
            </a:extLst>
          </p:cNvPr>
          <p:cNvSpPr>
            <a:spLocks noGrp="1"/>
          </p:cNvSpPr>
          <p:nvPr>
            <p:ph type="body" sz="quarter" idx="28"/>
          </p:nvPr>
        </p:nvSpPr>
        <p:spPr>
          <a:xfrm>
            <a:off x="694800" y="2279196"/>
            <a:ext cx="5183717" cy="2013899"/>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1" name="Text Placeholder 8">
            <a:extLst>
              <a:ext uri="{FF2B5EF4-FFF2-40B4-BE49-F238E27FC236}">
                <a16:creationId xmlns:a16="http://schemas.microsoft.com/office/drawing/2014/main" id="{5608E6E7-0CC5-4C1B-8095-7EA4A3FE80AB}"/>
              </a:ext>
            </a:extLst>
          </p:cNvPr>
          <p:cNvSpPr>
            <a:spLocks noGrp="1"/>
          </p:cNvSpPr>
          <p:nvPr>
            <p:ph type="body" sz="quarter" idx="29"/>
          </p:nvPr>
        </p:nvSpPr>
        <p:spPr>
          <a:xfrm>
            <a:off x="694800" y="4401144"/>
            <a:ext cx="5183717" cy="1908176"/>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p:txBody>
      </p:sp>
      <p:sp>
        <p:nvSpPr>
          <p:cNvPr id="7" name="Title 6">
            <a:extLst>
              <a:ext uri="{FF2B5EF4-FFF2-40B4-BE49-F238E27FC236}">
                <a16:creationId xmlns:a16="http://schemas.microsoft.com/office/drawing/2014/main" id="{6AE219F9-19D4-45A2-9D79-6847ED38E26C}"/>
              </a:ext>
            </a:extLst>
          </p:cNvPr>
          <p:cNvSpPr>
            <a:spLocks noGrp="1"/>
          </p:cNvSpPr>
          <p:nvPr>
            <p:ph type="title"/>
          </p:nvPr>
        </p:nvSpPr>
        <p:spPr/>
        <p:txBody>
          <a:bodyPr/>
          <a:lstStyle/>
          <a:p>
            <a:r>
              <a:rPr lang="en-US"/>
              <a:t>Click to edit Master title style</a:t>
            </a:r>
            <a:endParaRPr lang="en-AU" dirty="0"/>
          </a:p>
        </p:txBody>
      </p:sp>
      <p:sp>
        <p:nvSpPr>
          <p:cNvPr id="16" name="Text Placeholder 5">
            <a:extLst>
              <a:ext uri="{FF2B5EF4-FFF2-40B4-BE49-F238E27FC236}">
                <a16:creationId xmlns:a16="http://schemas.microsoft.com/office/drawing/2014/main" id="{688F5021-D4C3-4888-A4D5-06E996CC2139}"/>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5" name="Rectangle 14">
            <a:extLst>
              <a:ext uri="{FF2B5EF4-FFF2-40B4-BE49-F238E27FC236}">
                <a16:creationId xmlns:a16="http://schemas.microsoft.com/office/drawing/2014/main" id="{301F3FBD-B2FA-4ECC-94B3-AE0A46E7AD40}"/>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8" name="Picture 17">
            <a:extLst>
              <a:ext uri="{FF2B5EF4-FFF2-40B4-BE49-F238E27FC236}">
                <a16:creationId xmlns:a16="http://schemas.microsoft.com/office/drawing/2014/main" id="{B9D1DA3F-F774-45EB-B6E3-EB3EBFC56BF8}"/>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7" name="Text Placeholder 5">
            <a:extLst>
              <a:ext uri="{FF2B5EF4-FFF2-40B4-BE49-F238E27FC236}">
                <a16:creationId xmlns:a16="http://schemas.microsoft.com/office/drawing/2014/main" id="{59483DB6-35E8-41E9-930B-445C4EFE7A77}"/>
              </a:ext>
            </a:extLst>
          </p:cNvPr>
          <p:cNvSpPr>
            <a:spLocks noGrp="1"/>
          </p:cNvSpPr>
          <p:nvPr>
            <p:ph type="body" sz="quarter" idx="31" hasCustomPrompt="1"/>
          </p:nvPr>
        </p:nvSpPr>
        <p:spPr>
          <a:xfrm>
            <a:off x="695325" y="1700808"/>
            <a:ext cx="10801350" cy="504825"/>
          </a:xfrm>
        </p:spPr>
        <p:txBody>
          <a:bodyPr>
            <a:normAutofit/>
          </a:bodyPr>
          <a:lstStyle>
            <a:lvl1pPr>
              <a:defRPr sz="2000" b="1">
                <a:solidFill>
                  <a:schemeClr val="accent1"/>
                </a:solidFill>
              </a:defRPr>
            </a:lvl1pPr>
            <a:lvl2pPr marL="612" indent="0">
              <a:buNone/>
              <a:defRPr/>
            </a:lvl2pPr>
          </a:lstStyle>
          <a:p>
            <a:pPr lvl="0"/>
            <a:r>
              <a:rPr lang="en-US" dirty="0"/>
              <a:t>[Subtitle]</a:t>
            </a:r>
          </a:p>
        </p:txBody>
      </p:sp>
      <p:sp>
        <p:nvSpPr>
          <p:cNvPr id="6" name="Footer Placeholder 5">
            <a:extLst>
              <a:ext uri="{FF2B5EF4-FFF2-40B4-BE49-F238E27FC236}">
                <a16:creationId xmlns:a16="http://schemas.microsoft.com/office/drawing/2014/main" id="{B90807C1-4AC5-41D4-9F66-2FFE2C9FCBEE}"/>
              </a:ext>
            </a:extLst>
          </p:cNvPr>
          <p:cNvSpPr>
            <a:spLocks noGrp="1"/>
          </p:cNvSpPr>
          <p:nvPr>
            <p:ph type="ftr" sz="quarter" idx="33"/>
          </p:nvPr>
        </p:nvSpPr>
        <p:spPr>
          <a:xfrm>
            <a:off x="695326" y="6519171"/>
            <a:ext cx="3360109" cy="240219"/>
          </a:xfrm>
          <a:prstGeom prst="rect">
            <a:avLst/>
          </a:prstGeom>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BB1CA24C-277F-4699-AACD-0CE7FA333A21}"/>
              </a:ext>
            </a:extLst>
          </p:cNvPr>
          <p:cNvSpPr>
            <a:spLocks noGrp="1"/>
          </p:cNvSpPr>
          <p:nvPr>
            <p:ph type="sldNum" sz="quarter" idx="34"/>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160158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9EE8B-9737-4CD0-834C-9321616FE29F}"/>
              </a:ext>
            </a:extLst>
          </p:cNvPr>
          <p:cNvSpPr>
            <a:spLocks noGrp="1"/>
          </p:cNvSpPr>
          <p:nvPr>
            <p:ph type="title"/>
          </p:nvPr>
        </p:nvSpPr>
        <p:spPr/>
        <p:txBody>
          <a:bodyPr/>
          <a:lstStyle/>
          <a:p>
            <a:r>
              <a:rPr lang="en-US"/>
              <a:t>Click to edit Master title style</a:t>
            </a:r>
            <a:endParaRPr lang="en-AU" dirty="0"/>
          </a:p>
        </p:txBody>
      </p:sp>
      <p:sp>
        <p:nvSpPr>
          <p:cNvPr id="8" name="Text Placeholder 5">
            <a:extLst>
              <a:ext uri="{FF2B5EF4-FFF2-40B4-BE49-F238E27FC236}">
                <a16:creationId xmlns:a16="http://schemas.microsoft.com/office/drawing/2014/main" id="{3A7132BB-77E6-4CDB-BD22-890A94E03075}"/>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547FA311-E5C8-49FB-A70D-B5D69EF896F4}"/>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1" name="Picture 10">
            <a:extLst>
              <a:ext uri="{FF2B5EF4-FFF2-40B4-BE49-F238E27FC236}">
                <a16:creationId xmlns:a16="http://schemas.microsoft.com/office/drawing/2014/main" id="{577DAC2F-25B2-40B2-B3C3-AEDF3893C15B}"/>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4" name="Footer Placeholder 3">
            <a:extLst>
              <a:ext uri="{FF2B5EF4-FFF2-40B4-BE49-F238E27FC236}">
                <a16:creationId xmlns:a16="http://schemas.microsoft.com/office/drawing/2014/main" id="{D307EFFC-A8F6-46B6-82DB-6FB3399678B7}"/>
              </a:ext>
            </a:extLst>
          </p:cNvPr>
          <p:cNvSpPr>
            <a:spLocks noGrp="1"/>
          </p:cNvSpPr>
          <p:nvPr>
            <p:ph type="ftr" sz="quarter" idx="17"/>
          </p:nvPr>
        </p:nvSpPr>
        <p:spPr>
          <a:xfrm>
            <a:off x="695326" y="6519171"/>
            <a:ext cx="3360109" cy="240219"/>
          </a:xfrm>
          <a:prstGeom prst="rect">
            <a:avLst/>
          </a:prstGeom>
        </p:spPr>
        <p:txBody>
          <a:bodyPr/>
          <a:lstStyle/>
          <a:p>
            <a:r>
              <a:rPr lang="en-AU"/>
              <a:t>SLAT7806 Research Methods</a:t>
            </a:r>
            <a:endParaRPr lang="en-AU" dirty="0"/>
          </a:p>
        </p:txBody>
      </p:sp>
      <p:sp>
        <p:nvSpPr>
          <p:cNvPr id="10" name="Slide Number Placeholder 9">
            <a:extLst>
              <a:ext uri="{FF2B5EF4-FFF2-40B4-BE49-F238E27FC236}">
                <a16:creationId xmlns:a16="http://schemas.microsoft.com/office/drawing/2014/main" id="{11037509-88E8-46BB-B6E5-FC65A58ADE60}"/>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980704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Blank Brande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933EA7-FE92-4C6D-8733-61E671888999}"/>
              </a:ext>
            </a:extLst>
          </p:cNvPr>
          <p:cNvSpPr/>
          <p:nvPr userDrawn="1"/>
        </p:nvSpPr>
        <p:spPr bwMode="white">
          <a:xfrm>
            <a:off x="2" y="-27384"/>
            <a:ext cx="12191999" cy="10081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pic>
        <p:nvPicPr>
          <p:cNvPr id="4" name="Picture 3">
            <a:extLst>
              <a:ext uri="{FF2B5EF4-FFF2-40B4-BE49-F238E27FC236}">
                <a16:creationId xmlns:a16="http://schemas.microsoft.com/office/drawing/2014/main" id="{A4A50E81-A697-4D2A-9C73-3BBE321DFC06}"/>
              </a:ext>
            </a:extLst>
          </p:cNvPr>
          <p:cNvPicPr>
            <a:picLocks noChangeAspect="1"/>
          </p:cNvPicPr>
          <p:nvPr userDrawn="1"/>
        </p:nvPicPr>
        <p:blipFill rotWithShape="1">
          <a:blip r:embed="rId2"/>
          <a:srcRect r="42155"/>
          <a:stretch/>
        </p:blipFill>
        <p:spPr>
          <a:xfrm>
            <a:off x="10271272" y="152896"/>
            <a:ext cx="1237347" cy="324000"/>
          </a:xfrm>
          <a:prstGeom prst="rect">
            <a:avLst/>
          </a:prstGeom>
        </p:spPr>
      </p:pic>
      <p:sp>
        <p:nvSpPr>
          <p:cNvPr id="2" name="Footer Placeholder 1">
            <a:extLst>
              <a:ext uri="{FF2B5EF4-FFF2-40B4-BE49-F238E27FC236}">
                <a16:creationId xmlns:a16="http://schemas.microsoft.com/office/drawing/2014/main" id="{8F016725-1C5D-4F6E-900B-3580ED1B4E08}"/>
              </a:ext>
            </a:extLst>
          </p:cNvPr>
          <p:cNvSpPr>
            <a:spLocks noGrp="1"/>
          </p:cNvSpPr>
          <p:nvPr>
            <p:ph type="ftr" sz="quarter" idx="10"/>
          </p:nvPr>
        </p:nvSpPr>
        <p:spPr>
          <a:xfrm>
            <a:off x="695326" y="6519171"/>
            <a:ext cx="3360109" cy="240219"/>
          </a:xfrm>
          <a:prstGeom prst="rect">
            <a:avLst/>
          </a:prstGeom>
        </p:spPr>
        <p:txBody>
          <a:bodyPr/>
          <a:lstStyle/>
          <a:p>
            <a:r>
              <a:rPr lang="en-AU"/>
              <a:t>SLAT7806 Research Methods</a:t>
            </a:r>
            <a:endParaRPr lang="en-AU" dirty="0"/>
          </a:p>
        </p:txBody>
      </p:sp>
      <p:sp>
        <p:nvSpPr>
          <p:cNvPr id="5" name="Slide Number Placeholder 4">
            <a:extLst>
              <a:ext uri="{FF2B5EF4-FFF2-40B4-BE49-F238E27FC236}">
                <a16:creationId xmlns:a16="http://schemas.microsoft.com/office/drawing/2014/main" id="{217FE64C-392C-4148-996C-A5BCCCAC7BD2}"/>
              </a:ext>
            </a:extLst>
          </p:cNvPr>
          <p:cNvSpPr>
            <a:spLocks noGrp="1"/>
          </p:cNvSpPr>
          <p:nvPr>
            <p:ph type="sldNum" sz="quarter" idx="11"/>
          </p:nvPr>
        </p:nvSpPr>
        <p:spPr/>
        <p:txBody>
          <a:bodyPr/>
          <a:lstStyle/>
          <a:p>
            <a:fld id="{E917DE0E-AFB1-41FD-BC35-27DB61CA125F}" type="slidenum">
              <a:rPr lang="en-AU" smtClean="0"/>
              <a:pPr/>
              <a:t>‹#›</a:t>
            </a:fld>
            <a:endParaRPr lang="en-AU" dirty="0"/>
          </a:p>
        </p:txBody>
      </p:sp>
      <p:sp>
        <p:nvSpPr>
          <p:cNvPr id="6" name="Text Placeholder 5">
            <a:extLst>
              <a:ext uri="{FF2B5EF4-FFF2-40B4-BE49-F238E27FC236}">
                <a16:creationId xmlns:a16="http://schemas.microsoft.com/office/drawing/2014/main" id="{D887849A-F529-4CD5-AC55-05BB9FCEC1E4}"/>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Tree>
    <p:extLst>
      <p:ext uri="{BB962C8B-B14F-4D97-AF65-F5344CB8AC3E}">
        <p14:creationId xmlns:p14="http://schemas.microsoft.com/office/powerpoint/2010/main" val="23351393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DBD1DEA-6C0B-48CD-8886-623BD6330C76}"/>
              </a:ext>
            </a:extLst>
          </p:cNvPr>
          <p:cNvSpPr/>
          <p:nvPr userDrawn="1"/>
        </p:nvSpPr>
        <p:spPr bwMode="invGray">
          <a:xfrm>
            <a:off x="0" y="0"/>
            <a:ext cx="12192000" cy="6858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2" name="Title 1"/>
          <p:cNvSpPr>
            <a:spLocks noGrp="1"/>
          </p:cNvSpPr>
          <p:nvPr>
            <p:ph type="title"/>
          </p:nvPr>
        </p:nvSpPr>
        <p:spPr bwMode="white">
          <a:xfrm>
            <a:off x="694800" y="1082188"/>
            <a:ext cx="10744005" cy="720081"/>
          </a:xfrm>
        </p:spPr>
        <p:txBody>
          <a:bodyPr anchor="b">
            <a:noAutofit/>
          </a:bodyPr>
          <a:lstStyle>
            <a:lvl1pPr>
              <a:lnSpc>
                <a:spcPts val="5040"/>
              </a:lnSpc>
              <a:defRPr sz="4200">
                <a:solidFill>
                  <a:schemeClr val="bg1"/>
                </a:solidFill>
              </a:defRPr>
            </a:lvl1pPr>
          </a:lstStyle>
          <a:p>
            <a:r>
              <a:rPr lang="en-US" dirty="0"/>
              <a:t>Click to edit Master title style</a:t>
            </a:r>
            <a:endParaRPr lang="en-AU" dirty="0"/>
          </a:p>
        </p:txBody>
      </p:sp>
      <p:sp>
        <p:nvSpPr>
          <p:cNvPr id="7" name="Text Placeholder 6"/>
          <p:cNvSpPr>
            <a:spLocks noGrp="1"/>
          </p:cNvSpPr>
          <p:nvPr>
            <p:ph type="body" sz="quarter" idx="10" hasCustomPrompt="1"/>
          </p:nvPr>
        </p:nvSpPr>
        <p:spPr bwMode="white">
          <a:xfrm>
            <a:off x="694800" y="1876346"/>
            <a:ext cx="3254263" cy="832577"/>
          </a:xfrm>
          <a:prstGeom prst="rect">
            <a:avLst/>
          </a:prstGeom>
        </p:spPr>
        <p:txBody>
          <a:bodyPr>
            <a:normAutofit/>
          </a:bodyPr>
          <a:lstStyle>
            <a:lvl1pPr marL="0" indent="0">
              <a:lnSpc>
                <a:spcPct val="100000"/>
              </a:lnSpc>
              <a:spcBef>
                <a:spcPts val="0"/>
              </a:spcBef>
              <a:spcAft>
                <a:spcPts val="0"/>
              </a:spcAft>
              <a:buNone/>
              <a:defRPr sz="1200">
                <a:solidFill>
                  <a:schemeClr val="bg1"/>
                </a:solidFill>
              </a:defRPr>
            </a:lvl1pPr>
          </a:lstStyle>
          <a:p>
            <a:pPr lvl="0"/>
            <a:r>
              <a:rPr lang="en-US" dirty="0"/>
              <a:t>Click to edit </a:t>
            </a:r>
            <a:br>
              <a:rPr lang="en-US" dirty="0"/>
            </a:br>
            <a:r>
              <a:rPr lang="en-US" dirty="0"/>
              <a:t>Master text styles</a:t>
            </a:r>
          </a:p>
        </p:txBody>
      </p:sp>
      <p:sp>
        <p:nvSpPr>
          <p:cNvPr id="11" name="Text Placeholder 6">
            <a:extLst>
              <a:ext uri="{FF2B5EF4-FFF2-40B4-BE49-F238E27FC236}">
                <a16:creationId xmlns:a16="http://schemas.microsoft.com/office/drawing/2014/main" id="{0758AADB-42F9-44FF-A436-0031B6B2680A}"/>
              </a:ext>
            </a:extLst>
          </p:cNvPr>
          <p:cNvSpPr>
            <a:spLocks noGrp="1"/>
          </p:cNvSpPr>
          <p:nvPr>
            <p:ph type="body" sz="quarter" idx="11" hasCustomPrompt="1"/>
          </p:nvPr>
        </p:nvSpPr>
        <p:spPr bwMode="white">
          <a:xfrm>
            <a:off x="1087509" y="2852939"/>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5" name="Text Placeholder 6">
            <a:extLst>
              <a:ext uri="{FF2B5EF4-FFF2-40B4-BE49-F238E27FC236}">
                <a16:creationId xmlns:a16="http://schemas.microsoft.com/office/drawing/2014/main" id="{9EB3BAB6-8B24-4F70-BDDC-75B91A4FB1D5}"/>
              </a:ext>
            </a:extLst>
          </p:cNvPr>
          <p:cNvSpPr>
            <a:spLocks noGrp="1"/>
          </p:cNvSpPr>
          <p:nvPr>
            <p:ph type="body" sz="quarter" idx="12" hasCustomPrompt="1"/>
          </p:nvPr>
        </p:nvSpPr>
        <p:spPr bwMode="white">
          <a:xfrm>
            <a:off x="1087509" y="3125021"/>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20" name="Right Triangle 3">
            <a:extLst>
              <a:ext uri="{FF2B5EF4-FFF2-40B4-BE49-F238E27FC236}">
                <a16:creationId xmlns:a16="http://schemas.microsoft.com/office/drawing/2014/main" id="{98BF4DE5-D126-4077-BBC8-5F3A09BC0E5C}"/>
              </a:ext>
            </a:extLst>
          </p:cNvPr>
          <p:cNvSpPr/>
          <p:nvPr userDrawn="1"/>
        </p:nvSpPr>
        <p:spPr bwMode="white">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13" name="Text Placeholder 6">
            <a:extLst>
              <a:ext uri="{FF2B5EF4-FFF2-40B4-BE49-F238E27FC236}">
                <a16:creationId xmlns:a16="http://schemas.microsoft.com/office/drawing/2014/main" id="{B8A2EB93-6CF0-469A-B44D-3B50AF0CEE6D}"/>
              </a:ext>
            </a:extLst>
          </p:cNvPr>
          <p:cNvSpPr>
            <a:spLocks noGrp="1"/>
          </p:cNvSpPr>
          <p:nvPr>
            <p:ph type="body" sz="quarter" idx="13" hasCustomPrompt="1"/>
          </p:nvPr>
        </p:nvSpPr>
        <p:spPr bwMode="white">
          <a:xfrm>
            <a:off x="1087509" y="3415094"/>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6" name="Text Placeholder 6">
            <a:extLst>
              <a:ext uri="{FF2B5EF4-FFF2-40B4-BE49-F238E27FC236}">
                <a16:creationId xmlns:a16="http://schemas.microsoft.com/office/drawing/2014/main" id="{81CEC2A5-BF8B-405F-BFB8-A7AC93A346C2}"/>
              </a:ext>
            </a:extLst>
          </p:cNvPr>
          <p:cNvSpPr>
            <a:spLocks noGrp="1"/>
          </p:cNvSpPr>
          <p:nvPr>
            <p:ph type="body" sz="quarter" idx="14" hasCustomPrompt="1"/>
          </p:nvPr>
        </p:nvSpPr>
        <p:spPr bwMode="white">
          <a:xfrm>
            <a:off x="1087509" y="3687176"/>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8" name="Text Placeholder 6">
            <a:extLst>
              <a:ext uri="{FF2B5EF4-FFF2-40B4-BE49-F238E27FC236}">
                <a16:creationId xmlns:a16="http://schemas.microsoft.com/office/drawing/2014/main" id="{191147DD-03AA-4BA3-AFAA-F070EDBA94F2}"/>
              </a:ext>
            </a:extLst>
          </p:cNvPr>
          <p:cNvSpPr>
            <a:spLocks noGrp="1"/>
          </p:cNvSpPr>
          <p:nvPr>
            <p:ph type="body" sz="quarter" idx="15" hasCustomPrompt="1"/>
          </p:nvPr>
        </p:nvSpPr>
        <p:spPr bwMode="white">
          <a:xfrm>
            <a:off x="1087509" y="3957493"/>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9" name="Graphic 1">
            <a:extLst>
              <a:ext uri="{FF2B5EF4-FFF2-40B4-BE49-F238E27FC236}">
                <a16:creationId xmlns:a16="http://schemas.microsoft.com/office/drawing/2014/main" id="{6B4A31B5-8366-4D72-B33B-C4528CEC8D4B}"/>
              </a:ext>
            </a:extLst>
          </p:cNvPr>
          <p:cNvSpPr/>
          <p:nvPr userDrawn="1"/>
        </p:nvSpPr>
        <p:spPr bwMode="white">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pic>
        <p:nvPicPr>
          <p:cNvPr id="22" name="Picture 21">
            <a:extLst>
              <a:ext uri="{FF2B5EF4-FFF2-40B4-BE49-F238E27FC236}">
                <a16:creationId xmlns:a16="http://schemas.microsoft.com/office/drawing/2014/main" id="{B864D713-B046-4FE6-BDD7-EE4264F7C42D}"/>
              </a:ext>
            </a:extLst>
          </p:cNvPr>
          <p:cNvPicPr>
            <a:picLocks noChangeAspect="1"/>
          </p:cNvPicPr>
          <p:nvPr userDrawn="1"/>
        </p:nvPicPr>
        <p:blipFill>
          <a:blip r:embed="rId2"/>
          <a:stretch>
            <a:fillRect/>
          </a:stretch>
        </p:blipFill>
        <p:spPr>
          <a:xfrm>
            <a:off x="695325" y="207631"/>
            <a:ext cx="3204000" cy="472463"/>
          </a:xfrm>
          <a:prstGeom prst="rect">
            <a:avLst/>
          </a:prstGeom>
        </p:spPr>
      </p:pic>
      <p:sp>
        <p:nvSpPr>
          <p:cNvPr id="14" name="TextBox 13">
            <a:extLst>
              <a:ext uri="{FF2B5EF4-FFF2-40B4-BE49-F238E27FC236}">
                <a16:creationId xmlns:a16="http://schemas.microsoft.com/office/drawing/2014/main" id="{ECEDAD56-26A5-445E-899E-91F378A60EDF}"/>
              </a:ext>
            </a:extLst>
          </p:cNvPr>
          <p:cNvSpPr txBox="1"/>
          <p:nvPr userDrawn="1"/>
        </p:nvSpPr>
        <p:spPr>
          <a:xfrm>
            <a:off x="694800" y="4545136"/>
            <a:ext cx="2391677" cy="108000"/>
          </a:xfrm>
          <a:prstGeom prst="rect">
            <a:avLst/>
          </a:prstGeom>
          <a:noFill/>
        </p:spPr>
        <p:txBody>
          <a:bodyPr wrap="square" lIns="0" tIns="0" rIns="0" bIns="0" rtlCol="0" anchor="ctr">
            <a:noAutofit/>
          </a:bodyPr>
          <a:lstStyle/>
          <a:p>
            <a:r>
              <a:rPr lang="en-AU" sz="650" dirty="0">
                <a:solidFill>
                  <a:schemeClr val="bg1"/>
                </a:solidFill>
              </a:rPr>
              <a:t>CRICOS code 00025B</a:t>
            </a:r>
          </a:p>
        </p:txBody>
      </p:sp>
    </p:spTree>
    <p:extLst>
      <p:ext uri="{BB962C8B-B14F-4D97-AF65-F5344CB8AC3E}">
        <p14:creationId xmlns:p14="http://schemas.microsoft.com/office/powerpoint/2010/main" val="3059547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hank You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ED9BE05-DABC-48CC-9999-1581840BE656}"/>
              </a:ext>
            </a:extLst>
          </p:cNvPr>
          <p:cNvSpPr/>
          <p:nvPr userDrawn="1"/>
        </p:nvSpPr>
        <p:spPr bwMode="invGray">
          <a:xfrm>
            <a:off x="0" y="0"/>
            <a:ext cx="12192000" cy="9288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11" name="Text Placeholder 6">
            <a:extLst>
              <a:ext uri="{FF2B5EF4-FFF2-40B4-BE49-F238E27FC236}">
                <a16:creationId xmlns:a16="http://schemas.microsoft.com/office/drawing/2014/main" id="{F3CE2D37-876C-4C8F-A6C5-0AB063A0B4CD}"/>
              </a:ext>
            </a:extLst>
          </p:cNvPr>
          <p:cNvSpPr>
            <a:spLocks noGrp="1"/>
          </p:cNvSpPr>
          <p:nvPr>
            <p:ph type="body" sz="quarter" idx="13" hasCustomPrompt="1"/>
          </p:nvPr>
        </p:nvSpPr>
        <p:spPr>
          <a:xfrm>
            <a:off x="694800" y="1876346"/>
            <a:ext cx="3254263" cy="832577"/>
          </a:xfrm>
          <a:prstGeom prst="rect">
            <a:avLst/>
          </a:prstGeom>
        </p:spPr>
        <p:txBody>
          <a:bodyPr>
            <a:normAutofit/>
          </a:bodyPr>
          <a:lstStyle>
            <a:lvl1pPr marL="0" indent="0">
              <a:lnSpc>
                <a:spcPct val="100000"/>
              </a:lnSpc>
              <a:spcBef>
                <a:spcPts val="0"/>
              </a:spcBef>
              <a:spcAft>
                <a:spcPts val="0"/>
              </a:spcAft>
              <a:buNone/>
              <a:defRPr sz="1200">
                <a:solidFill>
                  <a:schemeClr val="tx1"/>
                </a:solidFill>
              </a:defRPr>
            </a:lvl1pPr>
          </a:lstStyle>
          <a:p>
            <a:pPr lvl="0"/>
            <a:r>
              <a:rPr lang="en-US" dirty="0"/>
              <a:t>Click to edit Master text styles</a:t>
            </a:r>
          </a:p>
        </p:txBody>
      </p:sp>
      <p:sp>
        <p:nvSpPr>
          <p:cNvPr id="18" name="Text Placeholder 6">
            <a:extLst>
              <a:ext uri="{FF2B5EF4-FFF2-40B4-BE49-F238E27FC236}">
                <a16:creationId xmlns:a16="http://schemas.microsoft.com/office/drawing/2014/main" id="{36F77BFB-AD63-495E-A4EA-EE2AFB4F9E57}"/>
              </a:ext>
            </a:extLst>
          </p:cNvPr>
          <p:cNvSpPr>
            <a:spLocks noGrp="1"/>
          </p:cNvSpPr>
          <p:nvPr>
            <p:ph type="body" sz="quarter" idx="11" hasCustomPrompt="1"/>
          </p:nvPr>
        </p:nvSpPr>
        <p:spPr>
          <a:xfrm>
            <a:off x="1087509" y="2852939"/>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19" name="Text Placeholder 6">
            <a:extLst>
              <a:ext uri="{FF2B5EF4-FFF2-40B4-BE49-F238E27FC236}">
                <a16:creationId xmlns:a16="http://schemas.microsoft.com/office/drawing/2014/main" id="{9A941B40-7380-40DF-ADBB-0A6ED4F172FB}"/>
              </a:ext>
            </a:extLst>
          </p:cNvPr>
          <p:cNvSpPr>
            <a:spLocks noGrp="1"/>
          </p:cNvSpPr>
          <p:nvPr>
            <p:ph type="body" sz="quarter" idx="12" hasCustomPrompt="1"/>
          </p:nvPr>
        </p:nvSpPr>
        <p:spPr>
          <a:xfrm>
            <a:off x="1087509" y="3125021"/>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20" name="Text Placeholder 6">
            <a:extLst>
              <a:ext uri="{FF2B5EF4-FFF2-40B4-BE49-F238E27FC236}">
                <a16:creationId xmlns:a16="http://schemas.microsoft.com/office/drawing/2014/main" id="{402E3968-432E-4834-8F0D-CD2BC42D2E0B}"/>
              </a:ext>
            </a:extLst>
          </p:cNvPr>
          <p:cNvSpPr>
            <a:spLocks noGrp="1"/>
          </p:cNvSpPr>
          <p:nvPr>
            <p:ph type="body" sz="quarter" idx="17" hasCustomPrompt="1"/>
          </p:nvPr>
        </p:nvSpPr>
        <p:spPr>
          <a:xfrm>
            <a:off x="1087509" y="3415094"/>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21" name="Text Placeholder 6">
            <a:extLst>
              <a:ext uri="{FF2B5EF4-FFF2-40B4-BE49-F238E27FC236}">
                <a16:creationId xmlns:a16="http://schemas.microsoft.com/office/drawing/2014/main" id="{F9F5A590-B6A3-42B3-8477-542088A3B03A}"/>
              </a:ext>
            </a:extLst>
          </p:cNvPr>
          <p:cNvSpPr>
            <a:spLocks noGrp="1"/>
          </p:cNvSpPr>
          <p:nvPr>
            <p:ph type="body" sz="quarter" idx="14" hasCustomPrompt="1"/>
          </p:nvPr>
        </p:nvSpPr>
        <p:spPr>
          <a:xfrm>
            <a:off x="1087509" y="3687176"/>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23" name="Text Placeholder 6">
            <a:extLst>
              <a:ext uri="{FF2B5EF4-FFF2-40B4-BE49-F238E27FC236}">
                <a16:creationId xmlns:a16="http://schemas.microsoft.com/office/drawing/2014/main" id="{C84FAE95-A058-4EFD-92C1-90CCC284BFCE}"/>
              </a:ext>
            </a:extLst>
          </p:cNvPr>
          <p:cNvSpPr>
            <a:spLocks noGrp="1"/>
          </p:cNvSpPr>
          <p:nvPr>
            <p:ph type="body" sz="quarter" idx="15" hasCustomPrompt="1"/>
          </p:nvPr>
        </p:nvSpPr>
        <p:spPr>
          <a:xfrm>
            <a:off x="1087509" y="3957493"/>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15" name="Title 1">
            <a:extLst>
              <a:ext uri="{FF2B5EF4-FFF2-40B4-BE49-F238E27FC236}">
                <a16:creationId xmlns:a16="http://schemas.microsoft.com/office/drawing/2014/main" id="{6E88B10E-2ED8-4B6E-92E8-70B077E3A39C}"/>
              </a:ext>
            </a:extLst>
          </p:cNvPr>
          <p:cNvSpPr>
            <a:spLocks noGrp="1"/>
          </p:cNvSpPr>
          <p:nvPr>
            <p:ph type="title"/>
          </p:nvPr>
        </p:nvSpPr>
        <p:spPr>
          <a:xfrm>
            <a:off x="694800" y="1082188"/>
            <a:ext cx="5209113" cy="720081"/>
          </a:xfrm>
        </p:spPr>
        <p:txBody>
          <a:bodyPr anchor="b">
            <a:noAutofit/>
          </a:bodyPr>
          <a:lstStyle>
            <a:lvl1pPr>
              <a:lnSpc>
                <a:spcPts val="5040"/>
              </a:lnSpc>
              <a:defRPr sz="4200">
                <a:solidFill>
                  <a:schemeClr val="accent1"/>
                </a:solidFill>
              </a:defRPr>
            </a:lvl1pPr>
          </a:lstStyle>
          <a:p>
            <a:r>
              <a:rPr lang="en-US"/>
              <a:t>Click to edit Master title style</a:t>
            </a:r>
            <a:endParaRPr lang="en-AU" dirty="0"/>
          </a:p>
        </p:txBody>
      </p:sp>
      <p:sp>
        <p:nvSpPr>
          <p:cNvPr id="16" name="Picture Placeholder 9">
            <a:extLst>
              <a:ext uri="{FF2B5EF4-FFF2-40B4-BE49-F238E27FC236}">
                <a16:creationId xmlns:a16="http://schemas.microsoft.com/office/drawing/2014/main" id="{3ECBBC4F-ECF3-4E50-963A-BDB169C5146A}"/>
              </a:ext>
            </a:extLst>
          </p:cNvPr>
          <p:cNvSpPr>
            <a:spLocks noGrp="1"/>
          </p:cNvSpPr>
          <p:nvPr>
            <p:ph type="pic" sz="quarter" idx="18" hasCustomPrompt="1"/>
          </p:nvPr>
        </p:nvSpPr>
        <p:spPr>
          <a:xfrm>
            <a:off x="6092454" y="923051"/>
            <a:ext cx="6101952" cy="5934795"/>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3943363 w 4070093"/>
              <a:gd name="connsiteY1" fmla="*/ 324970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10480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5150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14049 w 4069424"/>
              <a:gd name="connsiteY0" fmla="*/ 174112 h 5602782"/>
              <a:gd name="connsiteX1" fmla="*/ 4068911 w 4069424"/>
              <a:gd name="connsiteY1" fmla="*/ 0 h 5602782"/>
              <a:gd name="connsiteX2" fmla="*/ 4068422 w 4069424"/>
              <a:gd name="connsiteY2" fmla="*/ 5600840 h 5602782"/>
              <a:gd name="connsiteX3" fmla="*/ 1716536 w 4069424"/>
              <a:gd name="connsiteY3" fmla="*/ 5602782 h 5602782"/>
              <a:gd name="connsiteX4" fmla="*/ 120 w 4069424"/>
              <a:gd name="connsiteY4" fmla="*/ 3154347 h 5602782"/>
              <a:gd name="connsiteX5" fmla="*/ 14049 w 4069424"/>
              <a:gd name="connsiteY5" fmla="*/ 174112 h 560278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4065493 w 4070093"/>
              <a:gd name="connsiteY1" fmla="*/ 51501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934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4333 h 5597085"/>
              <a:gd name="connsiteX1" fmla="*/ 4070582 w 4071095"/>
              <a:gd name="connsiteY1" fmla="*/ 0 h 5597085"/>
              <a:gd name="connsiteX2" fmla="*/ 4070093 w 4071095"/>
              <a:gd name="connsiteY2" fmla="*/ 5595143 h 5597085"/>
              <a:gd name="connsiteX3" fmla="*/ 1718207 w 4071095"/>
              <a:gd name="connsiteY3" fmla="*/ 5597085 h 5597085"/>
              <a:gd name="connsiteX4" fmla="*/ 1791 w 4071095"/>
              <a:gd name="connsiteY4" fmla="*/ 3148650 h 5597085"/>
              <a:gd name="connsiteX5" fmla="*/ 454 w 4071095"/>
              <a:gd name="connsiteY5" fmla="*/ 4333 h 5597085"/>
              <a:gd name="connsiteX0" fmla="*/ 254 w 4075984"/>
              <a:gd name="connsiteY0" fmla="*/ 250455 h 5597085"/>
              <a:gd name="connsiteX1" fmla="*/ 4075471 w 4075984"/>
              <a:gd name="connsiteY1" fmla="*/ 0 h 5597085"/>
              <a:gd name="connsiteX2" fmla="*/ 4074982 w 4075984"/>
              <a:gd name="connsiteY2" fmla="*/ 5595143 h 5597085"/>
              <a:gd name="connsiteX3" fmla="*/ 1723096 w 4075984"/>
              <a:gd name="connsiteY3" fmla="*/ 5597085 h 5597085"/>
              <a:gd name="connsiteX4" fmla="*/ 6680 w 4075984"/>
              <a:gd name="connsiteY4" fmla="*/ 3148650 h 5597085"/>
              <a:gd name="connsiteX5" fmla="*/ 254 w 4075984"/>
              <a:gd name="connsiteY5" fmla="*/ 250455 h 5597085"/>
              <a:gd name="connsiteX0" fmla="*/ 254 w 4080827"/>
              <a:gd name="connsiteY0" fmla="*/ 29 h 5346659"/>
              <a:gd name="connsiteX1" fmla="*/ 4080560 w 4080827"/>
              <a:gd name="connsiteY1" fmla="*/ 50390 h 5346659"/>
              <a:gd name="connsiteX2" fmla="*/ 4074982 w 4080827"/>
              <a:gd name="connsiteY2" fmla="*/ 5344717 h 5346659"/>
              <a:gd name="connsiteX3" fmla="*/ 1723096 w 4080827"/>
              <a:gd name="connsiteY3" fmla="*/ 5346659 h 5346659"/>
              <a:gd name="connsiteX4" fmla="*/ 6680 w 4080827"/>
              <a:gd name="connsiteY4" fmla="*/ 2898224 h 5346659"/>
              <a:gd name="connsiteX5" fmla="*/ 254 w 4080827"/>
              <a:gd name="connsiteY5" fmla="*/ 29 h 5346659"/>
              <a:gd name="connsiteX0" fmla="*/ 254 w 4080827"/>
              <a:gd name="connsiteY0" fmla="*/ 0 h 5346630"/>
              <a:gd name="connsiteX1" fmla="*/ 4080560 w 4080827"/>
              <a:gd name="connsiteY1" fmla="*/ 16177 h 5346630"/>
              <a:gd name="connsiteX2" fmla="*/ 4074982 w 4080827"/>
              <a:gd name="connsiteY2" fmla="*/ 5344688 h 5346630"/>
              <a:gd name="connsiteX3" fmla="*/ 1723096 w 4080827"/>
              <a:gd name="connsiteY3" fmla="*/ 5346630 h 5346630"/>
              <a:gd name="connsiteX4" fmla="*/ 6680 w 4080827"/>
              <a:gd name="connsiteY4" fmla="*/ 2898195 h 5346630"/>
              <a:gd name="connsiteX5" fmla="*/ 254 w 4080827"/>
              <a:gd name="connsiteY5" fmla="*/ 0 h 5346630"/>
              <a:gd name="connsiteX0" fmla="*/ 254 w 4080827"/>
              <a:gd name="connsiteY0" fmla="*/ 0 h 5332957"/>
              <a:gd name="connsiteX1" fmla="*/ 4080560 w 4080827"/>
              <a:gd name="connsiteY1" fmla="*/ 2504 h 5332957"/>
              <a:gd name="connsiteX2" fmla="*/ 4074982 w 4080827"/>
              <a:gd name="connsiteY2" fmla="*/ 5331015 h 5332957"/>
              <a:gd name="connsiteX3" fmla="*/ 1723096 w 4080827"/>
              <a:gd name="connsiteY3" fmla="*/ 5332957 h 5332957"/>
              <a:gd name="connsiteX4" fmla="*/ 6680 w 4080827"/>
              <a:gd name="connsiteY4" fmla="*/ 2884522 h 5332957"/>
              <a:gd name="connsiteX5" fmla="*/ 254 w 4080827"/>
              <a:gd name="connsiteY5" fmla="*/ 0 h 5332957"/>
              <a:gd name="connsiteX0" fmla="*/ 254 w 4080827"/>
              <a:gd name="connsiteY0" fmla="*/ 8891 h 5330453"/>
              <a:gd name="connsiteX1" fmla="*/ 4080560 w 4080827"/>
              <a:gd name="connsiteY1" fmla="*/ 0 h 5330453"/>
              <a:gd name="connsiteX2" fmla="*/ 4074982 w 4080827"/>
              <a:gd name="connsiteY2" fmla="*/ 5328511 h 5330453"/>
              <a:gd name="connsiteX3" fmla="*/ 1723096 w 4080827"/>
              <a:gd name="connsiteY3" fmla="*/ 5330453 h 5330453"/>
              <a:gd name="connsiteX4" fmla="*/ 6680 w 4080827"/>
              <a:gd name="connsiteY4" fmla="*/ 2882018 h 5330453"/>
              <a:gd name="connsiteX5" fmla="*/ 254 w 4080827"/>
              <a:gd name="connsiteY5" fmla="*/ 8891 h 5330453"/>
              <a:gd name="connsiteX0" fmla="*/ 254 w 4080827"/>
              <a:gd name="connsiteY0" fmla="*/ 0 h 5321562"/>
              <a:gd name="connsiteX1" fmla="*/ 4080560 w 4080827"/>
              <a:gd name="connsiteY1" fmla="*/ 8201 h 5321562"/>
              <a:gd name="connsiteX2" fmla="*/ 4074982 w 4080827"/>
              <a:gd name="connsiteY2" fmla="*/ 5319620 h 5321562"/>
              <a:gd name="connsiteX3" fmla="*/ 1723096 w 4080827"/>
              <a:gd name="connsiteY3" fmla="*/ 5321562 h 5321562"/>
              <a:gd name="connsiteX4" fmla="*/ 6680 w 4080827"/>
              <a:gd name="connsiteY4" fmla="*/ 2873127 h 5321562"/>
              <a:gd name="connsiteX5" fmla="*/ 254 w 4080827"/>
              <a:gd name="connsiteY5" fmla="*/ 0 h 5321562"/>
              <a:gd name="connsiteX0" fmla="*/ 254 w 4076763"/>
              <a:gd name="connsiteY0" fmla="*/ 0 h 5321562"/>
              <a:gd name="connsiteX1" fmla="*/ 4076319 w 4076763"/>
              <a:gd name="connsiteY1" fmla="*/ 8201 h 5321562"/>
              <a:gd name="connsiteX2" fmla="*/ 4074982 w 4076763"/>
              <a:gd name="connsiteY2" fmla="*/ 5319620 h 5321562"/>
              <a:gd name="connsiteX3" fmla="*/ 1723096 w 4076763"/>
              <a:gd name="connsiteY3" fmla="*/ 5321562 h 5321562"/>
              <a:gd name="connsiteX4" fmla="*/ 6680 w 4076763"/>
              <a:gd name="connsiteY4" fmla="*/ 2873127 h 5321562"/>
              <a:gd name="connsiteX5" fmla="*/ 254 w 4076763"/>
              <a:gd name="connsiteY5" fmla="*/ 0 h 5321562"/>
              <a:gd name="connsiteX0" fmla="*/ 254 w 4076763"/>
              <a:gd name="connsiteY0" fmla="*/ 0 h 5321562"/>
              <a:gd name="connsiteX1" fmla="*/ 4076319 w 4076763"/>
              <a:gd name="connsiteY1" fmla="*/ 2504 h 5321562"/>
              <a:gd name="connsiteX2" fmla="*/ 4074982 w 4076763"/>
              <a:gd name="connsiteY2" fmla="*/ 5319620 h 5321562"/>
              <a:gd name="connsiteX3" fmla="*/ 1723096 w 4076763"/>
              <a:gd name="connsiteY3" fmla="*/ 5321562 h 5321562"/>
              <a:gd name="connsiteX4" fmla="*/ 6680 w 4076763"/>
              <a:gd name="connsiteY4" fmla="*/ 2873127 h 5321562"/>
              <a:gd name="connsiteX5" fmla="*/ 254 w 4076763"/>
              <a:gd name="connsiteY5" fmla="*/ 0 h 5321562"/>
              <a:gd name="connsiteX0" fmla="*/ 254 w 4076763"/>
              <a:gd name="connsiteY0" fmla="*/ 0 h 5321562"/>
              <a:gd name="connsiteX1" fmla="*/ 4076319 w 4076763"/>
              <a:gd name="connsiteY1" fmla="*/ 8201 h 5321562"/>
              <a:gd name="connsiteX2" fmla="*/ 4074982 w 4076763"/>
              <a:gd name="connsiteY2" fmla="*/ 5319620 h 5321562"/>
              <a:gd name="connsiteX3" fmla="*/ 1723096 w 4076763"/>
              <a:gd name="connsiteY3" fmla="*/ 5321562 h 5321562"/>
              <a:gd name="connsiteX4" fmla="*/ 6680 w 4076763"/>
              <a:gd name="connsiteY4" fmla="*/ 2873127 h 5321562"/>
              <a:gd name="connsiteX5" fmla="*/ 254 w 4076763"/>
              <a:gd name="connsiteY5" fmla="*/ 0 h 5321562"/>
              <a:gd name="connsiteX0" fmla="*/ 254 w 4074982"/>
              <a:gd name="connsiteY0" fmla="*/ 0 h 5321562"/>
              <a:gd name="connsiteX1" fmla="*/ 4050875 w 4074982"/>
              <a:gd name="connsiteY1" fmla="*/ 207606 h 5321562"/>
              <a:gd name="connsiteX2" fmla="*/ 4074982 w 4074982"/>
              <a:gd name="connsiteY2" fmla="*/ 5319620 h 5321562"/>
              <a:gd name="connsiteX3" fmla="*/ 1723096 w 4074982"/>
              <a:gd name="connsiteY3" fmla="*/ 5321562 h 5321562"/>
              <a:gd name="connsiteX4" fmla="*/ 6680 w 4074982"/>
              <a:gd name="connsiteY4" fmla="*/ 2873127 h 5321562"/>
              <a:gd name="connsiteX5" fmla="*/ 254 w 4074982"/>
              <a:gd name="connsiteY5" fmla="*/ 0 h 5321562"/>
              <a:gd name="connsiteX0" fmla="*/ 254 w 4074982"/>
              <a:gd name="connsiteY0" fmla="*/ 3193 h 5324755"/>
              <a:gd name="connsiteX1" fmla="*/ 4072078 w 4074982"/>
              <a:gd name="connsiteY1" fmla="*/ 0 h 5324755"/>
              <a:gd name="connsiteX2" fmla="*/ 4074982 w 4074982"/>
              <a:gd name="connsiteY2" fmla="*/ 5322813 h 5324755"/>
              <a:gd name="connsiteX3" fmla="*/ 1723096 w 4074982"/>
              <a:gd name="connsiteY3" fmla="*/ 5324755 h 5324755"/>
              <a:gd name="connsiteX4" fmla="*/ 6680 w 4074982"/>
              <a:gd name="connsiteY4" fmla="*/ 2876320 h 5324755"/>
              <a:gd name="connsiteX5" fmla="*/ 254 w 4074982"/>
              <a:gd name="connsiteY5" fmla="*/ 3193 h 5324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4982" h="5324755">
                <a:moveTo>
                  <a:pt x="254" y="3193"/>
                </a:moveTo>
                <a:lnTo>
                  <a:pt x="4072078" y="0"/>
                </a:lnTo>
                <a:cubicBezTo>
                  <a:pt x="4074035" y="1865237"/>
                  <a:pt x="4073025" y="3457576"/>
                  <a:pt x="4074982" y="5322813"/>
                </a:cubicBezTo>
                <a:lnTo>
                  <a:pt x="1723096" y="5324755"/>
                </a:lnTo>
                <a:cubicBezTo>
                  <a:pt x="693982" y="5014623"/>
                  <a:pt x="-3932" y="3729991"/>
                  <a:pt x="6680" y="2876320"/>
                </a:cubicBezTo>
                <a:cubicBezTo>
                  <a:pt x="8672" y="1673057"/>
                  <a:pt x="-1738" y="1206456"/>
                  <a:pt x="254" y="3193"/>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pic>
        <p:nvPicPr>
          <p:cNvPr id="12" name="Picture 11">
            <a:extLst>
              <a:ext uri="{FF2B5EF4-FFF2-40B4-BE49-F238E27FC236}">
                <a16:creationId xmlns:a16="http://schemas.microsoft.com/office/drawing/2014/main" id="{B83753C3-AD71-41CF-A0E3-EDC40D8596D3}"/>
              </a:ext>
            </a:extLst>
          </p:cNvPr>
          <p:cNvPicPr>
            <a:picLocks noChangeAspect="1"/>
          </p:cNvPicPr>
          <p:nvPr userDrawn="1"/>
        </p:nvPicPr>
        <p:blipFill>
          <a:blip r:embed="rId2"/>
          <a:stretch>
            <a:fillRect/>
          </a:stretch>
        </p:blipFill>
        <p:spPr>
          <a:xfrm>
            <a:off x="695325" y="207631"/>
            <a:ext cx="3204000" cy="472463"/>
          </a:xfrm>
          <a:prstGeom prst="rect">
            <a:avLst/>
          </a:prstGeom>
        </p:spPr>
      </p:pic>
      <p:sp>
        <p:nvSpPr>
          <p:cNvPr id="14" name="TextBox 13">
            <a:extLst>
              <a:ext uri="{FF2B5EF4-FFF2-40B4-BE49-F238E27FC236}">
                <a16:creationId xmlns:a16="http://schemas.microsoft.com/office/drawing/2014/main" id="{678D7F9E-C12F-47F1-B536-38EB7D688E56}"/>
              </a:ext>
            </a:extLst>
          </p:cNvPr>
          <p:cNvSpPr txBox="1"/>
          <p:nvPr userDrawn="1"/>
        </p:nvSpPr>
        <p:spPr>
          <a:xfrm>
            <a:off x="694800" y="4545136"/>
            <a:ext cx="2391677" cy="108000"/>
          </a:xfrm>
          <a:prstGeom prst="rect">
            <a:avLst/>
          </a:prstGeom>
          <a:noFill/>
        </p:spPr>
        <p:txBody>
          <a:bodyPr wrap="square" lIns="0" tIns="0" rIns="0" bIns="0" rtlCol="0" anchor="ctr">
            <a:noAutofit/>
          </a:bodyPr>
          <a:lstStyle/>
          <a:p>
            <a:r>
              <a:rPr lang="en-AU" sz="650" dirty="0">
                <a:solidFill>
                  <a:schemeClr val="tx1"/>
                </a:solidFill>
              </a:rPr>
              <a:t>CRICOS code 00025B</a:t>
            </a:r>
          </a:p>
        </p:txBody>
      </p:sp>
    </p:spTree>
    <p:extLst>
      <p:ext uri="{BB962C8B-B14F-4D97-AF65-F5344CB8AC3E}">
        <p14:creationId xmlns:p14="http://schemas.microsoft.com/office/powerpoint/2010/main" val="1221778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C123B-7D5D-3B03-56E0-5B0B204EC8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9F0F69FC-3089-07B5-C19D-F736EFDD88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635DE5A4-7CA3-A9CC-EF95-AE97EDEBA2C5}"/>
              </a:ext>
            </a:extLst>
          </p:cNvPr>
          <p:cNvSpPr>
            <a:spLocks noGrp="1"/>
          </p:cNvSpPr>
          <p:nvPr>
            <p:ph type="dt" sz="half" idx="10"/>
          </p:nvPr>
        </p:nvSpPr>
        <p:spPr/>
        <p:txBody>
          <a:bodyPr/>
          <a:lstStyle/>
          <a:p>
            <a:fld id="{432F9C24-DDFF-4E31-A489-F4034B433D9F}" type="datetimeFigureOut">
              <a:rPr lang="en-AU" smtClean="0"/>
              <a:t>19/01/2026</a:t>
            </a:fld>
            <a:endParaRPr lang="en-AU"/>
          </a:p>
        </p:txBody>
      </p:sp>
      <p:sp>
        <p:nvSpPr>
          <p:cNvPr id="5" name="Footer Placeholder 4">
            <a:extLst>
              <a:ext uri="{FF2B5EF4-FFF2-40B4-BE49-F238E27FC236}">
                <a16:creationId xmlns:a16="http://schemas.microsoft.com/office/drawing/2014/main" id="{03D00070-92FA-7F2D-5B6D-322D2A60222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3341807-7CDD-37A1-992F-C83A01D4E967}"/>
              </a:ext>
            </a:extLst>
          </p:cNvPr>
          <p:cNvSpPr>
            <a:spLocks noGrp="1"/>
          </p:cNvSpPr>
          <p:nvPr>
            <p:ph type="sldNum" sz="quarter" idx="12"/>
          </p:nvPr>
        </p:nvSpPr>
        <p:spPr/>
        <p:txBody>
          <a:bodyPr/>
          <a:lstStyle/>
          <a:p>
            <a:fld id="{AEE8DD4A-3C5B-4248-9B7D-5694BF0FCEBC}" type="slidenum">
              <a:rPr lang="en-AU" smtClean="0"/>
              <a:t>‹#›</a:t>
            </a:fld>
            <a:endParaRPr lang="en-AU"/>
          </a:p>
        </p:txBody>
      </p:sp>
    </p:spTree>
    <p:extLst>
      <p:ext uri="{BB962C8B-B14F-4D97-AF65-F5344CB8AC3E}">
        <p14:creationId xmlns:p14="http://schemas.microsoft.com/office/powerpoint/2010/main" val="229195935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425D9-9ED4-564F-5A7D-0906EB0C1D15}"/>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E3DE78D3-5B46-B234-7C85-2AC46CAC81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77D3877-F98F-C23F-76A8-E145D5786228}"/>
              </a:ext>
            </a:extLst>
          </p:cNvPr>
          <p:cNvSpPr>
            <a:spLocks noGrp="1"/>
          </p:cNvSpPr>
          <p:nvPr>
            <p:ph type="dt" sz="half" idx="10"/>
          </p:nvPr>
        </p:nvSpPr>
        <p:spPr/>
        <p:txBody>
          <a:bodyPr/>
          <a:lstStyle/>
          <a:p>
            <a:fld id="{432F9C24-DDFF-4E31-A489-F4034B433D9F}" type="datetimeFigureOut">
              <a:rPr lang="en-AU" smtClean="0"/>
              <a:t>19/01/2026</a:t>
            </a:fld>
            <a:endParaRPr lang="en-AU"/>
          </a:p>
        </p:txBody>
      </p:sp>
      <p:sp>
        <p:nvSpPr>
          <p:cNvPr id="5" name="Footer Placeholder 4">
            <a:extLst>
              <a:ext uri="{FF2B5EF4-FFF2-40B4-BE49-F238E27FC236}">
                <a16:creationId xmlns:a16="http://schemas.microsoft.com/office/drawing/2014/main" id="{2BFF94E3-B3A9-0CDA-9648-DECF709596A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299A73C-B681-70A7-D650-943F7B9B348A}"/>
              </a:ext>
            </a:extLst>
          </p:cNvPr>
          <p:cNvSpPr>
            <a:spLocks noGrp="1"/>
          </p:cNvSpPr>
          <p:nvPr>
            <p:ph type="sldNum" sz="quarter" idx="12"/>
          </p:nvPr>
        </p:nvSpPr>
        <p:spPr/>
        <p:txBody>
          <a:bodyPr/>
          <a:lstStyle/>
          <a:p>
            <a:fld id="{AEE8DD4A-3C5B-4248-9B7D-5694BF0FCEBC}" type="slidenum">
              <a:rPr lang="en-AU" smtClean="0"/>
              <a:t>‹#›</a:t>
            </a:fld>
            <a:endParaRPr lang="en-AU"/>
          </a:p>
        </p:txBody>
      </p:sp>
    </p:spTree>
    <p:extLst>
      <p:ext uri="{BB962C8B-B14F-4D97-AF65-F5344CB8AC3E}">
        <p14:creationId xmlns:p14="http://schemas.microsoft.com/office/powerpoint/2010/main" val="270515704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5326" y="1052736"/>
            <a:ext cx="10801350" cy="469056"/>
          </a:xfrm>
          <a:prstGeom prst="rect">
            <a:avLst/>
          </a:prstGeom>
        </p:spPr>
        <p:txBody>
          <a:bodyPr vert="horz" lIns="0" tIns="0" rIns="0" bIns="0" rtlCol="0" anchor="ctr">
            <a:normAutofit/>
          </a:bodyPr>
          <a:lstStyle/>
          <a:p>
            <a:r>
              <a:rPr lang="en-US" dirty="0"/>
              <a:t>[Title]</a:t>
            </a:r>
            <a:endParaRPr lang="en-AU" dirty="0"/>
          </a:p>
        </p:txBody>
      </p:sp>
      <p:sp>
        <p:nvSpPr>
          <p:cNvPr id="7" name="Slide Number Placeholder 5"/>
          <p:cNvSpPr>
            <a:spLocks noGrp="1"/>
          </p:cNvSpPr>
          <p:nvPr>
            <p:ph type="sldNum" sz="quarter" idx="4"/>
          </p:nvPr>
        </p:nvSpPr>
        <p:spPr>
          <a:xfrm>
            <a:off x="11208568" y="6519171"/>
            <a:ext cx="288032" cy="240219"/>
          </a:xfrm>
          <a:prstGeom prst="rect">
            <a:avLst/>
          </a:prstGeom>
        </p:spPr>
        <p:txBody>
          <a:bodyPr vert="horz" lIns="0" tIns="0" rIns="0" bIns="0" rtlCol="0" anchor="ctr"/>
          <a:lstStyle>
            <a:lvl1pPr algn="r">
              <a:defRPr sz="800">
                <a:solidFill>
                  <a:schemeClr val="tx1"/>
                </a:solidFill>
              </a:defRPr>
            </a:lvl1pPr>
          </a:lstStyle>
          <a:p>
            <a:fld id="{E917DE0E-AFB1-41FD-BC35-27DB61CA125F}" type="slidenum">
              <a:rPr lang="en-AU" smtClean="0"/>
              <a:pPr/>
              <a:t>‹#›</a:t>
            </a:fld>
            <a:endParaRPr lang="en-AU" dirty="0"/>
          </a:p>
        </p:txBody>
      </p:sp>
      <p:sp>
        <p:nvSpPr>
          <p:cNvPr id="4" name="Text Placeholder 3">
            <a:extLst>
              <a:ext uri="{FF2B5EF4-FFF2-40B4-BE49-F238E27FC236}">
                <a16:creationId xmlns:a16="http://schemas.microsoft.com/office/drawing/2014/main" id="{BDF8D2AE-3583-4708-BD46-43C743300E11}"/>
              </a:ext>
            </a:extLst>
          </p:cNvPr>
          <p:cNvSpPr>
            <a:spLocks noGrp="1"/>
          </p:cNvSpPr>
          <p:nvPr>
            <p:ph type="body" idx="1"/>
          </p:nvPr>
        </p:nvSpPr>
        <p:spPr>
          <a:xfrm>
            <a:off x="695326" y="1700213"/>
            <a:ext cx="10801349" cy="4608515"/>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Tree>
    <p:extLst>
      <p:ext uri="{BB962C8B-B14F-4D97-AF65-F5344CB8AC3E}">
        <p14:creationId xmlns:p14="http://schemas.microsoft.com/office/powerpoint/2010/main" val="3786833112"/>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83" r:id="rId3"/>
    <p:sldLayoutId id="2147483774" r:id="rId4"/>
    <p:sldLayoutId id="2147483792" r:id="rId5"/>
    <p:sldLayoutId id="2147483775" r:id="rId6"/>
    <p:sldLayoutId id="2147483650" r:id="rId7"/>
    <p:sldLayoutId id="2147483652" r:id="rId8"/>
    <p:sldLayoutId id="2147483778" r:id="rId9"/>
    <p:sldLayoutId id="2147483779" r:id="rId10"/>
    <p:sldLayoutId id="2147483728" r:id="rId11"/>
    <p:sldLayoutId id="2147483784" r:id="rId12"/>
    <p:sldLayoutId id="2147483656" r:id="rId13"/>
    <p:sldLayoutId id="2147483732" r:id="rId14"/>
    <p:sldLayoutId id="2147483793" r:id="rId15"/>
    <p:sldLayoutId id="2147483657" r:id="rId16"/>
    <p:sldLayoutId id="2147483765" r:id="rId17"/>
    <p:sldLayoutId id="2147483787" r:id="rId18"/>
    <p:sldLayoutId id="2147483788" r:id="rId19"/>
    <p:sldLayoutId id="2147483794" r:id="rId20"/>
    <p:sldLayoutId id="2147483795" r:id="rId21"/>
    <p:sldLayoutId id="2147483796" r:id="rId22"/>
    <p:sldLayoutId id="2147483791" r:id="rId23"/>
    <p:sldLayoutId id="2147483797" r:id="rId24"/>
    <p:sldLayoutId id="2147483790" r:id="rId25"/>
    <p:sldLayoutId id="2147483798" r:id="rId26"/>
    <p:sldLayoutId id="2147483768" r:id="rId27"/>
    <p:sldLayoutId id="2147483769" r:id="rId28"/>
    <p:sldLayoutId id="2147483770" r:id="rId29"/>
    <p:sldLayoutId id="2147483771" r:id="rId30"/>
    <p:sldLayoutId id="2147483789" r:id="rId31"/>
    <p:sldLayoutId id="2147483776" r:id="rId32"/>
    <p:sldLayoutId id="2147483777" r:id="rId33"/>
    <p:sldLayoutId id="2147483654" r:id="rId34"/>
    <p:sldLayoutId id="2147483785" r:id="rId35"/>
    <p:sldLayoutId id="2147483780" r:id="rId36"/>
    <p:sldLayoutId id="2147483782" r:id="rId37"/>
    <p:sldLayoutId id="2147483799" r:id="rId38"/>
    <p:sldLayoutId id="2147483800" r:id="rId3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400" b="0" kern="1200">
          <a:solidFill>
            <a:srgbClr val="CD3030"/>
          </a:solidFill>
          <a:latin typeface="+mj-lt"/>
          <a:ea typeface="+mj-ea"/>
          <a:cs typeface="+mj-cs"/>
        </a:defRPr>
      </a:lvl1pPr>
    </p:titleStyle>
    <p:body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rgbClr val="CD3030"/>
        </a:buClr>
        <a:buFont typeface="Courier New" panose="02070309020205020404" pitchFamily="49" charset="0"/>
        <a:buChar char="o"/>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rgbClr val="CD3030"/>
        </a:buClr>
        <a:buFont typeface="Courier New" panose="02070309020205020404" pitchFamily="49" charset="0"/>
        <a:buChar char="o"/>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Clr>
          <a:srgbClr val="CD3030"/>
        </a:buClr>
        <a:buFont typeface="Courier New" panose="02070309020205020404" pitchFamily="49" charset="0"/>
        <a:buChar char="o"/>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dirty="0">
          <a:solidFill>
            <a:schemeClr val="tx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438" userDrawn="1">
          <p15:clr>
            <a:srgbClr val="F26B43"/>
          </p15:clr>
        </p15:guide>
        <p15:guide id="6" orient="horz" pos="3974" userDrawn="1">
          <p15:clr>
            <a:srgbClr val="F26B43"/>
          </p15:clr>
        </p15:guide>
        <p15:guide id="7" orient="horz" pos="663" userDrawn="1">
          <p15:clr>
            <a:srgbClr val="F26B43"/>
          </p15:clr>
        </p15:guide>
        <p15:guide id="9" pos="3961" userDrawn="1">
          <p15:clr>
            <a:srgbClr val="F26B43"/>
          </p15:clr>
        </p15:guide>
        <p15:guide id="10" pos="3719" userDrawn="1">
          <p15:clr>
            <a:srgbClr val="F26B43"/>
          </p15:clr>
        </p15:guide>
        <p15:guide id="11" orient="horz" pos="4110" userDrawn="1">
          <p15:clr>
            <a:srgbClr val="F26B43"/>
          </p15:clr>
        </p15:guide>
        <p15:guide id="13" pos="7242" userDrawn="1">
          <p15:clr>
            <a:srgbClr val="F26B43"/>
          </p15:clr>
        </p15:guide>
        <p15:guide id="14" orient="horz" pos="981" userDrawn="1">
          <p15:clr>
            <a:srgbClr val="F26B43"/>
          </p15:clr>
        </p15:guide>
        <p15:guide id="15" pos="2772" userDrawn="1">
          <p15:clr>
            <a:srgbClr val="F26B43"/>
          </p15:clr>
        </p15:guide>
        <p15:guide id="16" pos="2570" userDrawn="1">
          <p15:clr>
            <a:srgbClr val="F26B43"/>
          </p15:clr>
        </p15:guide>
        <p15:guide id="17" pos="5110" userDrawn="1">
          <p15:clr>
            <a:srgbClr val="F26B43"/>
          </p15:clr>
        </p15:guide>
        <p15:guide id="18" pos="4908" userDrawn="1">
          <p15:clr>
            <a:srgbClr val="F26B43"/>
          </p15:clr>
        </p15:guide>
        <p15:guide id="19" orient="horz" pos="107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8.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39.xml"/><Relationship Id="rId5" Type="http://schemas.openxmlformats.org/officeDocument/2006/relationships/image" Target="../media/image11.jp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6.png"/><Relationship Id="rId1" Type="http://schemas.openxmlformats.org/officeDocument/2006/relationships/slideLayout" Target="../slideLayouts/slideLayout39.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9.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9.xml"/></Relationships>
</file>

<file path=ppt/slides/_rels/slide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6.png"/><Relationship Id="rId1" Type="http://schemas.openxmlformats.org/officeDocument/2006/relationships/slideLayout" Target="../slideLayouts/slideLayout39.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9.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9.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9.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9.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9.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9.xml"/></Relationships>
</file>

<file path=ppt/slides/_rels/slide14.xml.rels><?xml version="1.0" encoding="UTF-8" standalone="yes"?>
<Relationships xmlns="http://schemas.openxmlformats.org/package/2006/relationships"><Relationship Id="rId8" Type="http://schemas.openxmlformats.org/officeDocument/2006/relationships/hyperlink" Target="https://doi.org/10.1097/WNR.0b013e32832e64b1" TargetMode="External"/><Relationship Id="rId3" Type="http://schemas.openxmlformats.org/officeDocument/2006/relationships/hyperlink" Target="https://doi.org/10.1016/j.lingua.2025.103931" TargetMode="External"/><Relationship Id="rId7" Type="http://schemas.openxmlformats.org/officeDocument/2006/relationships/hyperlink" Target="https://doi.org/10.1016/j.lingua.2025.103946" TargetMode="External"/><Relationship Id="rId2" Type="http://schemas.openxmlformats.org/officeDocument/2006/relationships/hyperlink" Target="https://doi.org/10.1111/j.1745-6924.2009.01115.x" TargetMode="External"/><Relationship Id="rId1" Type="http://schemas.openxmlformats.org/officeDocument/2006/relationships/slideLayout" Target="../slideLayouts/slideLayout39.xml"/><Relationship Id="rId6" Type="http://schemas.openxmlformats.org/officeDocument/2006/relationships/hyperlink" Target="https://doi.org/10.1016/j.lingua.2018.03.008" TargetMode="External"/><Relationship Id="rId5" Type="http://schemas.openxmlformats.org/officeDocument/2006/relationships/hyperlink" Target="https://www.r-project.org/" TargetMode="External"/><Relationship Id="rId4" Type="http://schemas.openxmlformats.org/officeDocument/2006/relationships/hyperlink" Target="http://www.posit.co/" TargetMode="External"/><Relationship Id="rId9"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8.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9.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90079-DF56-B497-C558-DBED6F9308C2}"/>
              </a:ext>
            </a:extLst>
          </p:cNvPr>
          <p:cNvSpPr>
            <a:spLocks noGrp="1"/>
          </p:cNvSpPr>
          <p:nvPr>
            <p:ph type="ctrTitle"/>
          </p:nvPr>
        </p:nvSpPr>
        <p:spPr>
          <a:xfrm>
            <a:off x="479376" y="1292086"/>
            <a:ext cx="11089232" cy="4153138"/>
          </a:xfrm>
        </p:spPr>
        <p:txBody>
          <a:bodyPr>
            <a:normAutofit/>
          </a:bodyPr>
          <a:lstStyle/>
          <a:p>
            <a:r>
              <a:rPr lang="en-US" sz="4800" b="1" dirty="0"/>
              <a:t>Vulgarity in spoken interaction </a:t>
            </a:r>
            <a:br>
              <a:rPr lang="en-US" sz="4800" b="1" dirty="0"/>
            </a:br>
            <a:r>
              <a:rPr lang="en-US" sz="4800" b="1" dirty="0"/>
              <a:t>across selected varieties of English</a:t>
            </a:r>
            <a:br>
              <a:rPr lang="en-AU" dirty="0"/>
            </a:br>
            <a:r>
              <a:rPr lang="en-AU" sz="2700" dirty="0"/>
              <a:t>Martin Schweinberger</a:t>
            </a:r>
            <a:br>
              <a:rPr lang="en-AU" sz="2700" dirty="0"/>
            </a:br>
            <a:br>
              <a:rPr lang="en-AU" sz="2700" dirty="0"/>
            </a:br>
            <a:r>
              <a:rPr lang="en-US" sz="2700" dirty="0"/>
              <a:t>m.schweinberger@uq.edu.au	</a:t>
            </a:r>
            <a:br>
              <a:rPr lang="en-US" sz="2700" dirty="0"/>
            </a:br>
            <a:r>
              <a:rPr lang="en-US" sz="2700" dirty="0"/>
              <a:t>materials and slides available at </a:t>
            </a:r>
            <a:br>
              <a:rPr lang="en-US" sz="2700" dirty="0"/>
            </a:br>
            <a:r>
              <a:rPr lang="en-US" sz="2700" dirty="0"/>
              <a:t>www.martinschweinberger.de</a:t>
            </a:r>
            <a:endParaRPr lang="en-AU" dirty="0"/>
          </a:p>
        </p:txBody>
      </p:sp>
      <p:sp>
        <p:nvSpPr>
          <p:cNvPr id="3" name="Subtitle 2">
            <a:extLst>
              <a:ext uri="{FF2B5EF4-FFF2-40B4-BE49-F238E27FC236}">
                <a16:creationId xmlns:a16="http://schemas.microsoft.com/office/drawing/2014/main" id="{11185EB3-A92A-44F9-4577-B2B9AD6365FB}"/>
              </a:ext>
            </a:extLst>
          </p:cNvPr>
          <p:cNvSpPr>
            <a:spLocks noGrp="1"/>
          </p:cNvSpPr>
          <p:nvPr>
            <p:ph type="subTitle" idx="1"/>
          </p:nvPr>
        </p:nvSpPr>
        <p:spPr>
          <a:xfrm>
            <a:off x="1631504" y="5733256"/>
            <a:ext cx="9144000" cy="985523"/>
          </a:xfrm>
        </p:spPr>
        <p:txBody>
          <a:bodyPr>
            <a:normAutofit fontScale="55000" lnSpcReduction="20000"/>
          </a:bodyPr>
          <a:lstStyle/>
          <a:p>
            <a:r>
              <a:rPr lang="en-US" dirty="0"/>
              <a:t>This research was partially funded by the Language Data Commons of Australia (LDaCA). Language Data Commons of Australia (LDaCA) (DOI: 10.3565/kq2v-9g52) is a co-investment partnership with the Australian Research Data Commons (ARDC) through the HASS and Indigenous Research Data Commons. The ARDC is enabled by the Australian Government’s National Collaborative Research Infrastructure Strategy (NCRIS). In addition, this research was partially funded by the Centre for Digital Cultures and Societies at the University of Queensland.</a:t>
            </a:r>
          </a:p>
        </p:txBody>
      </p:sp>
      <p:pic>
        <p:nvPicPr>
          <p:cNvPr id="1026" name="Picture 2">
            <a:extLst>
              <a:ext uri="{FF2B5EF4-FFF2-40B4-BE49-F238E27FC236}">
                <a16:creationId xmlns:a16="http://schemas.microsoft.com/office/drawing/2014/main" id="{440B6946-E3DD-3FDC-0D09-196CBED45C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7488" y="18329"/>
            <a:ext cx="1584512" cy="158187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6A553B64-B94A-7DA8-0DAB-0F7A56997175}"/>
              </a:ext>
            </a:extLst>
          </p:cNvPr>
          <p:cNvPicPr>
            <a:picLocks noChangeAspect="1"/>
          </p:cNvPicPr>
          <p:nvPr/>
        </p:nvPicPr>
        <p:blipFill>
          <a:blip r:embed="rId3"/>
          <a:stretch>
            <a:fillRect/>
          </a:stretch>
        </p:blipFill>
        <p:spPr>
          <a:xfrm>
            <a:off x="0" y="0"/>
            <a:ext cx="3215919" cy="1013548"/>
          </a:xfrm>
          <a:prstGeom prst="rect">
            <a:avLst/>
          </a:prstGeom>
        </p:spPr>
      </p:pic>
      <p:pic>
        <p:nvPicPr>
          <p:cNvPr id="5" name="Picture 4">
            <a:extLst>
              <a:ext uri="{FF2B5EF4-FFF2-40B4-BE49-F238E27FC236}">
                <a16:creationId xmlns:a16="http://schemas.microsoft.com/office/drawing/2014/main" id="{1B5EAC13-62B2-18C1-910D-D31057DAFEA1}"/>
              </a:ext>
            </a:extLst>
          </p:cNvPr>
          <p:cNvPicPr>
            <a:picLocks noChangeAspect="1"/>
          </p:cNvPicPr>
          <p:nvPr/>
        </p:nvPicPr>
        <p:blipFill>
          <a:blip r:embed="rId4"/>
          <a:stretch>
            <a:fillRect/>
          </a:stretch>
        </p:blipFill>
        <p:spPr>
          <a:xfrm>
            <a:off x="3287520" y="2028"/>
            <a:ext cx="4511824" cy="1002702"/>
          </a:xfrm>
          <a:prstGeom prst="rect">
            <a:avLst/>
          </a:prstGeom>
        </p:spPr>
      </p:pic>
    </p:spTree>
    <p:extLst>
      <p:ext uri="{BB962C8B-B14F-4D97-AF65-F5344CB8AC3E}">
        <p14:creationId xmlns:p14="http://schemas.microsoft.com/office/powerpoint/2010/main" val="1215179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04E14-6147-9573-A204-2483709662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12B67A-B77D-004F-A9ED-B9C87B76C745}"/>
              </a:ext>
            </a:extLst>
          </p:cNvPr>
          <p:cNvSpPr>
            <a:spLocks noGrp="1"/>
          </p:cNvSpPr>
          <p:nvPr>
            <p:ph type="title"/>
          </p:nvPr>
        </p:nvSpPr>
        <p:spPr/>
        <p:txBody>
          <a:bodyPr/>
          <a:lstStyle/>
          <a:p>
            <a:r>
              <a:rPr lang="de-DE" dirty="0"/>
              <a:t>Background</a:t>
            </a:r>
            <a:endParaRPr lang="en-AU" dirty="0"/>
          </a:p>
        </p:txBody>
      </p:sp>
      <p:sp>
        <p:nvSpPr>
          <p:cNvPr id="3" name="Content Placeholder 2">
            <a:extLst>
              <a:ext uri="{FF2B5EF4-FFF2-40B4-BE49-F238E27FC236}">
                <a16:creationId xmlns:a16="http://schemas.microsoft.com/office/drawing/2014/main" id="{C35E6FAA-B5D0-7A19-0714-5185D0BC85F3}"/>
              </a:ext>
            </a:extLst>
          </p:cNvPr>
          <p:cNvSpPr>
            <a:spLocks noGrp="1"/>
          </p:cNvSpPr>
          <p:nvPr>
            <p:ph idx="1"/>
          </p:nvPr>
        </p:nvSpPr>
        <p:spPr/>
        <p:txBody>
          <a:bodyPr>
            <a:normAutofit/>
          </a:bodyPr>
          <a:lstStyle/>
          <a:p>
            <a:r>
              <a:rPr lang="de-DE" dirty="0"/>
              <a:t>In 2021, together with colleagues from UQ, The Queensland University of Technology, and the University of Eastern Finland, we applied for funding for a project called </a:t>
            </a:r>
            <a:r>
              <a:rPr lang="en-US" b="1" dirty="0"/>
              <a:t>F%$# Twitter </a:t>
            </a:r>
            <a:r>
              <a:rPr lang="en-US" dirty="0"/>
              <a:t>from the UQ Centre for Digital Cultures and Societies.</a:t>
            </a:r>
          </a:p>
          <a:p>
            <a:r>
              <a:rPr lang="de-DE" dirty="0"/>
              <a:t>The results of this project have led to several presentations at international conferences and a </a:t>
            </a:r>
            <a:r>
              <a:rPr lang="de-DE" i="1" dirty="0"/>
              <a:t>Lingua</a:t>
            </a:r>
            <a:r>
              <a:rPr lang="de-DE" dirty="0"/>
              <a:t> Special Issue </a:t>
            </a:r>
            <a:r>
              <a:rPr lang="en-US" b="1" i="1" dirty="0"/>
              <a:t>Bad Language and Vulgarity Online and in Public Discourse</a:t>
            </a:r>
            <a:r>
              <a:rPr lang="en-US" b="1" dirty="0"/>
              <a:t> </a:t>
            </a:r>
            <a:r>
              <a:rPr lang="en-US" dirty="0"/>
              <a:t>(Eds. Martin Schweinberger, Paula Rautionaho, &amp; Kate Burridge)</a:t>
            </a:r>
          </a:p>
          <a:p>
            <a:r>
              <a:rPr lang="en-US" dirty="0"/>
              <a:t>Schweinberger &amp; Burridge (2025) Vulgarity in online discourse around the English-speaking world went viral…</a:t>
            </a:r>
          </a:p>
          <a:p>
            <a:pPr marL="285750" indent="-285750">
              <a:buClr>
                <a:srgbClr val="CD3030"/>
              </a:buClr>
              <a:buFont typeface="Courier New" panose="02070309020205020404" pitchFamily="49" charset="0"/>
              <a:buChar char="o"/>
            </a:pPr>
            <a:r>
              <a:rPr lang="en-US" dirty="0"/>
              <a:t>Features in the national afternoon and evening news in Australia</a:t>
            </a:r>
          </a:p>
          <a:p>
            <a:pPr marL="285750" indent="-285750">
              <a:buClr>
                <a:srgbClr val="CD3030"/>
              </a:buClr>
              <a:buFont typeface="Courier New" panose="02070309020205020404" pitchFamily="49" charset="0"/>
              <a:buChar char="o"/>
            </a:pPr>
            <a:r>
              <a:rPr lang="en-US" dirty="0"/>
              <a:t>Over 70 newspaper articles including </a:t>
            </a:r>
            <a:r>
              <a:rPr lang="en-US" i="1" dirty="0"/>
              <a:t>The Guardian</a:t>
            </a:r>
            <a:r>
              <a:rPr lang="en-US" dirty="0"/>
              <a:t>, </a:t>
            </a:r>
            <a:r>
              <a:rPr lang="en-US" i="1" dirty="0"/>
              <a:t>CNN</a:t>
            </a:r>
            <a:r>
              <a:rPr lang="en-US" dirty="0"/>
              <a:t>, </a:t>
            </a:r>
            <a:r>
              <a:rPr lang="en-US" i="1" dirty="0"/>
              <a:t>The Conversation</a:t>
            </a:r>
            <a:r>
              <a:rPr lang="en-US" dirty="0"/>
              <a:t>, </a:t>
            </a:r>
            <a:br>
              <a:rPr lang="en-US" dirty="0"/>
            </a:br>
            <a:r>
              <a:rPr lang="en-US" i="1" dirty="0"/>
              <a:t>The Washington Times</a:t>
            </a:r>
            <a:r>
              <a:rPr lang="en-US" dirty="0"/>
              <a:t>, etc.</a:t>
            </a:r>
          </a:p>
          <a:p>
            <a:pPr marL="285750" indent="-285750">
              <a:buClr>
                <a:srgbClr val="CD3030"/>
              </a:buClr>
              <a:buFont typeface="Courier New" panose="02070309020205020404" pitchFamily="49" charset="0"/>
              <a:buChar char="o"/>
            </a:pPr>
            <a:r>
              <a:rPr lang="en-US" dirty="0"/>
              <a:t>Several live radio interviews (I alone appeared on 5 ABC radio shows)</a:t>
            </a:r>
          </a:p>
        </p:txBody>
      </p:sp>
      <p:pic>
        <p:nvPicPr>
          <p:cNvPr id="4" name="Picture 2">
            <a:extLst>
              <a:ext uri="{FF2B5EF4-FFF2-40B4-BE49-F238E27FC236}">
                <a16:creationId xmlns:a16="http://schemas.microsoft.com/office/drawing/2014/main" id="{F3B5D271-AD6E-0F20-E9AC-3EEC2C7A3D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7488" y="18329"/>
            <a:ext cx="1584512" cy="158187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person wearing glasses&#10;&#10;AI-generated content may be incorrect.">
            <a:extLst>
              <a:ext uri="{FF2B5EF4-FFF2-40B4-BE49-F238E27FC236}">
                <a16:creationId xmlns:a16="http://schemas.microsoft.com/office/drawing/2014/main" id="{711B9D15-E68A-31A1-45C0-0A4F77AECA2A}"/>
              </a:ext>
            </a:extLst>
          </p:cNvPr>
          <p:cNvPicPr>
            <a:picLocks noChangeAspect="1"/>
          </p:cNvPicPr>
          <p:nvPr/>
        </p:nvPicPr>
        <p:blipFill>
          <a:blip r:embed="rId3"/>
          <a:stretch>
            <a:fillRect/>
          </a:stretch>
        </p:blipFill>
        <p:spPr>
          <a:xfrm>
            <a:off x="9336360" y="4105594"/>
            <a:ext cx="1668049" cy="940386"/>
          </a:xfrm>
          <a:prstGeom prst="rect">
            <a:avLst/>
          </a:prstGeom>
        </p:spPr>
      </p:pic>
      <p:pic>
        <p:nvPicPr>
          <p:cNvPr id="6" name="Picture 5" descr="A screen shot of a phone&#10;&#10;AI-generated content may be incorrect.">
            <a:extLst>
              <a:ext uri="{FF2B5EF4-FFF2-40B4-BE49-F238E27FC236}">
                <a16:creationId xmlns:a16="http://schemas.microsoft.com/office/drawing/2014/main" id="{98819A8D-1042-FA27-7165-95493BC10BE4}"/>
              </a:ext>
            </a:extLst>
          </p:cNvPr>
          <p:cNvPicPr>
            <a:picLocks noChangeAspect="1"/>
          </p:cNvPicPr>
          <p:nvPr/>
        </p:nvPicPr>
        <p:blipFill>
          <a:blip r:embed="rId4"/>
          <a:stretch>
            <a:fillRect/>
          </a:stretch>
        </p:blipFill>
        <p:spPr>
          <a:xfrm>
            <a:off x="8256240" y="5135190"/>
            <a:ext cx="2029263" cy="1558688"/>
          </a:xfrm>
          <a:prstGeom prst="rect">
            <a:avLst/>
          </a:prstGeom>
        </p:spPr>
      </p:pic>
      <p:pic>
        <p:nvPicPr>
          <p:cNvPr id="7" name="Picture 6" descr="A person and a bird&#10;&#10;AI-generated content may be incorrect.">
            <a:extLst>
              <a:ext uri="{FF2B5EF4-FFF2-40B4-BE49-F238E27FC236}">
                <a16:creationId xmlns:a16="http://schemas.microsoft.com/office/drawing/2014/main" id="{FF18E587-40AB-1307-0F6D-B12748C002CB}"/>
              </a:ext>
            </a:extLst>
          </p:cNvPr>
          <p:cNvPicPr>
            <a:picLocks noChangeAspect="1"/>
          </p:cNvPicPr>
          <p:nvPr/>
        </p:nvPicPr>
        <p:blipFill>
          <a:blip r:embed="rId5"/>
          <a:stretch>
            <a:fillRect/>
          </a:stretch>
        </p:blipFill>
        <p:spPr>
          <a:xfrm>
            <a:off x="9941210" y="5578785"/>
            <a:ext cx="2215734" cy="819150"/>
          </a:xfrm>
          <a:prstGeom prst="rect">
            <a:avLst/>
          </a:prstGeom>
        </p:spPr>
      </p:pic>
    </p:spTree>
    <p:extLst>
      <p:ext uri="{BB962C8B-B14F-4D97-AF65-F5344CB8AC3E}">
        <p14:creationId xmlns:p14="http://schemas.microsoft.com/office/powerpoint/2010/main" val="747622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2D77D-E769-5ABC-84F0-40EBC92138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03A36B-A09B-BCA0-CAD8-EFA9EABE68AD}"/>
              </a:ext>
            </a:extLst>
          </p:cNvPr>
          <p:cNvSpPr>
            <a:spLocks noGrp="1"/>
          </p:cNvSpPr>
          <p:nvPr>
            <p:ph type="title"/>
          </p:nvPr>
        </p:nvSpPr>
        <p:spPr/>
        <p:txBody>
          <a:bodyPr/>
          <a:lstStyle/>
          <a:p>
            <a:r>
              <a:rPr lang="de-DE" dirty="0"/>
              <a:t>Background</a:t>
            </a:r>
            <a:endParaRPr lang="en-AU" dirty="0"/>
          </a:p>
        </p:txBody>
      </p:sp>
      <p:sp>
        <p:nvSpPr>
          <p:cNvPr id="3" name="Content Placeholder 2">
            <a:extLst>
              <a:ext uri="{FF2B5EF4-FFF2-40B4-BE49-F238E27FC236}">
                <a16:creationId xmlns:a16="http://schemas.microsoft.com/office/drawing/2014/main" id="{CFA7EE0D-EF9C-739C-0A09-354DC12FBDCC}"/>
              </a:ext>
            </a:extLst>
          </p:cNvPr>
          <p:cNvSpPr>
            <a:spLocks noGrp="1"/>
          </p:cNvSpPr>
          <p:nvPr>
            <p:ph idx="1"/>
          </p:nvPr>
        </p:nvSpPr>
        <p:spPr/>
        <p:txBody>
          <a:bodyPr>
            <a:normAutofit/>
          </a:bodyPr>
          <a:lstStyle/>
          <a:p>
            <a:r>
              <a:rPr lang="en-US" dirty="0"/>
              <a:t>For our paper: public interest in the ranking of the use of vulgarity </a:t>
            </a:r>
            <a:br>
              <a:rPr lang="en-US" dirty="0"/>
            </a:br>
            <a:r>
              <a:rPr lang="en-US" dirty="0"/>
              <a:t>across English-speaking regions (although that was not the </a:t>
            </a:r>
            <a:br>
              <a:rPr lang="en-US" dirty="0"/>
            </a:br>
            <a:r>
              <a:rPr lang="en-US" dirty="0"/>
              <a:t>main focus of our paper)</a:t>
            </a:r>
          </a:p>
          <a:p>
            <a:r>
              <a:rPr lang="en-US" dirty="0"/>
              <a:t>Most common question we received:</a:t>
            </a:r>
            <a:br>
              <a:rPr lang="en-US" dirty="0"/>
            </a:br>
            <a:endParaRPr lang="en-US" b="1" dirty="0"/>
          </a:p>
          <a:p>
            <a:endParaRPr lang="en-AU" b="1" dirty="0"/>
          </a:p>
        </p:txBody>
      </p:sp>
      <p:pic>
        <p:nvPicPr>
          <p:cNvPr id="4" name="Picture 2">
            <a:extLst>
              <a:ext uri="{FF2B5EF4-FFF2-40B4-BE49-F238E27FC236}">
                <a16:creationId xmlns:a16="http://schemas.microsoft.com/office/drawing/2014/main" id="{622B3233-2DF9-A3B7-1EFB-A6AEA644DA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7488" y="18329"/>
            <a:ext cx="1584512" cy="158187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graph showing the different countries/regions&#10;&#10;AI-generated content may be incorrect.">
            <a:extLst>
              <a:ext uri="{FF2B5EF4-FFF2-40B4-BE49-F238E27FC236}">
                <a16:creationId xmlns:a16="http://schemas.microsoft.com/office/drawing/2014/main" id="{EDA940DE-5633-060A-7D80-1FBC0E95F933}"/>
              </a:ext>
            </a:extLst>
          </p:cNvPr>
          <p:cNvPicPr>
            <a:picLocks noChangeAspect="1"/>
          </p:cNvPicPr>
          <p:nvPr/>
        </p:nvPicPr>
        <p:blipFill>
          <a:blip r:embed="rId3"/>
          <a:stretch>
            <a:fillRect/>
          </a:stretch>
        </p:blipFill>
        <p:spPr>
          <a:xfrm>
            <a:off x="7536160" y="2762659"/>
            <a:ext cx="4329239" cy="3042605"/>
          </a:xfrm>
          <a:prstGeom prst="rect">
            <a:avLst/>
          </a:prstGeom>
        </p:spPr>
      </p:pic>
      <p:sp>
        <p:nvSpPr>
          <p:cNvPr id="9" name="TextBox 8">
            <a:extLst>
              <a:ext uri="{FF2B5EF4-FFF2-40B4-BE49-F238E27FC236}">
                <a16:creationId xmlns:a16="http://schemas.microsoft.com/office/drawing/2014/main" id="{E266BDFD-2F64-620E-C20E-890C032D6CE8}"/>
              </a:ext>
            </a:extLst>
          </p:cNvPr>
          <p:cNvSpPr txBox="1"/>
          <p:nvPr/>
        </p:nvSpPr>
        <p:spPr>
          <a:xfrm>
            <a:off x="695324" y="3573016"/>
            <a:ext cx="6480720" cy="1200329"/>
          </a:xfrm>
          <a:prstGeom prst="rect">
            <a:avLst/>
          </a:prstGeom>
          <a:noFill/>
          <a:ln w="38100">
            <a:solidFill>
              <a:srgbClr val="CD3030"/>
            </a:solidFill>
          </a:ln>
        </p:spPr>
        <p:txBody>
          <a:bodyPr wrap="square" rtlCol="0">
            <a:spAutoFit/>
          </a:bodyPr>
          <a:lstStyle/>
          <a:p>
            <a:endParaRPr lang="de-DE" b="1" dirty="0"/>
          </a:p>
          <a:p>
            <a:pPr algn="ctr"/>
            <a:r>
              <a:rPr lang="en-US" b="1" dirty="0"/>
              <a:t>What would results be </a:t>
            </a:r>
          </a:p>
          <a:p>
            <a:pPr algn="ctr"/>
            <a:r>
              <a:rPr lang="en-US" b="1" dirty="0"/>
              <a:t>if you looked at face-to-face interaction?!</a:t>
            </a:r>
          </a:p>
          <a:p>
            <a:r>
              <a:rPr lang="de-DE" dirty="0"/>
              <a:t> </a:t>
            </a:r>
            <a:endParaRPr lang="en-AU" dirty="0"/>
          </a:p>
        </p:txBody>
      </p:sp>
    </p:spTree>
    <p:extLst>
      <p:ext uri="{BB962C8B-B14F-4D97-AF65-F5344CB8AC3E}">
        <p14:creationId xmlns:p14="http://schemas.microsoft.com/office/powerpoint/2010/main" val="772109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A28AE-1D65-568F-8800-8209794E40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606BCE-F638-EB07-C110-5721A3B29F35}"/>
              </a:ext>
            </a:extLst>
          </p:cNvPr>
          <p:cNvSpPr>
            <a:spLocks noGrp="1"/>
          </p:cNvSpPr>
          <p:nvPr>
            <p:ph type="title"/>
          </p:nvPr>
        </p:nvSpPr>
        <p:spPr/>
        <p:txBody>
          <a:bodyPr/>
          <a:lstStyle/>
          <a:p>
            <a:r>
              <a:rPr lang="de-DE" dirty="0"/>
              <a:t>Functions of Swearing/Vulgarity</a:t>
            </a:r>
            <a:endParaRPr lang="en-AU" dirty="0"/>
          </a:p>
        </p:txBody>
      </p:sp>
      <p:sp>
        <p:nvSpPr>
          <p:cNvPr id="3" name="Content Placeholder 2">
            <a:extLst>
              <a:ext uri="{FF2B5EF4-FFF2-40B4-BE49-F238E27FC236}">
                <a16:creationId xmlns:a16="http://schemas.microsoft.com/office/drawing/2014/main" id="{E99741AC-AC94-7159-B4AF-73AEBAC023F8}"/>
              </a:ext>
            </a:extLst>
          </p:cNvPr>
          <p:cNvSpPr>
            <a:spLocks noGrp="1"/>
          </p:cNvSpPr>
          <p:nvPr>
            <p:ph idx="1"/>
          </p:nvPr>
        </p:nvSpPr>
        <p:spPr/>
        <p:txBody>
          <a:bodyPr>
            <a:normAutofit fontScale="92500" lnSpcReduction="20000"/>
          </a:bodyPr>
          <a:lstStyle/>
          <a:p>
            <a:r>
              <a:rPr lang="de-DE" b="1" dirty="0"/>
              <a:t>Social functions</a:t>
            </a:r>
          </a:p>
          <a:p>
            <a:pPr marL="285750" indent="-285750">
              <a:buClr>
                <a:srgbClr val="CD3030"/>
              </a:buClr>
              <a:buFont typeface="Courier New" panose="02070309020205020404" pitchFamily="49" charset="0"/>
              <a:buChar char="o"/>
            </a:pPr>
            <a:r>
              <a:rPr lang="en-US" dirty="0"/>
              <a:t>Indexing Identity/Group Membership: can signal in-group solidarity, shared norms, or cultural/regional identity </a:t>
            </a:r>
            <a:r>
              <a:rPr lang="en-US" sz="1200" dirty="0"/>
              <a:t>(Beers Fägersten, 2012)</a:t>
            </a:r>
          </a:p>
          <a:p>
            <a:pPr marL="285750" indent="-285750">
              <a:buClr>
                <a:srgbClr val="CD3030"/>
              </a:buClr>
              <a:buFont typeface="Courier New" panose="02070309020205020404" pitchFamily="49" charset="0"/>
              <a:buChar char="o"/>
            </a:pPr>
            <a:r>
              <a:rPr lang="en-US" dirty="0" err="1"/>
              <a:t>Establishing|Challenging</a:t>
            </a:r>
            <a:r>
              <a:rPr lang="en-US" dirty="0"/>
              <a:t> Social Hierarchies: can assert dominance, express resistance, or subvert social norms </a:t>
            </a:r>
            <a:r>
              <a:rPr lang="en-US" sz="1200" dirty="0"/>
              <a:t>(Dynel, 2012; Jay, 2009)</a:t>
            </a:r>
          </a:p>
          <a:p>
            <a:pPr marL="285750" indent="-285750">
              <a:buClr>
                <a:srgbClr val="CD3030"/>
              </a:buClr>
              <a:buFont typeface="Courier New" panose="02070309020205020404" pitchFamily="49" charset="0"/>
              <a:buChar char="o"/>
            </a:pPr>
            <a:r>
              <a:rPr lang="en-US" dirty="0"/>
              <a:t>Expressing Emotion &amp; Intensity: used as an emotional intensifier and stress relief </a:t>
            </a:r>
            <a:r>
              <a:rPr lang="en-US" sz="1200" dirty="0"/>
              <a:t>(Stephens, Atkins, &amp; Kingston, 2009; </a:t>
            </a:r>
            <a:r>
              <a:rPr lang="en-US" sz="1200" dirty="0" err="1"/>
              <a:t>Wajnryb</a:t>
            </a:r>
            <a:r>
              <a:rPr lang="en-US" sz="1200" dirty="0"/>
              <a:t>, 2005).</a:t>
            </a:r>
          </a:p>
          <a:p>
            <a:pPr marL="285750" indent="-285750">
              <a:buClr>
                <a:srgbClr val="CD3030"/>
              </a:buClr>
              <a:buFont typeface="Courier New" panose="02070309020205020404" pitchFamily="49" charset="0"/>
              <a:buChar char="o"/>
            </a:pPr>
            <a:r>
              <a:rPr lang="en-US" dirty="0"/>
              <a:t>Managing Social Distance &amp; Politeness: may reduce social distance or enhance authenticity in informal settings </a:t>
            </a:r>
            <a:r>
              <a:rPr lang="en-US" sz="1200" dirty="0"/>
              <a:t>(Culpeper, 2011; Kádár &amp; Haugh, 2013)</a:t>
            </a:r>
          </a:p>
          <a:p>
            <a:pPr>
              <a:buClr>
                <a:srgbClr val="51247A"/>
              </a:buClr>
            </a:pPr>
            <a:r>
              <a:rPr lang="en-US" b="1" dirty="0"/>
              <a:t>Linguistic functions</a:t>
            </a:r>
          </a:p>
          <a:p>
            <a:pPr marL="285750" indent="-285750">
              <a:buClr>
                <a:srgbClr val="CD3030"/>
              </a:buClr>
              <a:buFont typeface="Courier New" panose="02070309020205020404" pitchFamily="49" charset="0"/>
              <a:buChar char="o"/>
            </a:pPr>
            <a:r>
              <a:rPr lang="en-US" dirty="0"/>
              <a:t>Lexical Creativity &amp; Innovation: Swearing often involves creative word formation, euphemisms, and taboo-avoidance strategies </a:t>
            </a:r>
            <a:r>
              <a:rPr lang="en-US" sz="1200" dirty="0"/>
              <a:t>(Allan &amp; Burridge, 2006; Ljung, 2011).</a:t>
            </a:r>
            <a:endParaRPr lang="de-DE" sz="1200" dirty="0"/>
          </a:p>
          <a:p>
            <a:pPr marL="285750" indent="-285750">
              <a:buClr>
                <a:srgbClr val="CD3030"/>
              </a:buClr>
              <a:buFont typeface="Courier New" panose="02070309020205020404" pitchFamily="49" charset="0"/>
              <a:buChar char="o"/>
            </a:pPr>
            <a:r>
              <a:rPr lang="en-US" dirty="0"/>
              <a:t>Pragmatic &amp; Discourse Marking: serves as a discourse strategy to mark stance, topic shifts, or emphasis </a:t>
            </a:r>
            <a:r>
              <a:rPr lang="en-US" sz="1200" dirty="0"/>
              <a:t>(Dewaele, 2016; Holmes, 2013)</a:t>
            </a:r>
          </a:p>
          <a:p>
            <a:pPr marL="285750" indent="-285750">
              <a:buClr>
                <a:srgbClr val="CD3030"/>
              </a:buClr>
              <a:buFont typeface="Courier New" panose="02070309020205020404" pitchFamily="49" charset="0"/>
              <a:buChar char="o"/>
            </a:pPr>
            <a:r>
              <a:rPr lang="en-US" dirty="0"/>
              <a:t>Sociolinguistic Variation: varies by age, gender, class, and region, making it a rich domain for sociolinguistic study </a:t>
            </a:r>
            <a:r>
              <a:rPr lang="en-US" sz="1200" dirty="0"/>
              <a:t>(McEnery &amp; Xiao, 2004; Schweinberger, 2018; Stapleton, 2003)</a:t>
            </a:r>
          </a:p>
          <a:p>
            <a:pPr marL="285750" indent="-285750">
              <a:buClr>
                <a:srgbClr val="CD3030"/>
              </a:buClr>
              <a:buFont typeface="Courier New" panose="02070309020205020404" pitchFamily="49" charset="0"/>
              <a:buChar char="o"/>
            </a:pPr>
            <a:r>
              <a:rPr lang="en-US" dirty="0"/>
              <a:t>Language Norms and Taboo: reveals how societies construct and negotiate linguistic taboos </a:t>
            </a:r>
            <a:r>
              <a:rPr lang="en-US" sz="1200" dirty="0"/>
              <a:t>(Burridge, 2006; Pinker, 2007).</a:t>
            </a:r>
            <a:endParaRPr lang="de-DE" sz="1200" dirty="0"/>
          </a:p>
        </p:txBody>
      </p:sp>
      <p:pic>
        <p:nvPicPr>
          <p:cNvPr id="4" name="Picture 2">
            <a:extLst>
              <a:ext uri="{FF2B5EF4-FFF2-40B4-BE49-F238E27FC236}">
                <a16:creationId xmlns:a16="http://schemas.microsoft.com/office/drawing/2014/main" id="{E3EFF2C6-EB1A-CD51-58AD-C17D23133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7488" y="18329"/>
            <a:ext cx="1584512" cy="1581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5312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18AA1-495C-B344-DFBE-6AB1112672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C73D01-5144-499A-60F4-34724335ED3B}"/>
              </a:ext>
            </a:extLst>
          </p:cNvPr>
          <p:cNvSpPr>
            <a:spLocks noGrp="1"/>
          </p:cNvSpPr>
          <p:nvPr>
            <p:ph type="title"/>
          </p:nvPr>
        </p:nvSpPr>
        <p:spPr/>
        <p:txBody>
          <a:bodyPr/>
          <a:lstStyle/>
          <a:p>
            <a:r>
              <a:rPr lang="de-DE" dirty="0"/>
              <a:t>Research questions and hypotheses</a:t>
            </a:r>
            <a:endParaRPr lang="en-AU" dirty="0"/>
          </a:p>
        </p:txBody>
      </p:sp>
      <p:sp>
        <p:nvSpPr>
          <p:cNvPr id="3" name="Content Placeholder 2">
            <a:extLst>
              <a:ext uri="{FF2B5EF4-FFF2-40B4-BE49-F238E27FC236}">
                <a16:creationId xmlns:a16="http://schemas.microsoft.com/office/drawing/2014/main" id="{7F8D943D-DF3A-26E4-8C73-59D9F774F34B}"/>
              </a:ext>
            </a:extLst>
          </p:cNvPr>
          <p:cNvSpPr>
            <a:spLocks noGrp="1"/>
          </p:cNvSpPr>
          <p:nvPr>
            <p:ph idx="1"/>
          </p:nvPr>
        </p:nvSpPr>
        <p:spPr/>
        <p:txBody>
          <a:bodyPr>
            <a:normAutofit/>
          </a:bodyPr>
          <a:lstStyle/>
          <a:p>
            <a:r>
              <a:rPr lang="de-DE" b="1" dirty="0"/>
              <a:t>Relevant findings from prior research </a:t>
            </a:r>
          </a:p>
          <a:p>
            <a:pPr marL="285750" indent="-285750">
              <a:buClr>
                <a:srgbClr val="CD3030"/>
              </a:buClr>
              <a:buFont typeface="Courier New" panose="02070309020205020404" pitchFamily="49" charset="0"/>
              <a:buChar char="o"/>
            </a:pPr>
            <a:r>
              <a:rPr lang="de-DE" dirty="0"/>
              <a:t>online, speakers/users from inner circle varieties and espcially speakers from the US use most vulgarity </a:t>
            </a:r>
            <a:r>
              <a:rPr lang="de-DE" sz="1200" dirty="0">
                <a:solidFill>
                  <a:schemeClr val="bg1">
                    <a:lumMod val="75000"/>
                  </a:schemeClr>
                </a:solidFill>
              </a:rPr>
              <a:t>(</a:t>
            </a:r>
            <a:r>
              <a:rPr lang="en-US" sz="1200" dirty="0">
                <a:solidFill>
                  <a:schemeClr val="bg1">
                    <a:lumMod val="75000"/>
                  </a:schemeClr>
                </a:solidFill>
              </a:rPr>
              <a:t>Laitinen,  Rautionaho, Fatemi, &amp; Halonen, 2025</a:t>
            </a:r>
            <a:r>
              <a:rPr lang="de-DE" sz="1200" dirty="0">
                <a:solidFill>
                  <a:schemeClr val="bg1">
                    <a:lumMod val="75000"/>
                  </a:schemeClr>
                </a:solidFill>
              </a:rPr>
              <a:t>; Schweinberger &amp; Burridge, 2025; </a:t>
            </a:r>
            <a:r>
              <a:rPr lang="en-US" sz="1200" dirty="0">
                <a:solidFill>
                  <a:schemeClr val="bg1">
                    <a:lumMod val="75000"/>
                  </a:schemeClr>
                </a:solidFill>
              </a:rPr>
              <a:t>Schweinberger, Laitinen, Haugh, Rautionaho, Fatemi, Hames, &amp; Takahashi, n.d.; Schweinberger, Haugh, Laitinen, Fatemi, Hames, Rautionaho, &amp; Takahashi, n.d.</a:t>
            </a:r>
            <a:r>
              <a:rPr lang="de-DE" sz="1200" dirty="0">
                <a:solidFill>
                  <a:schemeClr val="bg1">
                    <a:lumMod val="75000"/>
                  </a:schemeClr>
                </a:solidFill>
              </a:rPr>
              <a:t>).</a:t>
            </a:r>
          </a:p>
          <a:p>
            <a:pPr marL="285750" indent="-285750">
              <a:buClr>
                <a:srgbClr val="CD3030"/>
              </a:buClr>
              <a:buFont typeface="Courier New" panose="02070309020205020404" pitchFamily="49" charset="0"/>
              <a:buChar char="o"/>
            </a:pPr>
            <a:r>
              <a:rPr lang="de-DE" dirty="0"/>
              <a:t>Younger speakers and young males in particular exhibit higher rates of vulgarity compared with older speakers or female speakers</a:t>
            </a:r>
            <a:r>
              <a:rPr lang="de-DE" dirty="0">
                <a:solidFill>
                  <a:srgbClr val="51247A"/>
                </a:solidFill>
              </a:rPr>
              <a:t> </a:t>
            </a:r>
            <a:r>
              <a:rPr lang="de-DE" sz="1200" dirty="0">
                <a:solidFill>
                  <a:schemeClr val="bg1">
                    <a:lumMod val="75000"/>
                  </a:schemeClr>
                </a:solidFill>
              </a:rPr>
              <a:t>(Schweinberger, 2018)</a:t>
            </a:r>
          </a:p>
          <a:p>
            <a:r>
              <a:rPr lang="de-DE" b="1" dirty="0"/>
              <a:t>Hypotheses</a:t>
            </a:r>
          </a:p>
          <a:p>
            <a:r>
              <a:rPr lang="de-DE" dirty="0"/>
              <a:t>Based on the use of vulgarity in spoken discourse in public settings (advertisement ads and outbursts of former Prime Miniters on televsion), we assumed that </a:t>
            </a:r>
          </a:p>
          <a:p>
            <a:pPr marL="285750" indent="-285750">
              <a:buClr>
                <a:srgbClr val="CD3030"/>
              </a:buClr>
              <a:buFont typeface="Courier New" panose="02070309020205020404" pitchFamily="49" charset="0"/>
              <a:buChar char="o"/>
            </a:pPr>
            <a:r>
              <a:rPr lang="de-DE" dirty="0"/>
              <a:t>Australians would exhibit higher frequencies of vulgarity in face-to-face conversations while the use of vulgarity among US speakers would be lower.</a:t>
            </a:r>
          </a:p>
          <a:p>
            <a:pPr marL="285750" indent="-285750">
              <a:buClr>
                <a:srgbClr val="CD3030"/>
              </a:buClr>
              <a:buFont typeface="Courier New" panose="02070309020205020404" pitchFamily="49" charset="0"/>
              <a:buChar char="o"/>
            </a:pPr>
            <a:r>
              <a:rPr lang="de-DE" dirty="0"/>
              <a:t>Inner circle varieties exhibit a tendency for higher use fo vulgarity compared to outer circle vareities.</a:t>
            </a:r>
          </a:p>
          <a:p>
            <a:endParaRPr lang="de-DE" dirty="0"/>
          </a:p>
          <a:p>
            <a:endParaRPr lang="de-DE" dirty="0"/>
          </a:p>
          <a:p>
            <a:endParaRPr lang="de-DE" dirty="0">
              <a:solidFill>
                <a:srgbClr val="51247A"/>
              </a:solidFill>
            </a:endParaRPr>
          </a:p>
        </p:txBody>
      </p:sp>
      <p:pic>
        <p:nvPicPr>
          <p:cNvPr id="4" name="Picture 2">
            <a:extLst>
              <a:ext uri="{FF2B5EF4-FFF2-40B4-BE49-F238E27FC236}">
                <a16:creationId xmlns:a16="http://schemas.microsoft.com/office/drawing/2014/main" id="{C82E975E-AB5F-EFB8-E1EF-0B4265A412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7488" y="18329"/>
            <a:ext cx="1584512" cy="1581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15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277F5-BEFB-C4AF-E3F5-BC48FEA5C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7D3946-857D-5163-F22B-831380FDBB2E}"/>
              </a:ext>
            </a:extLst>
          </p:cNvPr>
          <p:cNvSpPr>
            <a:spLocks noGrp="1"/>
          </p:cNvSpPr>
          <p:nvPr>
            <p:ph type="title"/>
          </p:nvPr>
        </p:nvSpPr>
        <p:spPr/>
        <p:txBody>
          <a:bodyPr/>
          <a:lstStyle/>
          <a:p>
            <a:r>
              <a:rPr lang="de-DE" dirty="0"/>
              <a:t>Data and Data Processing</a:t>
            </a:r>
            <a:endParaRPr lang="en-AU" dirty="0"/>
          </a:p>
        </p:txBody>
      </p:sp>
      <p:sp>
        <p:nvSpPr>
          <p:cNvPr id="3" name="Content Placeholder 2">
            <a:extLst>
              <a:ext uri="{FF2B5EF4-FFF2-40B4-BE49-F238E27FC236}">
                <a16:creationId xmlns:a16="http://schemas.microsoft.com/office/drawing/2014/main" id="{93A5FB2D-11E6-FFF6-08B9-1D6D4DA940EC}"/>
              </a:ext>
            </a:extLst>
          </p:cNvPr>
          <p:cNvSpPr>
            <a:spLocks noGrp="1"/>
          </p:cNvSpPr>
          <p:nvPr>
            <p:ph idx="1"/>
          </p:nvPr>
        </p:nvSpPr>
        <p:spPr/>
        <p:txBody>
          <a:bodyPr>
            <a:normAutofit/>
          </a:bodyPr>
          <a:lstStyle/>
          <a:p>
            <a:r>
              <a:rPr lang="de-DE" b="1" dirty="0"/>
              <a:t>International Corpus of English (ICE)</a:t>
            </a:r>
          </a:p>
          <a:p>
            <a:r>
              <a:rPr lang="de-DE" dirty="0"/>
              <a:t>Spoken sections of ICE Australia, Canada, East Africa (Kenya &amp; Tanzania), Great Britain, Hong Kong, Ireland, India, Jamaica, New Zealand, Philippines, Sri Lanka, Singapore, and the Santa Barbraa Corpus of Spoken American English</a:t>
            </a:r>
          </a:p>
          <a:p>
            <a:r>
              <a:rPr lang="de-DE" b="1" dirty="0"/>
              <a:t>Data Processing</a:t>
            </a:r>
          </a:p>
          <a:p>
            <a:r>
              <a:rPr lang="de-DE" dirty="0"/>
              <a:t>All in R version 4.4.2 </a:t>
            </a:r>
            <a:r>
              <a:rPr lang="de-DE" sz="1200" dirty="0">
                <a:solidFill>
                  <a:schemeClr val="bg1">
                    <a:lumMod val="75000"/>
                  </a:schemeClr>
                </a:solidFill>
              </a:rPr>
              <a:t>(R Core Team, 2024) </a:t>
            </a:r>
            <a:r>
              <a:rPr lang="de-DE" dirty="0"/>
              <a:t>via RStudio </a:t>
            </a:r>
            <a:r>
              <a:rPr lang="de-DE" sz="1200" dirty="0">
                <a:solidFill>
                  <a:schemeClr val="bg1">
                    <a:lumMod val="75000"/>
                  </a:schemeClr>
                </a:solidFill>
              </a:rPr>
              <a:t>(Posit team, 2025)</a:t>
            </a:r>
            <a:r>
              <a:rPr lang="de-DE" dirty="0">
                <a:solidFill>
                  <a:srgbClr val="51247A"/>
                </a:solidFill>
              </a:rPr>
              <a:t>: </a:t>
            </a:r>
            <a:r>
              <a:rPr lang="de-DE" dirty="0"/>
              <a:t>analysis details available at XXX)</a:t>
            </a:r>
          </a:p>
          <a:p>
            <a:pPr marL="285750" indent="-285750">
              <a:buClr>
                <a:srgbClr val="CD3030"/>
              </a:buClr>
              <a:buFont typeface="Courier New" panose="02070309020205020404" pitchFamily="49" charset="0"/>
              <a:buChar char="o"/>
            </a:pPr>
            <a:r>
              <a:rPr lang="de-DE" dirty="0"/>
              <a:t>Split into untterances</a:t>
            </a:r>
          </a:p>
          <a:p>
            <a:pPr marL="285750" indent="-285750">
              <a:buClr>
                <a:srgbClr val="CD3030"/>
              </a:buClr>
              <a:buFont typeface="Courier New" panose="02070309020205020404" pitchFamily="49" charset="0"/>
              <a:buChar char="o"/>
            </a:pPr>
            <a:r>
              <a:rPr lang="de-DE" dirty="0"/>
              <a:t>Extracted speaker reference and cleaned utterance</a:t>
            </a:r>
          </a:p>
          <a:p>
            <a:pPr marL="285750" indent="-285750">
              <a:buClr>
                <a:srgbClr val="CD3030"/>
              </a:buClr>
              <a:buFont typeface="Courier New" panose="02070309020205020404" pitchFamily="49" charset="0"/>
              <a:buChar char="o"/>
            </a:pPr>
            <a:r>
              <a:rPr lang="de-DE" dirty="0"/>
              <a:t>Added speaker information and determined the number of tokens in each utterance</a:t>
            </a:r>
          </a:p>
          <a:p>
            <a:pPr marL="285750" indent="-285750">
              <a:buClr>
                <a:srgbClr val="CD3030"/>
              </a:buClr>
              <a:buFont typeface="Courier New" panose="02070309020205020404" pitchFamily="49" charset="0"/>
              <a:buChar char="o"/>
            </a:pPr>
            <a:r>
              <a:rPr lang="de-DE" dirty="0"/>
              <a:t>Concordancing of vulgar elements using a list of regular expressions </a:t>
            </a:r>
            <a:br>
              <a:rPr lang="de-DE" dirty="0"/>
            </a:br>
            <a:r>
              <a:rPr lang="de-DE" dirty="0"/>
              <a:t>(same as Schweinberger &amp; Burridge, 2025)</a:t>
            </a:r>
          </a:p>
          <a:p>
            <a:pPr marL="285750" indent="-285750">
              <a:buClr>
                <a:srgbClr val="CD3030"/>
              </a:buClr>
              <a:buFont typeface="Courier New" panose="02070309020205020404" pitchFamily="49" charset="0"/>
              <a:buChar char="o"/>
            </a:pPr>
            <a:r>
              <a:rPr lang="de-DE" dirty="0"/>
              <a:t>Tabullation and visualisation</a:t>
            </a:r>
          </a:p>
          <a:p>
            <a:endParaRPr lang="de-DE" dirty="0">
              <a:solidFill>
                <a:srgbClr val="51247A"/>
              </a:solidFill>
            </a:endParaRPr>
          </a:p>
        </p:txBody>
      </p:sp>
      <p:pic>
        <p:nvPicPr>
          <p:cNvPr id="4" name="Picture 2">
            <a:extLst>
              <a:ext uri="{FF2B5EF4-FFF2-40B4-BE49-F238E27FC236}">
                <a16:creationId xmlns:a16="http://schemas.microsoft.com/office/drawing/2014/main" id="{AC222302-FA8F-5459-EE39-C5D0A35069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7488" y="18329"/>
            <a:ext cx="1584512" cy="158187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close up of a logo&#10;&#10;AI-generated content may be incorrect.">
            <a:extLst>
              <a:ext uri="{FF2B5EF4-FFF2-40B4-BE49-F238E27FC236}">
                <a16:creationId xmlns:a16="http://schemas.microsoft.com/office/drawing/2014/main" id="{204B3F4A-5C8A-8F23-0AB5-1133C0EB9715}"/>
              </a:ext>
            </a:extLst>
          </p:cNvPr>
          <p:cNvPicPr>
            <a:picLocks noChangeAspect="1"/>
          </p:cNvPicPr>
          <p:nvPr/>
        </p:nvPicPr>
        <p:blipFill>
          <a:blip r:embed="rId3"/>
          <a:stretch>
            <a:fillRect/>
          </a:stretch>
        </p:blipFill>
        <p:spPr>
          <a:xfrm>
            <a:off x="8328248" y="5879833"/>
            <a:ext cx="3673575" cy="857789"/>
          </a:xfrm>
          <a:prstGeom prst="rect">
            <a:avLst/>
          </a:prstGeom>
        </p:spPr>
      </p:pic>
    </p:spTree>
    <p:extLst>
      <p:ext uri="{BB962C8B-B14F-4D97-AF65-F5344CB8AC3E}">
        <p14:creationId xmlns:p14="http://schemas.microsoft.com/office/powerpoint/2010/main" val="226483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41FE9-6109-ABD1-4637-CA03658BA2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3FC125-EF76-E0EE-A7B9-1D663E09236D}"/>
              </a:ext>
            </a:extLst>
          </p:cNvPr>
          <p:cNvSpPr>
            <a:spLocks noGrp="1"/>
          </p:cNvSpPr>
          <p:nvPr>
            <p:ph type="title"/>
          </p:nvPr>
        </p:nvSpPr>
        <p:spPr/>
        <p:txBody>
          <a:bodyPr/>
          <a:lstStyle/>
          <a:p>
            <a:r>
              <a:rPr lang="de-DE" dirty="0"/>
              <a:t>Methodology</a:t>
            </a:r>
            <a:endParaRPr lang="en-AU" dirty="0"/>
          </a:p>
        </p:txBody>
      </p:sp>
      <p:sp>
        <p:nvSpPr>
          <p:cNvPr id="3" name="Content Placeholder 2">
            <a:extLst>
              <a:ext uri="{FF2B5EF4-FFF2-40B4-BE49-F238E27FC236}">
                <a16:creationId xmlns:a16="http://schemas.microsoft.com/office/drawing/2014/main" id="{2544C75A-9D0C-853B-0082-285F9F6F70B4}"/>
              </a:ext>
            </a:extLst>
          </p:cNvPr>
          <p:cNvSpPr>
            <a:spLocks noGrp="1"/>
          </p:cNvSpPr>
          <p:nvPr>
            <p:ph idx="1"/>
          </p:nvPr>
        </p:nvSpPr>
        <p:spPr/>
        <p:txBody>
          <a:bodyPr>
            <a:normAutofit/>
          </a:bodyPr>
          <a:lstStyle/>
          <a:p>
            <a:r>
              <a:rPr lang="de-DE" b="1" dirty="0"/>
              <a:t>Data Extraction</a:t>
            </a:r>
          </a:p>
          <a:p>
            <a:r>
              <a:rPr lang="de-DE" dirty="0"/>
              <a:t>To extract vulgar elements we used the same list of regular expressions as Schweinberger and Burrdige (2025).</a:t>
            </a:r>
          </a:p>
          <a:p>
            <a:r>
              <a:rPr lang="de-DE" dirty="0"/>
              <a:t>Started with terms listed in online content modertation, previous research, and what the OED considers „vulgar“. Then manually checked the lists and enhanced them using regular expressions to be able to find vulgarity with non-normalised spellings and other variants (plurals, progressive forms, etc.).</a:t>
            </a:r>
          </a:p>
          <a:p>
            <a:r>
              <a:rPr lang="de-DE" b="1" dirty="0"/>
              <a:t>Statistical Methods</a:t>
            </a:r>
          </a:p>
          <a:p>
            <a:pPr marL="285750" indent="-285750">
              <a:buClr>
                <a:srgbClr val="CD3030"/>
              </a:buClr>
              <a:buFont typeface="Courier New" panose="02070309020205020404" pitchFamily="49" charset="0"/>
              <a:buChar char="o"/>
            </a:pPr>
            <a:r>
              <a:rPr lang="de-DE" dirty="0"/>
              <a:t>Frequency tabulation (normalised by N tokens)</a:t>
            </a:r>
          </a:p>
          <a:p>
            <a:pPr marL="285750" indent="-285750">
              <a:buClr>
                <a:srgbClr val="CD3030"/>
              </a:buClr>
              <a:buFont typeface="Courier New" panose="02070309020205020404" pitchFamily="49" charset="0"/>
              <a:buChar char="o"/>
            </a:pPr>
            <a:r>
              <a:rPr lang="de-DE" dirty="0"/>
              <a:t>Adjusted Corrected Type-Token Ratios (aCTTR) to investigate variability and creativity in use: the higher the aCTTR, the more different variants the speaker form a region are using.</a:t>
            </a:r>
          </a:p>
          <a:p>
            <a:pPr marL="285750" indent="-285750">
              <a:buClr>
                <a:srgbClr val="CD3030"/>
              </a:buClr>
              <a:buFont typeface="Courier New" panose="02070309020205020404" pitchFamily="49" charset="0"/>
              <a:buChar char="o"/>
            </a:pPr>
            <a:r>
              <a:rPr lang="de-DE" dirty="0"/>
              <a:t>Conditional Inference Trees (CIT) to check for differences along social categories </a:t>
            </a:r>
            <a:br>
              <a:rPr lang="de-DE" dirty="0"/>
            </a:br>
            <a:r>
              <a:rPr lang="de-DE" dirty="0"/>
              <a:t>(dependent variable: speaker uses or vulgar element vs does not use a vulgar element).</a:t>
            </a:r>
          </a:p>
          <a:p>
            <a:endParaRPr lang="de-DE" dirty="0"/>
          </a:p>
        </p:txBody>
      </p:sp>
      <p:pic>
        <p:nvPicPr>
          <p:cNvPr id="4" name="Picture 2">
            <a:extLst>
              <a:ext uri="{FF2B5EF4-FFF2-40B4-BE49-F238E27FC236}">
                <a16:creationId xmlns:a16="http://schemas.microsoft.com/office/drawing/2014/main" id="{43713053-B5FB-8E54-5FCC-5EF7BE46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7488" y="18329"/>
            <a:ext cx="1584512" cy="1581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1495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CF5DA-4C31-FFA1-90C1-ADA7D235C9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FA416B-52CA-6BF2-5CDC-38C5C118AC8D}"/>
              </a:ext>
            </a:extLst>
          </p:cNvPr>
          <p:cNvSpPr>
            <a:spLocks noGrp="1"/>
          </p:cNvSpPr>
          <p:nvPr>
            <p:ph type="title"/>
          </p:nvPr>
        </p:nvSpPr>
        <p:spPr/>
        <p:txBody>
          <a:bodyPr/>
          <a:lstStyle/>
          <a:p>
            <a:r>
              <a:rPr lang="de-DE" dirty="0"/>
              <a:t>Data</a:t>
            </a:r>
            <a:endParaRPr lang="en-AU" dirty="0"/>
          </a:p>
        </p:txBody>
      </p:sp>
      <p:pic>
        <p:nvPicPr>
          <p:cNvPr id="4" name="Picture 2">
            <a:extLst>
              <a:ext uri="{FF2B5EF4-FFF2-40B4-BE49-F238E27FC236}">
                <a16:creationId xmlns:a16="http://schemas.microsoft.com/office/drawing/2014/main" id="{D71FC491-A7A3-4F66-AC4C-8A6699FDDC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7488" y="18329"/>
            <a:ext cx="1584512" cy="1581871"/>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5">
            <a:extLst>
              <a:ext uri="{FF2B5EF4-FFF2-40B4-BE49-F238E27FC236}">
                <a16:creationId xmlns:a16="http://schemas.microsoft.com/office/drawing/2014/main" id="{028B3B0C-3E39-C794-1054-E3B0E94F7ECC}"/>
              </a:ext>
            </a:extLst>
          </p:cNvPr>
          <p:cNvSpPr>
            <a:spLocks noGrp="1"/>
          </p:cNvSpPr>
          <p:nvPr>
            <p:ph idx="1"/>
          </p:nvPr>
        </p:nvSpPr>
        <p:spPr/>
        <p:txBody>
          <a:bodyPr/>
          <a:lstStyle/>
          <a:p>
            <a:endParaRPr lang="en-AU"/>
          </a:p>
        </p:txBody>
      </p:sp>
      <p:graphicFrame>
        <p:nvGraphicFramePr>
          <p:cNvPr id="7" name="Table 6">
            <a:extLst>
              <a:ext uri="{FF2B5EF4-FFF2-40B4-BE49-F238E27FC236}">
                <a16:creationId xmlns:a16="http://schemas.microsoft.com/office/drawing/2014/main" id="{D83493A2-EB63-D3B0-BABE-BC0E3128897B}"/>
              </a:ext>
            </a:extLst>
          </p:cNvPr>
          <p:cNvGraphicFramePr>
            <a:graphicFrameLocks noGrp="1"/>
          </p:cNvGraphicFramePr>
          <p:nvPr>
            <p:extLst>
              <p:ext uri="{D42A27DB-BD31-4B8C-83A1-F6EECF244321}">
                <p14:modId xmlns:p14="http://schemas.microsoft.com/office/powerpoint/2010/main" val="3733884165"/>
              </p:ext>
            </p:extLst>
          </p:nvPr>
        </p:nvGraphicFramePr>
        <p:xfrm>
          <a:off x="695325" y="1628799"/>
          <a:ext cx="11305335" cy="5040553"/>
        </p:xfrm>
        <a:graphic>
          <a:graphicData uri="http://schemas.openxmlformats.org/drawingml/2006/table">
            <a:tbl>
              <a:tblPr>
                <a:tableStyleId>{5C22544A-7EE6-4342-B048-85BDC9FD1C3A}</a:tableStyleId>
              </a:tblPr>
              <a:tblGrid>
                <a:gridCol w="1217739">
                  <a:extLst>
                    <a:ext uri="{9D8B030D-6E8A-4147-A177-3AD203B41FA5}">
                      <a16:colId xmlns:a16="http://schemas.microsoft.com/office/drawing/2014/main" val="1546746475"/>
                    </a:ext>
                  </a:extLst>
                </a:gridCol>
                <a:gridCol w="1013473">
                  <a:extLst>
                    <a:ext uri="{9D8B030D-6E8A-4147-A177-3AD203B41FA5}">
                      <a16:colId xmlns:a16="http://schemas.microsoft.com/office/drawing/2014/main" val="3472616743"/>
                    </a:ext>
                  </a:extLst>
                </a:gridCol>
                <a:gridCol w="754213">
                  <a:extLst>
                    <a:ext uri="{9D8B030D-6E8A-4147-A177-3AD203B41FA5}">
                      <a16:colId xmlns:a16="http://schemas.microsoft.com/office/drawing/2014/main" val="1909503035"/>
                    </a:ext>
                  </a:extLst>
                </a:gridCol>
                <a:gridCol w="754213">
                  <a:extLst>
                    <a:ext uri="{9D8B030D-6E8A-4147-A177-3AD203B41FA5}">
                      <a16:colId xmlns:a16="http://schemas.microsoft.com/office/drawing/2014/main" val="973147712"/>
                    </a:ext>
                  </a:extLst>
                </a:gridCol>
                <a:gridCol w="1013473">
                  <a:extLst>
                    <a:ext uri="{9D8B030D-6E8A-4147-A177-3AD203B41FA5}">
                      <a16:colId xmlns:a16="http://schemas.microsoft.com/office/drawing/2014/main" val="900175499"/>
                    </a:ext>
                  </a:extLst>
                </a:gridCol>
                <a:gridCol w="754213">
                  <a:extLst>
                    <a:ext uri="{9D8B030D-6E8A-4147-A177-3AD203B41FA5}">
                      <a16:colId xmlns:a16="http://schemas.microsoft.com/office/drawing/2014/main" val="2032995095"/>
                    </a:ext>
                  </a:extLst>
                </a:gridCol>
                <a:gridCol w="754213">
                  <a:extLst>
                    <a:ext uri="{9D8B030D-6E8A-4147-A177-3AD203B41FA5}">
                      <a16:colId xmlns:a16="http://schemas.microsoft.com/office/drawing/2014/main" val="769293306"/>
                    </a:ext>
                  </a:extLst>
                </a:gridCol>
                <a:gridCol w="1013473">
                  <a:extLst>
                    <a:ext uri="{9D8B030D-6E8A-4147-A177-3AD203B41FA5}">
                      <a16:colId xmlns:a16="http://schemas.microsoft.com/office/drawing/2014/main" val="241983897"/>
                    </a:ext>
                  </a:extLst>
                </a:gridCol>
                <a:gridCol w="754213">
                  <a:extLst>
                    <a:ext uri="{9D8B030D-6E8A-4147-A177-3AD203B41FA5}">
                      <a16:colId xmlns:a16="http://schemas.microsoft.com/office/drawing/2014/main" val="6501747"/>
                    </a:ext>
                  </a:extLst>
                </a:gridCol>
                <a:gridCol w="754213">
                  <a:extLst>
                    <a:ext uri="{9D8B030D-6E8A-4147-A177-3AD203B41FA5}">
                      <a16:colId xmlns:a16="http://schemas.microsoft.com/office/drawing/2014/main" val="465967609"/>
                    </a:ext>
                  </a:extLst>
                </a:gridCol>
                <a:gridCol w="1013473">
                  <a:extLst>
                    <a:ext uri="{9D8B030D-6E8A-4147-A177-3AD203B41FA5}">
                      <a16:colId xmlns:a16="http://schemas.microsoft.com/office/drawing/2014/main" val="3196700609"/>
                    </a:ext>
                  </a:extLst>
                </a:gridCol>
                <a:gridCol w="754213">
                  <a:extLst>
                    <a:ext uri="{9D8B030D-6E8A-4147-A177-3AD203B41FA5}">
                      <a16:colId xmlns:a16="http://schemas.microsoft.com/office/drawing/2014/main" val="204272169"/>
                    </a:ext>
                  </a:extLst>
                </a:gridCol>
                <a:gridCol w="754213">
                  <a:extLst>
                    <a:ext uri="{9D8B030D-6E8A-4147-A177-3AD203B41FA5}">
                      <a16:colId xmlns:a16="http://schemas.microsoft.com/office/drawing/2014/main" val="4157980577"/>
                    </a:ext>
                  </a:extLst>
                </a:gridCol>
              </a:tblGrid>
              <a:tr h="281989">
                <a:tc>
                  <a:txBody>
                    <a:bodyPr/>
                    <a:lstStyle/>
                    <a:p>
                      <a:pPr algn="l" fontAlgn="ctr"/>
                      <a:endParaRPr lang="en-AU" sz="1100" b="1" i="0" u="none" strike="noStrike" dirty="0">
                        <a:solidFill>
                          <a:srgbClr val="000000"/>
                        </a:solidFill>
                        <a:effectLst/>
                        <a:latin typeface="Aptos Narrow" panose="020B0004020202020204" pitchFamily="34" charset="0"/>
                      </a:endParaRPr>
                    </a:p>
                  </a:txBody>
                  <a:tcPr marL="7620" marR="7620" marT="7620" marB="0" anchor="ctr"/>
                </a:tc>
                <a:tc gridSpan="3">
                  <a:txBody>
                    <a:bodyPr/>
                    <a:lstStyle/>
                    <a:p>
                      <a:pPr algn="ctr" fontAlgn="ctr"/>
                      <a:r>
                        <a:rPr lang="en-AU" sz="1100" b="1" u="none" strike="noStrike" dirty="0">
                          <a:effectLst/>
                        </a:rPr>
                        <a:t>private dialogue</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hMerge="1">
                  <a:txBody>
                    <a:bodyPr/>
                    <a:lstStyle/>
                    <a:p>
                      <a:endParaRPr lang="en-AU"/>
                    </a:p>
                  </a:txBody>
                  <a:tcPr/>
                </a:tc>
                <a:tc hMerge="1">
                  <a:txBody>
                    <a:bodyPr/>
                    <a:lstStyle/>
                    <a:p>
                      <a:endParaRPr lang="en-AU"/>
                    </a:p>
                  </a:txBody>
                  <a:tcPr/>
                </a:tc>
                <a:tc gridSpan="3">
                  <a:txBody>
                    <a:bodyPr/>
                    <a:lstStyle/>
                    <a:p>
                      <a:pPr algn="ctr" fontAlgn="ctr"/>
                      <a:r>
                        <a:rPr lang="en-AU" sz="1100" b="1" u="none" strike="noStrike" dirty="0">
                          <a:effectLst/>
                        </a:rPr>
                        <a:t>public dialogue</a:t>
                      </a:r>
                      <a:endParaRPr lang="en-AU" sz="1100" b="1" i="0" u="none" strike="noStrike" dirty="0">
                        <a:solidFill>
                          <a:srgbClr val="000000"/>
                        </a:solidFill>
                        <a:effectLst/>
                        <a:latin typeface="Aptos Narrow" panose="020B0004020202020204" pitchFamily="34" charset="0"/>
                      </a:endParaRPr>
                    </a:p>
                  </a:txBody>
                  <a:tcPr marL="7620" marR="7620" marT="7620" marB="0" anchor="ctr"/>
                </a:tc>
                <a:tc hMerge="1">
                  <a:txBody>
                    <a:bodyPr/>
                    <a:lstStyle/>
                    <a:p>
                      <a:endParaRPr lang="en-AU"/>
                    </a:p>
                  </a:txBody>
                  <a:tcPr/>
                </a:tc>
                <a:tc hMerge="1">
                  <a:txBody>
                    <a:bodyPr/>
                    <a:lstStyle/>
                    <a:p>
                      <a:endParaRPr lang="en-AU"/>
                    </a:p>
                  </a:txBody>
                  <a:tcPr/>
                </a:tc>
                <a:tc gridSpan="3">
                  <a:txBody>
                    <a:bodyPr/>
                    <a:lstStyle/>
                    <a:p>
                      <a:pPr algn="ctr" fontAlgn="ctr"/>
                      <a:r>
                        <a:rPr lang="en-AU" sz="1100" b="1" u="none" strike="noStrike" dirty="0">
                          <a:effectLst/>
                        </a:rPr>
                        <a:t>unscripted monologue</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hMerge="1">
                  <a:txBody>
                    <a:bodyPr/>
                    <a:lstStyle/>
                    <a:p>
                      <a:endParaRPr lang="en-AU"/>
                    </a:p>
                  </a:txBody>
                  <a:tcPr/>
                </a:tc>
                <a:tc hMerge="1">
                  <a:txBody>
                    <a:bodyPr/>
                    <a:lstStyle/>
                    <a:p>
                      <a:endParaRPr lang="en-AU"/>
                    </a:p>
                  </a:txBody>
                  <a:tcPr/>
                </a:tc>
                <a:tc gridSpan="3">
                  <a:txBody>
                    <a:bodyPr/>
                    <a:lstStyle/>
                    <a:p>
                      <a:pPr algn="ctr" fontAlgn="ctr"/>
                      <a:r>
                        <a:rPr lang="en-AU" sz="1100" b="1" u="none" strike="noStrike">
                          <a:effectLst/>
                        </a:rPr>
                        <a:t>scripted monologue</a:t>
                      </a:r>
                      <a:endParaRPr lang="en-AU" sz="1100" b="1" i="0" u="none" strike="noStrike">
                        <a:solidFill>
                          <a:srgbClr val="000000"/>
                        </a:solidFill>
                        <a:effectLst/>
                        <a:latin typeface="Aptos Narrow" panose="020B0004020202020204" pitchFamily="34" charset="0"/>
                      </a:endParaRPr>
                    </a:p>
                  </a:txBody>
                  <a:tcPr marL="7620" marR="7620" marT="7620" marB="0" anchor="ct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1358369916"/>
                  </a:ext>
                </a:extLst>
              </a:tr>
              <a:tr h="528729">
                <a:tc>
                  <a:txBody>
                    <a:bodyPr/>
                    <a:lstStyle/>
                    <a:p>
                      <a:pPr algn="l" fontAlgn="ctr"/>
                      <a:r>
                        <a:rPr lang="en-AU" sz="1100" b="1" u="none" strike="noStrike">
                          <a:effectLst/>
                        </a:rPr>
                        <a:t>Region</a:t>
                      </a:r>
                      <a:endParaRPr lang="en-AU" sz="1100" b="1"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Vulgar Tokens</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Tokens</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a:effectLst/>
                        </a:rPr>
                        <a:t>Percent</a:t>
                      </a:r>
                      <a:endParaRPr lang="en-AU" sz="1100" b="1"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a:effectLst/>
                        </a:rPr>
                        <a:t>Vulgar Tokens</a:t>
                      </a:r>
                      <a:endParaRPr lang="en-AU" sz="1100" b="1"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Tokens</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Percent</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Vulgar Tokens</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Tokens</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Percent</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Vulgar Tokens</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Tokens</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Percent</a:t>
                      </a:r>
                      <a:endParaRPr lang="en-AU" sz="1100" b="1"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096177094"/>
                  </a:ext>
                </a:extLst>
              </a:tr>
              <a:tr h="281989">
                <a:tc>
                  <a:txBody>
                    <a:bodyPr/>
                    <a:lstStyle/>
                    <a:p>
                      <a:pPr algn="l" fontAlgn="ctr"/>
                      <a:r>
                        <a:rPr lang="en-AU" sz="1100" u="none" strike="noStrike" dirty="0">
                          <a:effectLst/>
                        </a:rPr>
                        <a:t>Australia</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146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206,544</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0.071</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19</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163,595</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0.012</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23</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147,533</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0.016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22</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109,371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0.02</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742052536"/>
                  </a:ext>
                </a:extLst>
              </a:tr>
              <a:tr h="281989">
                <a:tc>
                  <a:txBody>
                    <a:bodyPr/>
                    <a:lstStyle/>
                    <a:p>
                      <a:pPr algn="l" fontAlgn="ctr"/>
                      <a:r>
                        <a:rPr lang="en-AU" sz="1100" u="none" strike="noStrike" dirty="0">
                          <a:effectLst/>
                        </a:rPr>
                        <a:t>Canada</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72</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271,984</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0.026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24</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297,391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0.008</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10</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181,750</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0.006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18</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298,530</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0.006</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883436534"/>
                  </a:ext>
                </a:extLst>
              </a:tr>
              <a:tr h="281989">
                <a:tc>
                  <a:txBody>
                    <a:bodyPr/>
                    <a:lstStyle/>
                    <a:p>
                      <a:pPr algn="l" fontAlgn="ctr"/>
                      <a:r>
                        <a:rPr lang="en-AU" sz="1100" u="none" strike="noStrike">
                          <a:effectLst/>
                        </a:rPr>
                        <a:t>Great Britain</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126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261,576</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0.048</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11</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192,483</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0.006</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12</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294,119</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0.004</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3</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174,120</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0.002</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926246741"/>
                  </a:ext>
                </a:extLst>
              </a:tr>
              <a:tr h="281989">
                <a:tc>
                  <a:txBody>
                    <a:bodyPr/>
                    <a:lstStyle/>
                    <a:p>
                      <a:pPr algn="l" fontAlgn="ctr"/>
                      <a:r>
                        <a:rPr lang="en-AU" sz="1100" u="none" strike="noStrike" dirty="0">
                          <a:effectLst/>
                        </a:rPr>
                        <a:t>Hong Kong</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74</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485,383</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0.015</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17</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293,478</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0.006</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8</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257,041</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0.003</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15</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257,831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0.006</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234793545"/>
                  </a:ext>
                </a:extLst>
              </a:tr>
              <a:tr h="281989">
                <a:tc>
                  <a:txBody>
                    <a:bodyPr/>
                    <a:lstStyle/>
                    <a:p>
                      <a:pPr algn="l" fontAlgn="ctr"/>
                      <a:r>
                        <a:rPr lang="en-AU" sz="1100" u="none" strike="noStrike" dirty="0">
                          <a:effectLst/>
                        </a:rPr>
                        <a:t>India</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237,108</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0.007</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2</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195,321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4</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164,214</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0.002</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7</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153,340</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0.005</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863656851"/>
                  </a:ext>
                </a:extLst>
              </a:tr>
              <a:tr h="281989">
                <a:tc>
                  <a:txBody>
                    <a:bodyPr/>
                    <a:lstStyle/>
                    <a:p>
                      <a:pPr algn="l" fontAlgn="ctr"/>
                      <a:r>
                        <a:rPr lang="en-AU" sz="1100" u="none" strike="noStrike">
                          <a:effectLst/>
                        </a:rPr>
                        <a:t>Ireland</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196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205,032</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0.096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4</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169,785</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0.002</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13</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158,834</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0.008</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6</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108,709</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0.006</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425800522"/>
                  </a:ext>
                </a:extLst>
              </a:tr>
              <a:tr h="281989">
                <a:tc>
                  <a:txBody>
                    <a:bodyPr/>
                    <a:lstStyle/>
                    <a:p>
                      <a:pPr algn="l" fontAlgn="ctr"/>
                      <a:r>
                        <a:rPr lang="en-AU" sz="1100" u="none" strike="noStrike" dirty="0">
                          <a:effectLst/>
                        </a:rPr>
                        <a:t>Jamaica</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30</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236,258</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0.013</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8</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191,304</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0.004</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39</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221,205</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0.018</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5</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137,777</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0.004</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346590152"/>
                  </a:ext>
                </a:extLst>
              </a:tr>
              <a:tr h="281989">
                <a:tc>
                  <a:txBody>
                    <a:bodyPr/>
                    <a:lstStyle/>
                    <a:p>
                      <a:pPr algn="l" fontAlgn="ctr"/>
                      <a:r>
                        <a:rPr lang="en-AU" sz="1100" u="none" strike="noStrike" dirty="0">
                          <a:effectLst/>
                        </a:rPr>
                        <a:t>Kenya</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3</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63,073</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0.005</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9</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151,371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0.006</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6</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122,646</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0.005</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509533477"/>
                  </a:ext>
                </a:extLst>
              </a:tr>
              <a:tr h="281989">
                <a:tc>
                  <a:txBody>
                    <a:bodyPr/>
                    <a:lstStyle/>
                    <a:p>
                      <a:pPr algn="l" fontAlgn="ctr"/>
                      <a:r>
                        <a:rPr lang="en-AU" sz="1100" u="none" strike="noStrike" dirty="0">
                          <a:effectLst/>
                        </a:rPr>
                        <a:t>New Zealand</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246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225,457</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0.109</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9</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183,930</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0.005</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14</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171,280</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0.008</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9</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128,076</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0.007</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869199"/>
                  </a:ext>
                </a:extLst>
              </a:tr>
              <a:tr h="281989">
                <a:tc>
                  <a:txBody>
                    <a:bodyPr/>
                    <a:lstStyle/>
                    <a:p>
                      <a:pPr algn="l" fontAlgn="ctr"/>
                      <a:r>
                        <a:rPr lang="en-AU" sz="1100" u="none" strike="noStrike" dirty="0">
                          <a:effectLst/>
                        </a:rPr>
                        <a:t>Philippines</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28</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204,346</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0.014</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2</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162,356</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2</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215,569</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0.001</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4</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184,170</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0.002</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776628900"/>
                  </a:ext>
                </a:extLst>
              </a:tr>
              <a:tr h="281989">
                <a:tc>
                  <a:txBody>
                    <a:bodyPr/>
                    <a:lstStyle/>
                    <a:p>
                      <a:pPr algn="l" fontAlgn="ctr"/>
                      <a:r>
                        <a:rPr lang="en-AU" sz="1100" u="none" strike="noStrike" dirty="0">
                          <a:effectLst/>
                        </a:rPr>
                        <a:t>Singapore</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82</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226,537</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0.036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9</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181,943</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0.005</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3</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147,228</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0.002</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13</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120,700</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0.011</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206094832"/>
                  </a:ext>
                </a:extLst>
              </a:tr>
              <a:tr h="281989">
                <a:tc>
                  <a:txBody>
                    <a:bodyPr/>
                    <a:lstStyle/>
                    <a:p>
                      <a:pPr algn="l" fontAlgn="ctr"/>
                      <a:r>
                        <a:rPr lang="en-AU" sz="1100" u="none" strike="noStrike" dirty="0">
                          <a:effectLst/>
                        </a:rPr>
                        <a:t>Sri Lanka</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108</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222,615</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0.049</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16</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177,260</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0.009</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4</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156,676</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0.003</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7</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113,641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0.006</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839570514"/>
                  </a:ext>
                </a:extLst>
              </a:tr>
              <a:tr h="281989">
                <a:tc>
                  <a:txBody>
                    <a:bodyPr/>
                    <a:lstStyle/>
                    <a:p>
                      <a:pPr algn="l" fontAlgn="ctr"/>
                      <a:r>
                        <a:rPr lang="en-AU" sz="1100" u="none" strike="noStrike" dirty="0">
                          <a:effectLst/>
                        </a:rPr>
                        <a:t>Tanzania</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8,625</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0.012</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16</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436,249</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0.004</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8</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102,479</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0.008</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693394715"/>
                  </a:ext>
                </a:extLst>
              </a:tr>
              <a:tr h="281989">
                <a:tc>
                  <a:txBody>
                    <a:bodyPr/>
                    <a:lstStyle/>
                    <a:p>
                      <a:pPr algn="l" fontAlgn="ctr"/>
                      <a:r>
                        <a:rPr lang="en-AU" sz="1100" u="none" strike="noStrike" dirty="0">
                          <a:effectLst/>
                        </a:rPr>
                        <a:t>United States</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80</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221,827</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0.036</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4133697546"/>
                  </a:ext>
                </a:extLst>
              </a:tr>
              <a:tr h="281989">
                <a:tc>
                  <a:txBody>
                    <a:bodyPr/>
                    <a:lstStyle/>
                    <a:p>
                      <a:pPr algn="l" fontAlgn="ctr"/>
                      <a:r>
                        <a:rPr lang="en-AU" sz="1100" b="1" u="none" strike="noStrike" dirty="0">
                          <a:effectLst/>
                        </a:rPr>
                        <a:t>Total</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1,208</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3,076,365</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0.039</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146</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2,796,466</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0.005</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132</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2,115,449</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0.006</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123</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2,011,390</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0.006</a:t>
                      </a:r>
                      <a:endParaRPr lang="en-AU" sz="1100" b="1"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425937411"/>
                  </a:ext>
                </a:extLst>
              </a:tr>
            </a:tbl>
          </a:graphicData>
        </a:graphic>
      </p:graphicFrame>
    </p:spTree>
    <p:extLst>
      <p:ext uri="{BB962C8B-B14F-4D97-AF65-F5344CB8AC3E}">
        <p14:creationId xmlns:p14="http://schemas.microsoft.com/office/powerpoint/2010/main" val="2043203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E18D1-E8EC-4177-1D8C-D84942B31C70}"/>
            </a:ext>
          </a:extLst>
        </p:cNvPr>
        <p:cNvGrpSpPr/>
        <p:nvPr/>
      </p:nvGrpSpPr>
      <p:grpSpPr>
        <a:xfrm>
          <a:off x="0" y="0"/>
          <a:ext cx="0" cy="0"/>
          <a:chOff x="0" y="0"/>
          <a:chExt cx="0" cy="0"/>
        </a:xfrm>
      </p:grpSpPr>
      <p:pic>
        <p:nvPicPr>
          <p:cNvPr id="8" name="Picture 7" descr="A screenshot of a computer&#10;&#10;AI-generated content may be incorrect.">
            <a:extLst>
              <a:ext uri="{FF2B5EF4-FFF2-40B4-BE49-F238E27FC236}">
                <a16:creationId xmlns:a16="http://schemas.microsoft.com/office/drawing/2014/main" id="{611D8EA2-54C8-50F0-2511-34A2610059B6}"/>
              </a:ext>
            </a:extLst>
          </p:cNvPr>
          <p:cNvPicPr>
            <a:picLocks noChangeAspect="1"/>
          </p:cNvPicPr>
          <p:nvPr/>
        </p:nvPicPr>
        <p:blipFill>
          <a:blip r:embed="rId2"/>
          <a:stretch>
            <a:fillRect/>
          </a:stretch>
        </p:blipFill>
        <p:spPr>
          <a:xfrm>
            <a:off x="335360" y="764703"/>
            <a:ext cx="11521280" cy="5760639"/>
          </a:xfrm>
          <a:prstGeom prst="rect">
            <a:avLst/>
          </a:prstGeom>
        </p:spPr>
      </p:pic>
    </p:spTree>
    <p:extLst>
      <p:ext uri="{BB962C8B-B14F-4D97-AF65-F5344CB8AC3E}">
        <p14:creationId xmlns:p14="http://schemas.microsoft.com/office/powerpoint/2010/main" val="1530506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5C5E8-DB79-BE8C-1B45-E55D16DEF682}"/>
            </a:ext>
          </a:extLst>
        </p:cNvPr>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CB28C155-545C-C33A-266B-9D792B7DC389}"/>
              </a:ext>
            </a:extLst>
          </p:cNvPr>
          <p:cNvPicPr>
            <a:picLocks noChangeAspect="1"/>
          </p:cNvPicPr>
          <p:nvPr/>
        </p:nvPicPr>
        <p:blipFill>
          <a:blip r:embed="rId2"/>
          <a:stretch>
            <a:fillRect/>
          </a:stretch>
        </p:blipFill>
        <p:spPr>
          <a:xfrm>
            <a:off x="407368" y="764703"/>
            <a:ext cx="11521280" cy="5760639"/>
          </a:xfrm>
          <a:prstGeom prst="rect">
            <a:avLst/>
          </a:prstGeom>
        </p:spPr>
      </p:pic>
    </p:spTree>
    <p:extLst>
      <p:ext uri="{BB962C8B-B14F-4D97-AF65-F5344CB8AC3E}">
        <p14:creationId xmlns:p14="http://schemas.microsoft.com/office/powerpoint/2010/main" val="3899784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14B45-3524-E03A-1933-BA33E6FE1C04}"/>
            </a:ext>
          </a:extLst>
        </p:cNvPr>
        <p:cNvGrpSpPr/>
        <p:nvPr/>
      </p:nvGrpSpPr>
      <p:grpSpPr>
        <a:xfrm>
          <a:off x="0" y="0"/>
          <a:ext cx="0" cy="0"/>
          <a:chOff x="0" y="0"/>
          <a:chExt cx="0" cy="0"/>
        </a:xfrm>
      </p:grpSpPr>
      <p:pic>
        <p:nvPicPr>
          <p:cNvPr id="3" name="Picture 2" descr="A diagram of a diagram&#10;&#10;AI-generated content may be incorrect.">
            <a:extLst>
              <a:ext uri="{FF2B5EF4-FFF2-40B4-BE49-F238E27FC236}">
                <a16:creationId xmlns:a16="http://schemas.microsoft.com/office/drawing/2014/main" id="{8E315CD8-A6F9-4CE6-7845-33F107C40B00}"/>
              </a:ext>
            </a:extLst>
          </p:cNvPr>
          <p:cNvPicPr>
            <a:picLocks noChangeAspect="1"/>
          </p:cNvPicPr>
          <p:nvPr/>
        </p:nvPicPr>
        <p:blipFill>
          <a:blip r:embed="rId2"/>
          <a:stretch>
            <a:fillRect/>
          </a:stretch>
        </p:blipFill>
        <p:spPr>
          <a:xfrm>
            <a:off x="22374" y="678947"/>
            <a:ext cx="12192000" cy="6095263"/>
          </a:xfrm>
          <a:prstGeom prst="rect">
            <a:avLst/>
          </a:prstGeom>
        </p:spPr>
      </p:pic>
    </p:spTree>
    <p:extLst>
      <p:ext uri="{BB962C8B-B14F-4D97-AF65-F5344CB8AC3E}">
        <p14:creationId xmlns:p14="http://schemas.microsoft.com/office/powerpoint/2010/main" val="653450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5A2CB-AABC-D9C4-B19A-D2B917E1BB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D0DDF6-6A48-D26D-4C7A-81A987A41A6A}"/>
              </a:ext>
            </a:extLst>
          </p:cNvPr>
          <p:cNvSpPr>
            <a:spLocks noGrp="1"/>
          </p:cNvSpPr>
          <p:nvPr>
            <p:ph type="title"/>
          </p:nvPr>
        </p:nvSpPr>
        <p:spPr/>
        <p:txBody>
          <a:bodyPr/>
          <a:lstStyle/>
          <a:p>
            <a:r>
              <a:rPr lang="de-DE" dirty="0"/>
              <a:t>Key Findings</a:t>
            </a:r>
            <a:endParaRPr lang="en-AU" dirty="0"/>
          </a:p>
        </p:txBody>
      </p:sp>
      <p:sp>
        <p:nvSpPr>
          <p:cNvPr id="3" name="Content Placeholder 2">
            <a:extLst>
              <a:ext uri="{FF2B5EF4-FFF2-40B4-BE49-F238E27FC236}">
                <a16:creationId xmlns:a16="http://schemas.microsoft.com/office/drawing/2014/main" id="{1B8E921A-B83A-E0EB-42D9-9C973EB22F5F}"/>
              </a:ext>
            </a:extLst>
          </p:cNvPr>
          <p:cNvSpPr>
            <a:spLocks noGrp="1"/>
          </p:cNvSpPr>
          <p:nvPr>
            <p:ph idx="1"/>
          </p:nvPr>
        </p:nvSpPr>
        <p:spPr/>
        <p:txBody>
          <a:bodyPr>
            <a:normAutofit/>
          </a:bodyPr>
          <a:lstStyle/>
          <a:p>
            <a:pPr marL="285750" indent="-285750">
              <a:buClr>
                <a:srgbClr val="CD3030"/>
              </a:buClr>
              <a:buFont typeface="Courier New" panose="02070309020205020404" pitchFamily="49" charset="0"/>
              <a:buChar char="o"/>
            </a:pPr>
            <a:r>
              <a:rPr lang="en-US" dirty="0"/>
              <a:t>Vulgarity is notably more frequent in informal private dialogues than in public-stage talk or monologues intended for broader audiences.</a:t>
            </a:r>
          </a:p>
          <a:p>
            <a:pPr marL="285750" indent="-285750">
              <a:buClr>
                <a:srgbClr val="CD3030"/>
              </a:buClr>
              <a:buFont typeface="Courier New" panose="02070309020205020404" pitchFamily="49" charset="0"/>
              <a:buChar char="o"/>
            </a:pPr>
            <a:r>
              <a:rPr lang="en-US" dirty="0"/>
              <a:t>Speakers from inner circle varieties use more vulgarity in face-to-face conversations than speakers from outer circle varieties.</a:t>
            </a:r>
          </a:p>
          <a:p>
            <a:pPr marL="285750" indent="-285750">
              <a:buClr>
                <a:srgbClr val="CD3030"/>
              </a:buClr>
              <a:buFont typeface="Courier New" panose="02070309020205020404" pitchFamily="49" charset="0"/>
              <a:buChar char="o"/>
            </a:pPr>
            <a:r>
              <a:rPr lang="en-US" dirty="0"/>
              <a:t>Unlike online discourse, US speakers are less prominent in face-to-face vulgarity use.</a:t>
            </a:r>
          </a:p>
          <a:p>
            <a:pPr marL="285750" indent="-285750">
              <a:buClr>
                <a:srgbClr val="CD3030"/>
              </a:buClr>
              <a:buFont typeface="Courier New" panose="02070309020205020404" pitchFamily="49" charset="0"/>
              <a:buChar char="o"/>
            </a:pPr>
            <a:r>
              <a:rPr lang="en-US" dirty="0"/>
              <a:t>In contrast, </a:t>
            </a:r>
            <a:r>
              <a:rPr lang="en-US" dirty="0" err="1"/>
              <a:t>nativised</a:t>
            </a:r>
            <a:r>
              <a:rPr lang="en-US" dirty="0"/>
              <a:t> post-colonial varieties (Ireland, New Zealand, Australia) show higher frequencies of vulgar expressions.</a:t>
            </a:r>
          </a:p>
          <a:p>
            <a:pPr marL="285750" indent="-285750">
              <a:buClr>
                <a:srgbClr val="CD3030"/>
              </a:buClr>
              <a:buFont typeface="Courier New" panose="02070309020205020404" pitchFamily="49" charset="0"/>
              <a:buChar char="o"/>
            </a:pPr>
            <a:r>
              <a:rPr lang="en-US" dirty="0"/>
              <a:t>Australians have the highest share of speakers who use vulgarity in face-to-face settings.</a:t>
            </a:r>
          </a:p>
          <a:p>
            <a:pPr marL="285750" indent="-285750">
              <a:buClr>
                <a:srgbClr val="CD3030"/>
              </a:buClr>
              <a:buFont typeface="Courier New" panose="02070309020205020404" pitchFamily="49" charset="0"/>
              <a:buChar char="o"/>
            </a:pPr>
            <a:r>
              <a:rPr lang="en-US" dirty="0"/>
              <a:t>Inner circle varieties also show greater creativity in swearing, indicated by a higher variability of vulgar forms.</a:t>
            </a:r>
          </a:p>
          <a:p>
            <a:pPr marL="285750" indent="-285750">
              <a:buClr>
                <a:srgbClr val="CD3030"/>
              </a:buClr>
              <a:buFont typeface="Courier New" panose="02070309020205020404" pitchFamily="49" charset="0"/>
              <a:buChar char="o"/>
            </a:pPr>
            <a:r>
              <a:rPr lang="en-US" dirty="0"/>
              <a:t>Prior research regarding sociolinguistic constraints are supported and expanded: young speakers use more vulgarity. Young women use vulgarity regardless of audience size, young men use vulgarity significantly more in intimate settings rather than with a broad audience. </a:t>
            </a:r>
            <a:endParaRPr lang="de-DE" dirty="0"/>
          </a:p>
        </p:txBody>
      </p:sp>
      <p:pic>
        <p:nvPicPr>
          <p:cNvPr id="4" name="Picture 2">
            <a:extLst>
              <a:ext uri="{FF2B5EF4-FFF2-40B4-BE49-F238E27FC236}">
                <a16:creationId xmlns:a16="http://schemas.microsoft.com/office/drawing/2014/main" id="{7D8759F9-1263-3AE2-62A3-93887DCA86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7488" y="18329"/>
            <a:ext cx="1584512" cy="1581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5241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A761E-AEF9-AEAF-EB06-94A957A924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46D05A-18AF-91CE-9936-0BD26A36B79D}"/>
              </a:ext>
            </a:extLst>
          </p:cNvPr>
          <p:cNvSpPr>
            <a:spLocks noGrp="1"/>
          </p:cNvSpPr>
          <p:nvPr>
            <p:ph type="title"/>
          </p:nvPr>
        </p:nvSpPr>
        <p:spPr/>
        <p:txBody>
          <a:bodyPr/>
          <a:lstStyle/>
          <a:p>
            <a:r>
              <a:rPr lang="de-DE" dirty="0"/>
              <a:t>Problems</a:t>
            </a:r>
            <a:endParaRPr lang="en-AU" dirty="0"/>
          </a:p>
        </p:txBody>
      </p:sp>
      <p:sp>
        <p:nvSpPr>
          <p:cNvPr id="3" name="Content Placeholder 2">
            <a:extLst>
              <a:ext uri="{FF2B5EF4-FFF2-40B4-BE49-F238E27FC236}">
                <a16:creationId xmlns:a16="http://schemas.microsoft.com/office/drawing/2014/main" id="{B2ED9C63-9FB9-7305-A213-5733337C2FBE}"/>
              </a:ext>
            </a:extLst>
          </p:cNvPr>
          <p:cNvSpPr>
            <a:spLocks noGrp="1"/>
          </p:cNvSpPr>
          <p:nvPr>
            <p:ph idx="1"/>
          </p:nvPr>
        </p:nvSpPr>
        <p:spPr/>
        <p:txBody>
          <a:bodyPr>
            <a:normAutofit/>
          </a:bodyPr>
          <a:lstStyle/>
          <a:p>
            <a:pPr>
              <a:buClr>
                <a:srgbClr val="51247A"/>
              </a:buClr>
            </a:pPr>
            <a:r>
              <a:rPr lang="en-US" b="1" dirty="0"/>
              <a:t>ICE corpora related</a:t>
            </a:r>
          </a:p>
          <a:p>
            <a:pPr marL="285750" indent="-285750">
              <a:buClr>
                <a:srgbClr val="CD3030"/>
              </a:buClr>
              <a:buFont typeface="Courier New" panose="02070309020205020404" pitchFamily="49" charset="0"/>
              <a:buChar char="o"/>
            </a:pPr>
            <a:r>
              <a:rPr lang="en-US" dirty="0"/>
              <a:t>Despite being intended for cross-cultural comparisons – are quite heterogeneous and inconsistent (structure, transcription convention, coverage, sociodemographic information, etc.).</a:t>
            </a:r>
          </a:p>
          <a:p>
            <a:pPr marL="285750" indent="-285750">
              <a:buClr>
                <a:srgbClr val="CD3030"/>
              </a:buClr>
              <a:buFont typeface="Courier New" panose="02070309020205020404" pitchFamily="49" charset="0"/>
              <a:buChar char="o"/>
            </a:pPr>
            <a:r>
              <a:rPr lang="en-US" dirty="0"/>
              <a:t>Focus of ICE on educated speakers – very little data from working class speakers.</a:t>
            </a:r>
          </a:p>
          <a:p>
            <a:pPr marL="285750" indent="-285750">
              <a:buClr>
                <a:srgbClr val="CD3030"/>
              </a:buClr>
              <a:buFont typeface="Courier New" panose="02070309020205020404" pitchFamily="49" charset="0"/>
              <a:buChar char="o"/>
            </a:pPr>
            <a:r>
              <a:rPr lang="en-US" dirty="0"/>
              <a:t>Data quite “old” by now…</a:t>
            </a:r>
          </a:p>
          <a:p>
            <a:pPr>
              <a:buClr>
                <a:srgbClr val="51247A"/>
              </a:buClr>
            </a:pPr>
            <a:r>
              <a:rPr lang="en-US" b="1" dirty="0"/>
              <a:t>General</a:t>
            </a:r>
          </a:p>
          <a:p>
            <a:pPr marL="285750" indent="-285750">
              <a:buClr>
                <a:srgbClr val="CD3030"/>
              </a:buClr>
              <a:buFont typeface="Courier New" panose="02070309020205020404" pitchFamily="49" charset="0"/>
              <a:buChar char="o"/>
            </a:pPr>
            <a:r>
              <a:rPr lang="en-US" dirty="0"/>
              <a:t>“True” behavior hard to capture – speakers are still aware that they are recorded.</a:t>
            </a:r>
          </a:p>
          <a:p>
            <a:pPr marL="285750" indent="-285750">
              <a:buClr>
                <a:srgbClr val="CD3030"/>
              </a:buClr>
              <a:buFont typeface="Courier New" panose="02070309020205020404" pitchFamily="49" charset="0"/>
              <a:buChar char="o"/>
            </a:pPr>
            <a:r>
              <a:rPr lang="en-US" dirty="0"/>
              <a:t>How representative are the ICE components?</a:t>
            </a:r>
          </a:p>
          <a:p>
            <a:pPr marL="285750" indent="-285750">
              <a:buClr>
                <a:srgbClr val="51247A"/>
              </a:buClr>
              <a:buFont typeface="Arial" panose="020B0604020202020204" pitchFamily="34" charset="0"/>
              <a:buChar char="•"/>
            </a:pPr>
            <a:endParaRPr lang="en-US" dirty="0"/>
          </a:p>
          <a:p>
            <a:pPr marL="285750" indent="-285750">
              <a:buClr>
                <a:srgbClr val="51247A"/>
              </a:buClr>
              <a:buFont typeface="Arial" panose="020B0604020202020204" pitchFamily="34" charset="0"/>
              <a:buChar char="•"/>
            </a:pPr>
            <a:endParaRPr lang="en-US" dirty="0"/>
          </a:p>
          <a:p>
            <a:pPr>
              <a:buClr>
                <a:srgbClr val="51247A"/>
              </a:buClr>
            </a:pPr>
            <a:endParaRPr lang="en-US" dirty="0"/>
          </a:p>
          <a:p>
            <a:pPr marL="285750" indent="-285750">
              <a:buClr>
                <a:srgbClr val="51247A"/>
              </a:buClr>
              <a:buFont typeface="Arial" panose="020B0604020202020204" pitchFamily="34" charset="0"/>
              <a:buChar char="•"/>
            </a:pPr>
            <a:endParaRPr lang="en-US" dirty="0"/>
          </a:p>
        </p:txBody>
      </p:sp>
      <p:pic>
        <p:nvPicPr>
          <p:cNvPr id="4" name="Picture 2">
            <a:extLst>
              <a:ext uri="{FF2B5EF4-FFF2-40B4-BE49-F238E27FC236}">
                <a16:creationId xmlns:a16="http://schemas.microsoft.com/office/drawing/2014/main" id="{C228ED33-E848-B065-F70B-3758CB72E8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7488" y="18329"/>
            <a:ext cx="1584512" cy="1581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9785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32F6C-5E62-C563-A0EE-8957CB826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C15CDF-81B0-3B61-D76C-F9E197316BFB}"/>
              </a:ext>
            </a:extLst>
          </p:cNvPr>
          <p:cNvSpPr>
            <a:spLocks noGrp="1"/>
          </p:cNvSpPr>
          <p:nvPr>
            <p:ph type="title"/>
          </p:nvPr>
        </p:nvSpPr>
        <p:spPr/>
        <p:txBody>
          <a:bodyPr/>
          <a:lstStyle/>
          <a:p>
            <a:r>
              <a:rPr lang="de-DE" dirty="0"/>
              <a:t>References</a:t>
            </a:r>
            <a:endParaRPr lang="en-AU" dirty="0"/>
          </a:p>
        </p:txBody>
      </p:sp>
      <p:sp>
        <p:nvSpPr>
          <p:cNvPr id="3" name="Content Placeholder 2">
            <a:extLst>
              <a:ext uri="{FF2B5EF4-FFF2-40B4-BE49-F238E27FC236}">
                <a16:creationId xmlns:a16="http://schemas.microsoft.com/office/drawing/2014/main" id="{6AD95551-3562-D2DB-23BE-F09DC546A391}"/>
              </a:ext>
            </a:extLst>
          </p:cNvPr>
          <p:cNvSpPr>
            <a:spLocks noGrp="1"/>
          </p:cNvSpPr>
          <p:nvPr>
            <p:ph idx="1"/>
          </p:nvPr>
        </p:nvSpPr>
        <p:spPr>
          <a:xfrm>
            <a:off x="695326" y="1700213"/>
            <a:ext cx="10801349" cy="5139458"/>
          </a:xfrm>
        </p:spPr>
        <p:txBody>
          <a:bodyPr>
            <a:normAutofit fontScale="55000" lnSpcReduction="20000"/>
          </a:bodyPr>
          <a:lstStyle/>
          <a:p>
            <a:pPr indent="-914400">
              <a:lnSpc>
                <a:spcPct val="100000"/>
              </a:lnSpc>
            </a:pPr>
            <a:r>
              <a:rPr lang="en-US" dirty="0"/>
              <a:t>Allan, K., &amp; Burridge, K. (2006). Forbidden Words: Taboo and the Censoring of Language. Cambridge University Press.</a:t>
            </a:r>
          </a:p>
          <a:p>
            <a:pPr indent="-914400">
              <a:lnSpc>
                <a:spcPct val="100000"/>
              </a:lnSpc>
            </a:pPr>
            <a:r>
              <a:rPr lang="en-US" dirty="0"/>
              <a:t>Beers Fägersten, K. (2012). </a:t>
            </a:r>
            <a:r>
              <a:rPr lang="en-US" i="1" dirty="0"/>
              <a:t>Who’s Swearing Now? The Social Aspects of Conversational Swearing</a:t>
            </a:r>
            <a:r>
              <a:rPr lang="en-US" dirty="0"/>
              <a:t>. Cambridge Scholars Publishing.</a:t>
            </a:r>
          </a:p>
          <a:p>
            <a:pPr indent="-914400">
              <a:lnSpc>
                <a:spcPct val="100000"/>
              </a:lnSpc>
            </a:pPr>
            <a:r>
              <a:rPr lang="en-US" dirty="0"/>
              <a:t>Burridge, K. (2006). Taboo words and the polite language. </a:t>
            </a:r>
            <a:r>
              <a:rPr lang="en-US" i="1" dirty="0"/>
              <a:t>English Today, 22</a:t>
            </a:r>
            <a:r>
              <a:rPr lang="en-US" dirty="0"/>
              <a:t>(1), 3–9.</a:t>
            </a:r>
          </a:p>
          <a:p>
            <a:pPr indent="-914400">
              <a:lnSpc>
                <a:spcPct val="100000"/>
              </a:lnSpc>
            </a:pPr>
            <a:r>
              <a:rPr lang="en-US" dirty="0"/>
              <a:t>Culpeper, J. (2011). </a:t>
            </a:r>
            <a:r>
              <a:rPr lang="en-US" i="1" dirty="0"/>
              <a:t>Impoliteness: Using Language to Cause Offence</a:t>
            </a:r>
            <a:r>
              <a:rPr lang="en-US" dirty="0"/>
              <a:t>. Cambridge University Press.</a:t>
            </a:r>
          </a:p>
          <a:p>
            <a:pPr indent="-914400">
              <a:lnSpc>
                <a:spcPct val="100000"/>
              </a:lnSpc>
            </a:pPr>
            <a:r>
              <a:rPr lang="en-US" dirty="0"/>
              <a:t>Dewaele, J.-M. (2016). Self-reported use and perception of swear words across languages by multilinguals. </a:t>
            </a:r>
            <a:r>
              <a:rPr lang="en-US" i="1" dirty="0"/>
              <a:t>Intercultural Pragmatics, 13</a:t>
            </a:r>
            <a:r>
              <a:rPr lang="en-US" dirty="0"/>
              <a:t>(3), 343–369.</a:t>
            </a:r>
          </a:p>
          <a:p>
            <a:pPr indent="-914400">
              <a:lnSpc>
                <a:spcPct val="100000"/>
              </a:lnSpc>
            </a:pPr>
            <a:r>
              <a:rPr lang="en-US" dirty="0"/>
              <a:t>Dynel, M. (2012). Swearing methodologically: The (</a:t>
            </a:r>
            <a:r>
              <a:rPr lang="en-US" dirty="0" err="1"/>
              <a:t>im</a:t>
            </a:r>
            <a:r>
              <a:rPr lang="en-US" dirty="0"/>
              <a:t>)politeness of expletives in anonymous commentaries on YouTube. </a:t>
            </a:r>
            <a:r>
              <a:rPr lang="en-US" i="1" dirty="0"/>
              <a:t>Journal of English Studies, 10</a:t>
            </a:r>
            <a:r>
              <a:rPr lang="en-US" dirty="0"/>
              <a:t>, 25–50.</a:t>
            </a:r>
          </a:p>
          <a:p>
            <a:pPr indent="-914400">
              <a:lnSpc>
                <a:spcPct val="100000"/>
              </a:lnSpc>
            </a:pPr>
            <a:r>
              <a:rPr lang="en-US" dirty="0"/>
              <a:t>Holmes, J. (2013). "Discourse markers." In R. F. Simonsen &amp; P. Mæhlum (Eds.), </a:t>
            </a:r>
            <a:r>
              <a:rPr lang="en-US" i="1" dirty="0"/>
              <a:t>Pragmatics of Society </a:t>
            </a:r>
            <a:r>
              <a:rPr lang="en-US" dirty="0"/>
              <a:t>(pp. 343–364). De Gruyter Mouton.</a:t>
            </a:r>
          </a:p>
          <a:p>
            <a:pPr indent="-914400">
              <a:lnSpc>
                <a:spcPct val="100000"/>
              </a:lnSpc>
            </a:pPr>
            <a:r>
              <a:rPr lang="en-US" dirty="0"/>
              <a:t>Jay, T. (2009). The utility and ubiquity of taboo words. </a:t>
            </a:r>
            <a:r>
              <a:rPr lang="en-US" i="1" dirty="0"/>
              <a:t>Perspectives on Psychological Science, 4</a:t>
            </a:r>
            <a:r>
              <a:rPr lang="en-US" dirty="0"/>
              <a:t>(2), 153–161. </a:t>
            </a:r>
            <a:r>
              <a:rPr lang="en-US" dirty="0">
                <a:hlinkClick r:id="rId2">
                  <a:extLst>
                    <a:ext uri="{A12FA001-AC4F-418D-AE19-62706E023703}">
                      <ahyp:hlinkClr xmlns:ahyp="http://schemas.microsoft.com/office/drawing/2018/hyperlinkcolor" val="tx"/>
                    </a:ext>
                  </a:extLst>
                </a:hlinkClick>
              </a:rPr>
              <a:t>https://doi.org/10.1111/j.1745-6924.2009.01115.x</a:t>
            </a:r>
            <a:endParaRPr lang="en-US" dirty="0"/>
          </a:p>
          <a:p>
            <a:pPr indent="-914400">
              <a:lnSpc>
                <a:spcPct val="100000"/>
              </a:lnSpc>
            </a:pPr>
            <a:r>
              <a:rPr lang="en-US" dirty="0"/>
              <a:t>Kádár, D. Z., &amp; Haugh, M. (2013). </a:t>
            </a:r>
            <a:r>
              <a:rPr lang="en-US" i="1" dirty="0"/>
              <a:t>Understanding Politeness</a:t>
            </a:r>
            <a:r>
              <a:rPr lang="en-US" dirty="0"/>
              <a:t>. Cambridge University Press.</a:t>
            </a:r>
          </a:p>
          <a:p>
            <a:pPr indent="-914400">
              <a:lnSpc>
                <a:spcPct val="100000"/>
              </a:lnSpc>
            </a:pPr>
            <a:r>
              <a:rPr lang="en-US" dirty="0"/>
              <a:t>Laitinen, M., Rautionaho, P., Fatemi, M., &amp; Halonen, M. (2025). Do we swear more with friends or with acquaintances? </a:t>
            </a:r>
            <a:r>
              <a:rPr lang="en-US" dirty="0" err="1"/>
              <a:t>F#ck</a:t>
            </a:r>
            <a:r>
              <a:rPr lang="en-US" dirty="0"/>
              <a:t> in social networks. </a:t>
            </a:r>
            <a:r>
              <a:rPr lang="en-US" i="1" dirty="0"/>
              <a:t>Lingua</a:t>
            </a:r>
            <a:r>
              <a:rPr lang="en-US" dirty="0"/>
              <a:t>, 320, 103931. </a:t>
            </a:r>
            <a:r>
              <a:rPr lang="en-US" dirty="0">
                <a:hlinkClick r:id="rId3">
                  <a:extLst>
                    <a:ext uri="{A12FA001-AC4F-418D-AE19-62706E023703}">
                      <ahyp:hlinkClr xmlns:ahyp="http://schemas.microsoft.com/office/drawing/2018/hyperlinkcolor" val="tx"/>
                    </a:ext>
                  </a:extLst>
                </a:hlinkClick>
              </a:rPr>
              <a:t>https://doi.org/10.1016/j.lingua.2025.103931</a:t>
            </a:r>
            <a:endParaRPr lang="en-US" dirty="0"/>
          </a:p>
          <a:p>
            <a:pPr indent="-914400">
              <a:lnSpc>
                <a:spcPct val="100000"/>
              </a:lnSpc>
            </a:pPr>
            <a:r>
              <a:rPr lang="en-US" dirty="0"/>
              <a:t> Ljung, M. (2011). </a:t>
            </a:r>
            <a:r>
              <a:rPr lang="en-US" i="1" dirty="0"/>
              <a:t>Swearing: A Cross-Cultural Linguistic Study</a:t>
            </a:r>
            <a:r>
              <a:rPr lang="en-US" dirty="0"/>
              <a:t>. Palgrave Macmillan.</a:t>
            </a:r>
          </a:p>
          <a:p>
            <a:pPr indent="-914400">
              <a:lnSpc>
                <a:spcPct val="100000"/>
              </a:lnSpc>
            </a:pPr>
            <a:r>
              <a:rPr lang="en-US" dirty="0"/>
              <a:t>McEnery, T., &amp; Xiao, R. (2004). Swearing in Modern British English: The Case of Fuck in the BNC. </a:t>
            </a:r>
            <a:r>
              <a:rPr lang="en-US" i="1" dirty="0"/>
              <a:t>Language and Literature, 13</a:t>
            </a:r>
            <a:r>
              <a:rPr lang="en-US" dirty="0"/>
              <a:t>(3), 235–268.</a:t>
            </a:r>
          </a:p>
          <a:p>
            <a:pPr indent="-914400">
              <a:lnSpc>
                <a:spcPct val="100000"/>
              </a:lnSpc>
            </a:pPr>
            <a:r>
              <a:rPr lang="en-US" dirty="0"/>
              <a:t>Pinker, S. (2007). </a:t>
            </a:r>
            <a:r>
              <a:rPr lang="en-US" i="1" dirty="0"/>
              <a:t>The Stuff of Thought: Language as a Window into Human Nature</a:t>
            </a:r>
            <a:r>
              <a:rPr lang="en-US" dirty="0"/>
              <a:t>. Viking.</a:t>
            </a:r>
          </a:p>
          <a:p>
            <a:pPr indent="-914400">
              <a:lnSpc>
                <a:spcPct val="100000"/>
              </a:lnSpc>
            </a:pPr>
            <a:r>
              <a:rPr lang="en-US" dirty="0"/>
              <a:t>Posit team (2025). </a:t>
            </a:r>
            <a:r>
              <a:rPr lang="en-US" i="1" dirty="0"/>
              <a:t>RStudio: Integrated Development Environment for R</a:t>
            </a:r>
            <a:r>
              <a:rPr lang="en-US" dirty="0"/>
              <a:t>. Posit Software, PBC, Boston, MA. url: </a:t>
            </a:r>
            <a:r>
              <a:rPr lang="en-US" dirty="0">
                <a:hlinkClick r:id="rId4">
                  <a:extLst>
                    <a:ext uri="{A12FA001-AC4F-418D-AE19-62706E023703}">
                      <ahyp:hlinkClr xmlns:ahyp="http://schemas.microsoft.com/office/drawing/2018/hyperlinkcolor" val="tx"/>
                    </a:ext>
                  </a:extLst>
                </a:hlinkClick>
              </a:rPr>
              <a:t>http://www.posit.co/</a:t>
            </a:r>
            <a:r>
              <a:rPr lang="en-US" dirty="0"/>
              <a:t>.</a:t>
            </a:r>
          </a:p>
          <a:p>
            <a:pPr indent="-914400">
              <a:lnSpc>
                <a:spcPct val="100000"/>
              </a:lnSpc>
            </a:pPr>
            <a:r>
              <a:rPr lang="en-US" dirty="0"/>
              <a:t>R Core Team (2024). </a:t>
            </a:r>
            <a:r>
              <a:rPr lang="en-US" i="1" dirty="0"/>
              <a:t>R: A Language and Environment for Statistical Computing</a:t>
            </a:r>
            <a:r>
              <a:rPr lang="en-US" dirty="0"/>
              <a:t>. R Foundation for Statistical Computing,   Vienna, Austria. url: </a:t>
            </a:r>
            <a:r>
              <a:rPr lang="en-US" dirty="0">
                <a:hlinkClick r:id="rId5">
                  <a:extLst>
                    <a:ext uri="{A12FA001-AC4F-418D-AE19-62706E023703}">
                      <ahyp:hlinkClr xmlns:ahyp="http://schemas.microsoft.com/office/drawing/2018/hyperlinkcolor" val="tx"/>
                    </a:ext>
                  </a:extLst>
                </a:hlinkClick>
              </a:rPr>
              <a:t>https://www.R-project.org</a:t>
            </a:r>
            <a:r>
              <a:rPr lang="en-US" dirty="0"/>
              <a:t>.</a:t>
            </a:r>
          </a:p>
          <a:p>
            <a:pPr indent="-914400">
              <a:lnSpc>
                <a:spcPct val="100000"/>
              </a:lnSpc>
            </a:pPr>
            <a:r>
              <a:rPr lang="en-US" dirty="0"/>
              <a:t>Schweinberger, Martin (2018). Swearing in Irish English – A corpus-based quantitative analysis of the sociolinguistics of swearing. </a:t>
            </a:r>
            <a:r>
              <a:rPr lang="en-US" i="1" dirty="0"/>
              <a:t>Lingua 209</a:t>
            </a:r>
            <a:r>
              <a:rPr lang="en-US" dirty="0"/>
              <a:t>: 1-20. </a:t>
            </a:r>
            <a:r>
              <a:rPr lang="en-US" dirty="0">
                <a:hlinkClick r:id="rId6">
                  <a:extLst>
                    <a:ext uri="{A12FA001-AC4F-418D-AE19-62706E023703}">
                      <ahyp:hlinkClr xmlns:ahyp="http://schemas.microsoft.com/office/drawing/2018/hyperlinkcolor" val="tx"/>
                    </a:ext>
                  </a:extLst>
                </a:hlinkClick>
              </a:rPr>
              <a:t>https://doi.org/10.1016/j.lingua.2018.03.008</a:t>
            </a:r>
            <a:endParaRPr lang="en-US" dirty="0"/>
          </a:p>
          <a:p>
            <a:pPr indent="-914400">
              <a:lnSpc>
                <a:spcPct val="100000"/>
              </a:lnSpc>
            </a:pPr>
            <a:r>
              <a:rPr lang="en-US" dirty="0"/>
              <a:t>Schweinberger, Martin and Kate Burridge. 2025. Vulgarity in Online Discourse around the English-Speaking World. </a:t>
            </a:r>
            <a:r>
              <a:rPr lang="en-US" i="1" dirty="0"/>
              <a:t>Lingua</a:t>
            </a:r>
            <a:r>
              <a:rPr lang="en-US" dirty="0"/>
              <a:t>, 321: 103946. </a:t>
            </a:r>
            <a:r>
              <a:rPr lang="en-US" dirty="0">
                <a:hlinkClick r:id="rId7">
                  <a:extLst>
                    <a:ext uri="{A12FA001-AC4F-418D-AE19-62706E023703}">
                      <ahyp:hlinkClr xmlns:ahyp="http://schemas.microsoft.com/office/drawing/2018/hyperlinkcolor" val="tx"/>
                    </a:ext>
                  </a:extLst>
                </a:hlinkClick>
              </a:rPr>
              <a:t>https://doi.org/10.1016/j.lingua.2025.103946</a:t>
            </a:r>
            <a:endParaRPr lang="en-US" dirty="0"/>
          </a:p>
          <a:p>
            <a:pPr indent="-914400">
              <a:lnSpc>
                <a:spcPct val="100000"/>
              </a:lnSpc>
            </a:pPr>
            <a:r>
              <a:rPr lang="en-US" dirty="0"/>
              <a:t>Schweinberger, M., Laitinen, M., Haugh, M., Rautionaho, P., Fatemi, M., Hames, S., &amp; Takahashi, M. (n.d.). F%$# Twitter: A corpus-based analysis of vulgar language on Twitter [Manuscript submitted for publication]. </a:t>
            </a:r>
            <a:r>
              <a:rPr lang="en-US" i="1" dirty="0"/>
              <a:t>Corpora</a:t>
            </a:r>
            <a:r>
              <a:rPr lang="en-US" dirty="0"/>
              <a:t>.</a:t>
            </a:r>
          </a:p>
          <a:p>
            <a:pPr indent="-914400">
              <a:lnSpc>
                <a:spcPct val="100000"/>
              </a:lnSpc>
            </a:pPr>
            <a:r>
              <a:rPr lang="en-US" dirty="0"/>
              <a:t>Schweinberger, M., Haugh, M., Laitinen, M., Fatemi, M., Hames, S., Rautionaho, P., &amp; Takahashi, M. (n.d.). Swearing online: Exploring dimensions of variability in born-digital data [Manuscript submitted for publication]. </a:t>
            </a:r>
            <a:r>
              <a:rPr lang="en-US" i="1" dirty="0"/>
              <a:t>Digital Scholarship in the Humanities</a:t>
            </a:r>
            <a:r>
              <a:rPr lang="en-US" dirty="0"/>
              <a:t>.</a:t>
            </a:r>
          </a:p>
          <a:p>
            <a:pPr indent="-914400">
              <a:lnSpc>
                <a:spcPct val="100000"/>
              </a:lnSpc>
            </a:pPr>
            <a:r>
              <a:rPr lang="en-US" dirty="0"/>
              <a:t>Stapleton, K. (2003). Gender and swearing: A community practice. </a:t>
            </a:r>
            <a:r>
              <a:rPr lang="en-US" i="1" dirty="0"/>
              <a:t>Women and Language, 26</a:t>
            </a:r>
            <a:r>
              <a:rPr lang="en-US" dirty="0"/>
              <a:t>(2), 22–33.</a:t>
            </a:r>
          </a:p>
          <a:p>
            <a:pPr indent="-914400">
              <a:lnSpc>
                <a:spcPct val="100000"/>
              </a:lnSpc>
            </a:pPr>
            <a:r>
              <a:rPr lang="en-US" dirty="0"/>
              <a:t>Stephens, R., Atkins, J., &amp; Kingston, A. (2009). Swearing as a response to pain. </a:t>
            </a:r>
            <a:r>
              <a:rPr lang="en-US" i="1" dirty="0" err="1"/>
              <a:t>NeuroReport</a:t>
            </a:r>
            <a:r>
              <a:rPr lang="en-US" i="1" dirty="0"/>
              <a:t>, 20</a:t>
            </a:r>
            <a:r>
              <a:rPr lang="en-US" dirty="0"/>
              <a:t>(12), 1056–1060. </a:t>
            </a:r>
            <a:r>
              <a:rPr lang="en-US" dirty="0">
                <a:hlinkClick r:id="rId8">
                  <a:extLst>
                    <a:ext uri="{A12FA001-AC4F-418D-AE19-62706E023703}">
                      <ahyp:hlinkClr xmlns:ahyp="http://schemas.microsoft.com/office/drawing/2018/hyperlinkcolor" val="tx"/>
                    </a:ext>
                  </a:extLst>
                </a:hlinkClick>
              </a:rPr>
              <a:t>https://doi.org/10.1097/WNR.0b013e32832e64b1</a:t>
            </a:r>
            <a:endParaRPr lang="en-US" dirty="0"/>
          </a:p>
          <a:p>
            <a:pPr indent="-914400">
              <a:lnSpc>
                <a:spcPct val="100000"/>
              </a:lnSpc>
            </a:pPr>
            <a:r>
              <a:rPr lang="en-US" dirty="0" err="1"/>
              <a:t>Wajnryb</a:t>
            </a:r>
            <a:r>
              <a:rPr lang="en-US" dirty="0"/>
              <a:t>, R. (2005). </a:t>
            </a:r>
            <a:r>
              <a:rPr lang="en-US" i="1" dirty="0"/>
              <a:t>Expletive Deleted: A Good Look at Bad Language</a:t>
            </a:r>
            <a:r>
              <a:rPr lang="en-US" dirty="0"/>
              <a:t>. Free Press.</a:t>
            </a:r>
            <a:endParaRPr lang="en-AU" b="1" dirty="0"/>
          </a:p>
        </p:txBody>
      </p:sp>
      <p:pic>
        <p:nvPicPr>
          <p:cNvPr id="4" name="Picture 2">
            <a:extLst>
              <a:ext uri="{FF2B5EF4-FFF2-40B4-BE49-F238E27FC236}">
                <a16:creationId xmlns:a16="http://schemas.microsoft.com/office/drawing/2014/main" id="{2DCAC5C7-C2AB-C3C1-EB34-F3E1435553D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607488" y="18329"/>
            <a:ext cx="1584512" cy="1581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2529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8FCCF-F241-29AE-14BE-6CE146486E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47A0AB-51A0-988E-B477-A1CC10F58546}"/>
              </a:ext>
            </a:extLst>
          </p:cNvPr>
          <p:cNvSpPr>
            <a:spLocks noGrp="1"/>
          </p:cNvSpPr>
          <p:nvPr>
            <p:ph type="ctrTitle"/>
          </p:nvPr>
        </p:nvSpPr>
        <p:spPr>
          <a:xfrm>
            <a:off x="479376" y="1292086"/>
            <a:ext cx="11089232" cy="2640970"/>
          </a:xfrm>
        </p:spPr>
        <p:txBody>
          <a:bodyPr>
            <a:normAutofit/>
          </a:bodyPr>
          <a:lstStyle/>
          <a:p>
            <a:r>
              <a:rPr lang="de-DE" sz="4800" b="1" dirty="0"/>
              <a:t>Thank you very ... much!</a:t>
            </a:r>
            <a:endParaRPr lang="en-AU" dirty="0"/>
          </a:p>
        </p:txBody>
      </p:sp>
      <p:pic>
        <p:nvPicPr>
          <p:cNvPr id="1026" name="Picture 2">
            <a:extLst>
              <a:ext uri="{FF2B5EF4-FFF2-40B4-BE49-F238E27FC236}">
                <a16:creationId xmlns:a16="http://schemas.microsoft.com/office/drawing/2014/main" id="{DAC2D049-AAE3-D0E3-6CB5-A888D4FCD1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7488" y="18329"/>
            <a:ext cx="1584512" cy="1581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88320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CD0EA-9207-A2D1-8055-ADA1509554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242D7-BE86-68AD-23DB-72CE09FD579D}"/>
              </a:ext>
            </a:extLst>
          </p:cNvPr>
          <p:cNvSpPr>
            <a:spLocks noGrp="1"/>
          </p:cNvSpPr>
          <p:nvPr>
            <p:ph type="ctrTitle"/>
          </p:nvPr>
        </p:nvSpPr>
        <p:spPr>
          <a:xfrm>
            <a:off x="479376" y="1292086"/>
            <a:ext cx="11089232" cy="4153138"/>
          </a:xfrm>
        </p:spPr>
        <p:txBody>
          <a:bodyPr>
            <a:normAutofit/>
          </a:bodyPr>
          <a:lstStyle/>
          <a:p>
            <a:r>
              <a:rPr lang="en-US" sz="4800" b="1" dirty="0"/>
              <a:t>Vulgarity in spoken interaction </a:t>
            </a:r>
            <a:br>
              <a:rPr lang="en-US" sz="4800" b="1" dirty="0"/>
            </a:br>
            <a:r>
              <a:rPr lang="en-US" sz="4800" b="1" dirty="0"/>
              <a:t>across selected varieties of English</a:t>
            </a:r>
            <a:br>
              <a:rPr lang="en-AU" dirty="0"/>
            </a:br>
            <a:r>
              <a:rPr lang="en-AU" sz="2700" dirty="0"/>
              <a:t>Martin Schweinberger</a:t>
            </a:r>
            <a:br>
              <a:rPr lang="en-AU" sz="2700" dirty="0"/>
            </a:br>
            <a:br>
              <a:rPr lang="en-AU" sz="2700" dirty="0"/>
            </a:br>
            <a:r>
              <a:rPr lang="en-US" sz="2700" dirty="0"/>
              <a:t>m.schweinberger@uq.edu.au	</a:t>
            </a:r>
            <a:br>
              <a:rPr lang="en-US" sz="2700" dirty="0"/>
            </a:br>
            <a:r>
              <a:rPr lang="en-US" sz="2700" dirty="0"/>
              <a:t>materials and slides available at </a:t>
            </a:r>
            <a:br>
              <a:rPr lang="en-US" sz="2700" dirty="0"/>
            </a:br>
            <a:r>
              <a:rPr lang="en-US" sz="2700" dirty="0"/>
              <a:t>www.martinschweinberger.de</a:t>
            </a:r>
            <a:endParaRPr lang="en-AU" dirty="0"/>
          </a:p>
        </p:txBody>
      </p:sp>
      <p:sp>
        <p:nvSpPr>
          <p:cNvPr id="3" name="Subtitle 2">
            <a:extLst>
              <a:ext uri="{FF2B5EF4-FFF2-40B4-BE49-F238E27FC236}">
                <a16:creationId xmlns:a16="http://schemas.microsoft.com/office/drawing/2014/main" id="{4028F651-EC04-7847-5ECB-4415D61F7899}"/>
              </a:ext>
            </a:extLst>
          </p:cNvPr>
          <p:cNvSpPr>
            <a:spLocks noGrp="1"/>
          </p:cNvSpPr>
          <p:nvPr>
            <p:ph type="subTitle" idx="1"/>
          </p:nvPr>
        </p:nvSpPr>
        <p:spPr>
          <a:xfrm>
            <a:off x="1631504" y="5733256"/>
            <a:ext cx="9144000" cy="985523"/>
          </a:xfrm>
        </p:spPr>
        <p:txBody>
          <a:bodyPr>
            <a:normAutofit fontScale="55000" lnSpcReduction="20000"/>
          </a:bodyPr>
          <a:lstStyle/>
          <a:p>
            <a:r>
              <a:rPr lang="en-US" dirty="0"/>
              <a:t>This research was partially funded by the Language Data Commons of Australia (LDaCA). Language Data Commons of Australia (LDaCA) (DOI: 10.3565/kq2v-9g52) is a co-investment partnership with the Australian Research Data Commons (ARDC) through the HASS and Indigenous Research Data Commons. The ARDC is enabled by the Australian Government’s National Collaborative Research Infrastructure Strategy (NCRIS). In addition, this research was partially funded by the Centre for Digital Cultures and Societies at the University of Queensland.</a:t>
            </a:r>
          </a:p>
        </p:txBody>
      </p:sp>
      <p:pic>
        <p:nvPicPr>
          <p:cNvPr id="1026" name="Picture 2">
            <a:extLst>
              <a:ext uri="{FF2B5EF4-FFF2-40B4-BE49-F238E27FC236}">
                <a16:creationId xmlns:a16="http://schemas.microsoft.com/office/drawing/2014/main" id="{9FBBAAB8-0AD3-1C4E-14F7-141E8FE223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7488" y="18329"/>
            <a:ext cx="1584512" cy="158187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7741FB94-ACA2-0F13-FB45-E9716B7AA0C5}"/>
              </a:ext>
            </a:extLst>
          </p:cNvPr>
          <p:cNvPicPr>
            <a:picLocks noChangeAspect="1"/>
          </p:cNvPicPr>
          <p:nvPr/>
        </p:nvPicPr>
        <p:blipFill>
          <a:blip r:embed="rId3"/>
          <a:stretch>
            <a:fillRect/>
          </a:stretch>
        </p:blipFill>
        <p:spPr>
          <a:xfrm>
            <a:off x="0" y="0"/>
            <a:ext cx="3215919" cy="1013548"/>
          </a:xfrm>
          <a:prstGeom prst="rect">
            <a:avLst/>
          </a:prstGeom>
        </p:spPr>
      </p:pic>
      <p:pic>
        <p:nvPicPr>
          <p:cNvPr id="5" name="Picture 4">
            <a:extLst>
              <a:ext uri="{FF2B5EF4-FFF2-40B4-BE49-F238E27FC236}">
                <a16:creationId xmlns:a16="http://schemas.microsoft.com/office/drawing/2014/main" id="{E413EAAA-7EDE-8781-0BA8-4EA6D554BCA5}"/>
              </a:ext>
            </a:extLst>
          </p:cNvPr>
          <p:cNvPicPr>
            <a:picLocks noChangeAspect="1"/>
          </p:cNvPicPr>
          <p:nvPr/>
        </p:nvPicPr>
        <p:blipFill>
          <a:blip r:embed="rId4"/>
          <a:stretch>
            <a:fillRect/>
          </a:stretch>
        </p:blipFill>
        <p:spPr>
          <a:xfrm>
            <a:off x="3287520" y="2028"/>
            <a:ext cx="4511824" cy="1002702"/>
          </a:xfrm>
          <a:prstGeom prst="rect">
            <a:avLst/>
          </a:prstGeom>
        </p:spPr>
      </p:pic>
    </p:spTree>
    <p:extLst>
      <p:ext uri="{BB962C8B-B14F-4D97-AF65-F5344CB8AC3E}">
        <p14:creationId xmlns:p14="http://schemas.microsoft.com/office/powerpoint/2010/main" val="8966580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8AF17-F282-7D6E-D5C5-016568E6A39F}"/>
            </a:ext>
          </a:extLst>
        </p:cNvPr>
        <p:cNvGrpSpPr/>
        <p:nvPr/>
      </p:nvGrpSpPr>
      <p:grpSpPr>
        <a:xfrm>
          <a:off x="0" y="0"/>
          <a:ext cx="0" cy="0"/>
          <a:chOff x="0" y="0"/>
          <a:chExt cx="0" cy="0"/>
        </a:xfrm>
      </p:grpSpPr>
      <p:pic>
        <p:nvPicPr>
          <p:cNvPr id="2" name="Picture 1" descr="A graph of numbers and symbols&#10;&#10;AI-generated content may be incorrect.">
            <a:extLst>
              <a:ext uri="{FF2B5EF4-FFF2-40B4-BE49-F238E27FC236}">
                <a16:creationId xmlns:a16="http://schemas.microsoft.com/office/drawing/2014/main" id="{8DAE89AF-22B6-EA94-A7D9-42E133ECE975}"/>
              </a:ext>
            </a:extLst>
          </p:cNvPr>
          <p:cNvPicPr>
            <a:picLocks noChangeAspect="1"/>
          </p:cNvPicPr>
          <p:nvPr/>
        </p:nvPicPr>
        <p:blipFill>
          <a:blip r:embed="rId2"/>
          <a:stretch>
            <a:fillRect/>
          </a:stretch>
        </p:blipFill>
        <p:spPr>
          <a:xfrm>
            <a:off x="2855640" y="862026"/>
            <a:ext cx="7488832" cy="5616129"/>
          </a:xfrm>
          <a:prstGeom prst="rect">
            <a:avLst/>
          </a:prstGeom>
        </p:spPr>
      </p:pic>
    </p:spTree>
    <p:extLst>
      <p:ext uri="{BB962C8B-B14F-4D97-AF65-F5344CB8AC3E}">
        <p14:creationId xmlns:p14="http://schemas.microsoft.com/office/powerpoint/2010/main" val="18239278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CF355-29AF-8108-F10B-6F27A12ED78F}"/>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8C59BBB8-C9E1-8ED1-1B86-5091DC87E10B}"/>
              </a:ext>
            </a:extLst>
          </p:cNvPr>
          <p:cNvPicPr>
            <a:picLocks noChangeAspect="1"/>
          </p:cNvPicPr>
          <p:nvPr/>
        </p:nvPicPr>
        <p:blipFill>
          <a:blip r:embed="rId2"/>
          <a:stretch>
            <a:fillRect/>
          </a:stretch>
        </p:blipFill>
        <p:spPr>
          <a:xfrm>
            <a:off x="294104" y="800373"/>
            <a:ext cx="4515966" cy="6021288"/>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12FC4AE7-ECFC-B367-330D-700DB3262369}"/>
              </a:ext>
            </a:extLst>
          </p:cNvPr>
          <p:cNvPicPr>
            <a:picLocks noChangeAspect="1"/>
          </p:cNvPicPr>
          <p:nvPr/>
        </p:nvPicPr>
        <p:blipFill>
          <a:blip r:embed="rId3"/>
          <a:stretch>
            <a:fillRect/>
          </a:stretch>
        </p:blipFill>
        <p:spPr>
          <a:xfrm>
            <a:off x="7444023" y="757511"/>
            <a:ext cx="4105740" cy="6021288"/>
          </a:xfrm>
          <a:prstGeom prst="rect">
            <a:avLst/>
          </a:prstGeom>
        </p:spPr>
      </p:pic>
    </p:spTree>
    <p:extLst>
      <p:ext uri="{BB962C8B-B14F-4D97-AF65-F5344CB8AC3E}">
        <p14:creationId xmlns:p14="http://schemas.microsoft.com/office/powerpoint/2010/main" val="2051710063"/>
      </p:ext>
    </p:extLst>
  </p:cSld>
  <p:clrMapOvr>
    <a:masterClrMapping/>
  </p:clrMapOvr>
</p:sld>
</file>

<file path=ppt/theme/theme1.xml><?xml version="1.0" encoding="utf-8"?>
<a:theme xmlns:a="http://schemas.openxmlformats.org/drawingml/2006/main" name="University of Queensland">
  <a:themeElements>
    <a:clrScheme name="UQ PPT">
      <a:dk1>
        <a:sysClr val="windowText" lastClr="000000"/>
      </a:dk1>
      <a:lt1>
        <a:sysClr val="window" lastClr="FFFFFF"/>
      </a:lt1>
      <a:dk2>
        <a:srgbClr val="999490"/>
      </a:dk2>
      <a:lt2>
        <a:srgbClr val="D7D1CC"/>
      </a:lt2>
      <a:accent1>
        <a:srgbClr val="51247A"/>
      </a:accent1>
      <a:accent2>
        <a:srgbClr val="E62645"/>
      </a:accent2>
      <a:accent3>
        <a:srgbClr val="00A2C7"/>
      </a:accent3>
      <a:accent4>
        <a:srgbClr val="EB602B"/>
      </a:accent4>
      <a:accent5>
        <a:srgbClr val="4085C6"/>
      </a:accent5>
      <a:accent6>
        <a:srgbClr val="2EA836"/>
      </a:accent6>
      <a:hlink>
        <a:srgbClr val="00A2C7"/>
      </a:hlink>
      <a:folHlink>
        <a:srgbClr val="00A2C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UQ PowerPoint Template v4.potx" id="{EB40B91F-2F7C-4628-893D-3539496D6C6A}" vid="{691CE4A2-4C6F-4895-A94C-37E246F52C8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UQ PowerPoint Template v4</Template>
  <TotalTime>717</TotalTime>
  <Words>2283</Words>
  <Application>Microsoft Office PowerPoint</Application>
  <PresentationFormat>Widescreen</PresentationFormat>
  <Paragraphs>296</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 Narrow</vt:lpstr>
      <vt:lpstr>Arial</vt:lpstr>
      <vt:lpstr>Calibri</vt:lpstr>
      <vt:lpstr>Courier New</vt:lpstr>
      <vt:lpstr>University of Queensland</vt:lpstr>
      <vt:lpstr>Vulgarity in spoken interaction  across selected varieties of English Martin Schweinberger  m.schweinberger@uq.edu.au  materials and slides available at  www.martinschweinberger.de</vt:lpstr>
      <vt:lpstr>Background</vt:lpstr>
      <vt:lpstr>Background</vt:lpstr>
      <vt:lpstr>Functions of Swearing/Vulgarity</vt:lpstr>
      <vt:lpstr>Research questions and hypotheses</vt:lpstr>
      <vt:lpstr>Data and Data Processing</vt:lpstr>
      <vt:lpstr>Methodology</vt:lpstr>
      <vt:lpstr>Data</vt:lpstr>
      <vt:lpstr>PowerPoint Presentation</vt:lpstr>
      <vt:lpstr>PowerPoint Presentation</vt:lpstr>
      <vt:lpstr>PowerPoint Presentation</vt:lpstr>
      <vt:lpstr>Key Findings</vt:lpstr>
      <vt:lpstr>Problems</vt:lpstr>
      <vt:lpstr>References</vt:lpstr>
      <vt:lpstr>Thank you very ... much!</vt:lpstr>
      <vt:lpstr>Vulgarity in spoken interaction  across selected varieties of English Martin Schweinberger  m.schweinberger@uq.edu.au  materials and slides available at  www.martinschweinberger.de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Rebekah</dc:creator>
  <cp:lastModifiedBy>Martin Schweinberger</cp:lastModifiedBy>
  <cp:revision>42</cp:revision>
  <cp:lastPrinted>2023-02-18T00:28:33Z</cp:lastPrinted>
  <dcterms:created xsi:type="dcterms:W3CDTF">2018-09-28T01:38:30Z</dcterms:created>
  <dcterms:modified xsi:type="dcterms:W3CDTF">2026-01-19T07:46:14Z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f488380-630a-4f55-a077-a19445e3f360_Enabled">
    <vt:lpwstr>true</vt:lpwstr>
  </property>
  <property fmtid="{D5CDD505-2E9C-101B-9397-08002B2CF9AE}" pid="3" name="MSIP_Label_0f488380-630a-4f55-a077-a19445e3f360_SetDate">
    <vt:lpwstr>2023-07-18T10:59:29Z</vt:lpwstr>
  </property>
  <property fmtid="{D5CDD505-2E9C-101B-9397-08002B2CF9AE}" pid="4" name="MSIP_Label_0f488380-630a-4f55-a077-a19445e3f360_Method">
    <vt:lpwstr>Standard</vt:lpwstr>
  </property>
  <property fmtid="{D5CDD505-2E9C-101B-9397-08002B2CF9AE}" pid="5" name="MSIP_Label_0f488380-630a-4f55-a077-a19445e3f360_Name">
    <vt:lpwstr>OFFICIAL - INTERNAL</vt:lpwstr>
  </property>
  <property fmtid="{D5CDD505-2E9C-101B-9397-08002B2CF9AE}" pid="6" name="MSIP_Label_0f488380-630a-4f55-a077-a19445e3f360_SiteId">
    <vt:lpwstr>b6e377cf-9db3-46cb-91a2-fad9605bb15c</vt:lpwstr>
  </property>
  <property fmtid="{D5CDD505-2E9C-101B-9397-08002B2CF9AE}" pid="7" name="MSIP_Label_0f488380-630a-4f55-a077-a19445e3f360_ActionId">
    <vt:lpwstr>2a6a2283-c6ce-4245-a2f7-c0f3e18c2add</vt:lpwstr>
  </property>
  <property fmtid="{D5CDD505-2E9C-101B-9397-08002B2CF9AE}" pid="8" name="MSIP_Label_0f488380-630a-4f55-a077-a19445e3f360_ContentBits">
    <vt:lpwstr>0</vt:lpwstr>
  </property>
</Properties>
</file>