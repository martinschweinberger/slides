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20"/>
  </p:notesMasterIdLst>
  <p:handoutMasterIdLst>
    <p:handoutMasterId r:id="rId21"/>
  </p:handoutMasterIdLst>
  <p:sldIdLst>
    <p:sldId id="256" r:id="rId2"/>
    <p:sldId id="258" r:id="rId3"/>
    <p:sldId id="484" r:id="rId4"/>
    <p:sldId id="485" r:id="rId5"/>
    <p:sldId id="486" r:id="rId6"/>
    <p:sldId id="487" r:id="rId7"/>
    <p:sldId id="488" r:id="rId8"/>
    <p:sldId id="489" r:id="rId9"/>
    <p:sldId id="490" r:id="rId10"/>
    <p:sldId id="491" r:id="rId11"/>
    <p:sldId id="492" r:id="rId12"/>
    <p:sldId id="493" r:id="rId13"/>
    <p:sldId id="494" r:id="rId14"/>
    <p:sldId id="495" r:id="rId15"/>
    <p:sldId id="499" r:id="rId16"/>
    <p:sldId id="496" r:id="rId17"/>
    <p:sldId id="497" r:id="rId18"/>
    <p:sldId id="498"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1C800D76-3C72-4CB3-9FC9-AADDB526D820}">
          <p14:sldIdLst>
            <p14:sldId id="256"/>
            <p14:sldId id="258"/>
            <p14:sldId id="484"/>
            <p14:sldId id="485"/>
            <p14:sldId id="486"/>
            <p14:sldId id="487"/>
            <p14:sldId id="488"/>
            <p14:sldId id="489"/>
            <p14:sldId id="490"/>
            <p14:sldId id="491"/>
            <p14:sldId id="492"/>
            <p14:sldId id="493"/>
            <p14:sldId id="494"/>
            <p14:sldId id="495"/>
            <p14:sldId id="499"/>
            <p14:sldId id="496"/>
            <p14:sldId id="497"/>
            <p14:sldId id="498"/>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3030"/>
    <a:srgbClr val="51247A"/>
    <a:srgbClr val="962A8B"/>
    <a:srgbClr val="E62645"/>
    <a:srgbClr val="2EA836"/>
    <a:srgbClr val="D9AC6D"/>
    <a:srgbClr val="EB602B"/>
    <a:srgbClr val="FBB800"/>
    <a:srgbClr val="4085C6"/>
    <a:srgbClr val="00A2C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ABF6C1D-62B4-4710-9B9A-77E5DDBF953C}" v="60" dt="2026-01-15T10:31:31.9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75" autoAdjust="0"/>
    <p:restoredTop sz="94756" autoAdjust="0"/>
  </p:normalViewPr>
  <p:slideViewPr>
    <p:cSldViewPr showGuides="1">
      <p:cViewPr varScale="1">
        <p:scale>
          <a:sx n="77" d="100"/>
          <a:sy n="77" d="100"/>
        </p:scale>
        <p:origin x="221" y="283"/>
      </p:cViewPr>
      <p:guideLst/>
    </p:cSldViewPr>
  </p:slideViewPr>
  <p:outlineViewPr>
    <p:cViewPr>
      <p:scale>
        <a:sx n="33" d="100"/>
        <a:sy n="33" d="100"/>
      </p:scale>
      <p:origin x="0" y="-17179"/>
    </p:cViewPr>
  </p:outlineViewPr>
  <p:notesTextViewPr>
    <p:cViewPr>
      <p:scale>
        <a:sx n="1" d="1"/>
        <a:sy n="1" d="1"/>
      </p:scale>
      <p:origin x="0" y="0"/>
    </p:cViewPr>
  </p:notesTextViewPr>
  <p:notesViewPr>
    <p:cSldViewPr showGuides="1">
      <p:cViewPr varScale="1">
        <p:scale>
          <a:sx n="84" d="100"/>
          <a:sy n="84" d="100"/>
        </p:scale>
        <p:origin x="3024"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tin Schweinberger" userId="90c3b6fdff4c5443" providerId="LiveId" clId="{16B467C6-3D5B-4F2A-A3D4-D5D9DBF197BE}"/>
    <pc:docChg chg="undo custSel addSld delSld modSld sldOrd modMainMaster modSection">
      <pc:chgData name="Martin Schweinberger" userId="90c3b6fdff4c5443" providerId="LiveId" clId="{16B467C6-3D5B-4F2A-A3D4-D5D9DBF197BE}" dt="2026-01-15T10:32:08.347" v="737" actId="14100"/>
      <pc:docMkLst>
        <pc:docMk/>
      </pc:docMkLst>
      <pc:sldChg chg="addSp modSp add mod">
        <pc:chgData name="Martin Schweinberger" userId="90c3b6fdff4c5443" providerId="LiveId" clId="{16B467C6-3D5B-4F2A-A3D4-D5D9DBF197BE}" dt="2026-01-15T10:21:13.985" v="563" actId="14100"/>
        <pc:sldMkLst>
          <pc:docMk/>
          <pc:sldMk cId="1215179980" sldId="256"/>
        </pc:sldMkLst>
        <pc:spChg chg="mod">
          <ac:chgData name="Martin Schweinberger" userId="90c3b6fdff4c5443" providerId="LiveId" clId="{16B467C6-3D5B-4F2A-A3D4-D5D9DBF197BE}" dt="2026-01-15T10:21:13.985" v="563" actId="14100"/>
          <ac:spMkLst>
            <pc:docMk/>
            <pc:sldMk cId="1215179980" sldId="256"/>
            <ac:spMk id="2" creationId="{78190079-DF56-B497-C558-DBED6F9308C2}"/>
          </ac:spMkLst>
        </pc:spChg>
        <pc:spChg chg="mod">
          <ac:chgData name="Martin Schweinberger" userId="90c3b6fdff4c5443" providerId="LiveId" clId="{16B467C6-3D5B-4F2A-A3D4-D5D9DBF197BE}" dt="2026-01-15T10:20:35.803" v="557" actId="1076"/>
          <ac:spMkLst>
            <pc:docMk/>
            <pc:sldMk cId="1215179980" sldId="256"/>
            <ac:spMk id="3" creationId="{11185EB3-A92A-44F9-4577-B2B9AD6365FB}"/>
          </ac:spMkLst>
        </pc:spChg>
        <pc:picChg chg="add mod">
          <ac:chgData name="Martin Schweinberger" userId="90c3b6fdff4c5443" providerId="LiveId" clId="{16B467C6-3D5B-4F2A-A3D4-D5D9DBF197BE}" dt="2026-01-15T10:20:43.646" v="559" actId="1076"/>
          <ac:picMkLst>
            <pc:docMk/>
            <pc:sldMk cId="1215179980" sldId="256"/>
            <ac:picMk id="4" creationId="{6A553B64-B94A-7DA8-0DAB-0F7A56997175}"/>
          </ac:picMkLst>
        </pc:picChg>
        <pc:picChg chg="add mod">
          <ac:chgData name="Martin Schweinberger" userId="90c3b6fdff4c5443" providerId="LiveId" clId="{16B467C6-3D5B-4F2A-A3D4-D5D9DBF197BE}" dt="2026-01-15T10:20:53.978" v="561" actId="1076"/>
          <ac:picMkLst>
            <pc:docMk/>
            <pc:sldMk cId="1215179980" sldId="256"/>
            <ac:picMk id="5" creationId="{1B5EAC13-62B2-18C1-910D-D31057DAFEA1}"/>
          </ac:picMkLst>
        </pc:picChg>
      </pc:sldChg>
      <pc:sldChg chg="addSp modSp add mod">
        <pc:chgData name="Martin Schweinberger" userId="90c3b6fdff4c5443" providerId="LiveId" clId="{16B467C6-3D5B-4F2A-A3D4-D5D9DBF197BE}" dt="2026-01-15T10:26:19.196" v="628" actId="12"/>
        <pc:sldMkLst>
          <pc:docMk/>
          <pc:sldMk cId="747622486" sldId="258"/>
        </pc:sldMkLst>
        <pc:spChg chg="mod">
          <ac:chgData name="Martin Schweinberger" userId="90c3b6fdff4c5443" providerId="LiveId" clId="{16B467C6-3D5B-4F2A-A3D4-D5D9DBF197BE}" dt="2026-01-15T10:21:43.833" v="566"/>
          <ac:spMkLst>
            <pc:docMk/>
            <pc:sldMk cId="747622486" sldId="258"/>
            <ac:spMk id="2" creationId="{8E12B67A-B77D-004F-A9ED-B9C87B76C745}"/>
          </ac:spMkLst>
        </pc:spChg>
        <pc:spChg chg="mod">
          <ac:chgData name="Martin Schweinberger" userId="90c3b6fdff4c5443" providerId="LiveId" clId="{16B467C6-3D5B-4F2A-A3D4-D5D9DBF197BE}" dt="2026-01-15T10:26:19.196" v="628" actId="12"/>
          <ac:spMkLst>
            <pc:docMk/>
            <pc:sldMk cId="747622486" sldId="258"/>
            <ac:spMk id="3" creationId="{C35E6FAA-B5D0-7A19-0714-5185D0BC85F3}"/>
          </ac:spMkLst>
        </pc:spChg>
        <pc:picChg chg="add mod">
          <ac:chgData name="Martin Schweinberger" userId="90c3b6fdff4c5443" providerId="LiveId" clId="{16B467C6-3D5B-4F2A-A3D4-D5D9DBF197BE}" dt="2026-01-15T10:21:56.877" v="569"/>
          <ac:picMkLst>
            <pc:docMk/>
            <pc:sldMk cId="747622486" sldId="258"/>
            <ac:picMk id="5" creationId="{711B9D15-E68A-31A1-45C0-0A4F77AECA2A}"/>
          </ac:picMkLst>
        </pc:picChg>
        <pc:picChg chg="add mod">
          <ac:chgData name="Martin Schweinberger" userId="90c3b6fdff4c5443" providerId="LiveId" clId="{16B467C6-3D5B-4F2A-A3D4-D5D9DBF197BE}" dt="2026-01-15T10:22:00.585" v="570"/>
          <ac:picMkLst>
            <pc:docMk/>
            <pc:sldMk cId="747622486" sldId="258"/>
            <ac:picMk id="6" creationId="{98819A8D-1042-FA27-7165-95493BC10BE4}"/>
          </ac:picMkLst>
        </pc:picChg>
        <pc:picChg chg="add mod">
          <ac:chgData name="Martin Schweinberger" userId="90c3b6fdff4c5443" providerId="LiveId" clId="{16B467C6-3D5B-4F2A-A3D4-D5D9DBF197BE}" dt="2026-01-15T10:22:04.716" v="571"/>
          <ac:picMkLst>
            <pc:docMk/>
            <pc:sldMk cId="747622486" sldId="258"/>
            <ac:picMk id="7" creationId="{FF18E587-40AB-1307-0F6D-B12748C002CB}"/>
          </ac:picMkLst>
        </pc:picChg>
      </pc:sldChg>
      <pc:sldChg chg="del">
        <pc:chgData name="Martin Schweinberger" userId="90c3b6fdff4c5443" providerId="LiveId" clId="{16B467C6-3D5B-4F2A-A3D4-D5D9DBF197BE}" dt="2026-01-15T10:22:25.277" v="573" actId="47"/>
        <pc:sldMkLst>
          <pc:docMk/>
          <pc:sldMk cId="3932812477" sldId="419"/>
        </pc:sldMkLst>
      </pc:sldChg>
      <pc:sldChg chg="del">
        <pc:chgData name="Martin Schweinberger" userId="90c3b6fdff4c5443" providerId="LiveId" clId="{16B467C6-3D5B-4F2A-A3D4-D5D9DBF197BE}" dt="2026-01-15T10:30:25.305" v="687" actId="47"/>
        <pc:sldMkLst>
          <pc:docMk/>
          <pc:sldMk cId="2740438735" sldId="420"/>
        </pc:sldMkLst>
      </pc:sldChg>
      <pc:sldChg chg="del">
        <pc:chgData name="Martin Schweinberger" userId="90c3b6fdff4c5443" providerId="LiveId" clId="{16B467C6-3D5B-4F2A-A3D4-D5D9DBF197BE}" dt="2026-01-15T10:23:21.651" v="597" actId="47"/>
        <pc:sldMkLst>
          <pc:docMk/>
          <pc:sldMk cId="299391350" sldId="421"/>
        </pc:sldMkLst>
      </pc:sldChg>
      <pc:sldChg chg="del">
        <pc:chgData name="Martin Schweinberger" userId="90c3b6fdff4c5443" providerId="LiveId" clId="{16B467C6-3D5B-4F2A-A3D4-D5D9DBF197BE}" dt="2026-01-15T10:26:40.881" v="630" actId="47"/>
        <pc:sldMkLst>
          <pc:docMk/>
          <pc:sldMk cId="3177247916" sldId="424"/>
        </pc:sldMkLst>
      </pc:sldChg>
      <pc:sldChg chg="del">
        <pc:chgData name="Martin Schweinberger" userId="90c3b6fdff4c5443" providerId="LiveId" clId="{16B467C6-3D5B-4F2A-A3D4-D5D9DBF197BE}" dt="2026-01-15T10:23:55.829" v="605" actId="47"/>
        <pc:sldMkLst>
          <pc:docMk/>
          <pc:sldMk cId="3555031650" sldId="427"/>
        </pc:sldMkLst>
      </pc:sldChg>
      <pc:sldChg chg="del">
        <pc:chgData name="Martin Schweinberger" userId="90c3b6fdff4c5443" providerId="LiveId" clId="{16B467C6-3D5B-4F2A-A3D4-D5D9DBF197BE}" dt="2026-01-15T10:24:31.875" v="613" actId="47"/>
        <pc:sldMkLst>
          <pc:docMk/>
          <pc:sldMk cId="4159637777" sldId="428"/>
        </pc:sldMkLst>
      </pc:sldChg>
      <pc:sldChg chg="del">
        <pc:chgData name="Martin Schweinberger" userId="90c3b6fdff4c5443" providerId="LiveId" clId="{16B467C6-3D5B-4F2A-A3D4-D5D9DBF197BE}" dt="2026-01-15T10:28:28.875" v="654" actId="47"/>
        <pc:sldMkLst>
          <pc:docMk/>
          <pc:sldMk cId="1322611263" sldId="429"/>
        </pc:sldMkLst>
      </pc:sldChg>
      <pc:sldChg chg="del">
        <pc:chgData name="Martin Schweinberger" userId="90c3b6fdff4c5443" providerId="LiveId" clId="{16B467C6-3D5B-4F2A-A3D4-D5D9DBF197BE}" dt="2026-01-15T10:29:21.769" v="668" actId="47"/>
        <pc:sldMkLst>
          <pc:docMk/>
          <pc:sldMk cId="2314094433" sldId="430"/>
        </pc:sldMkLst>
      </pc:sldChg>
      <pc:sldChg chg="del">
        <pc:chgData name="Martin Schweinberger" userId="90c3b6fdff4c5443" providerId="LiveId" clId="{16B467C6-3D5B-4F2A-A3D4-D5D9DBF197BE}" dt="2026-01-15T10:28:04.608" v="646" actId="47"/>
        <pc:sldMkLst>
          <pc:docMk/>
          <pc:sldMk cId="2943303351" sldId="431"/>
        </pc:sldMkLst>
      </pc:sldChg>
      <pc:sldChg chg="del">
        <pc:chgData name="Martin Schweinberger" userId="90c3b6fdff4c5443" providerId="LiveId" clId="{16B467C6-3D5B-4F2A-A3D4-D5D9DBF197BE}" dt="2026-01-15T10:28:42.608" v="658" actId="47"/>
        <pc:sldMkLst>
          <pc:docMk/>
          <pc:sldMk cId="1198054115" sldId="432"/>
        </pc:sldMkLst>
      </pc:sldChg>
      <pc:sldChg chg="del">
        <pc:chgData name="Martin Schweinberger" userId="90c3b6fdff4c5443" providerId="LiveId" clId="{16B467C6-3D5B-4F2A-A3D4-D5D9DBF197BE}" dt="2026-01-15T10:31:14.389" v="697" actId="47"/>
        <pc:sldMkLst>
          <pc:docMk/>
          <pc:sldMk cId="3264842871" sldId="433"/>
        </pc:sldMkLst>
      </pc:sldChg>
      <pc:sldChg chg="del">
        <pc:chgData name="Martin Schweinberger" userId="90c3b6fdff4c5443" providerId="LiveId" clId="{16B467C6-3D5B-4F2A-A3D4-D5D9DBF197BE}" dt="2026-01-15T10:31:15.137" v="698" actId="47"/>
        <pc:sldMkLst>
          <pc:docMk/>
          <pc:sldMk cId="2000628547" sldId="434"/>
        </pc:sldMkLst>
      </pc:sldChg>
      <pc:sldChg chg="del">
        <pc:chgData name="Martin Schweinberger" userId="90c3b6fdff4c5443" providerId="LiveId" clId="{16B467C6-3D5B-4F2A-A3D4-D5D9DBF197BE}" dt="2026-01-15T10:29:57.142" v="675" actId="47"/>
        <pc:sldMkLst>
          <pc:docMk/>
          <pc:sldMk cId="459076116" sldId="435"/>
        </pc:sldMkLst>
      </pc:sldChg>
      <pc:sldChg chg="del">
        <pc:chgData name="Martin Schweinberger" userId="90c3b6fdff4c5443" providerId="LiveId" clId="{16B467C6-3D5B-4F2A-A3D4-D5D9DBF197BE}" dt="2026-01-15T10:27:13.983" v="637" actId="47"/>
        <pc:sldMkLst>
          <pc:docMk/>
          <pc:sldMk cId="74462790" sldId="436"/>
        </pc:sldMkLst>
      </pc:sldChg>
      <pc:sldChg chg="del">
        <pc:chgData name="Martin Schweinberger" userId="90c3b6fdff4c5443" providerId="LiveId" clId="{16B467C6-3D5B-4F2A-A3D4-D5D9DBF197BE}" dt="2026-01-15T10:28:53.691" v="662" actId="47"/>
        <pc:sldMkLst>
          <pc:docMk/>
          <pc:sldMk cId="562738345" sldId="437"/>
        </pc:sldMkLst>
      </pc:sldChg>
      <pc:sldChg chg="addSp delSp modSp add del mod">
        <pc:chgData name="Martin Schweinberger" userId="90c3b6fdff4c5443" providerId="LiveId" clId="{16B467C6-3D5B-4F2A-A3D4-D5D9DBF197BE}" dt="2026-01-15T10:21:19.789" v="564" actId="47"/>
        <pc:sldMkLst>
          <pc:docMk/>
          <pc:sldMk cId="1683281064" sldId="482"/>
        </pc:sldMkLst>
        <pc:spChg chg="mod">
          <ac:chgData name="Martin Schweinberger" userId="90c3b6fdff4c5443" providerId="LiveId" clId="{16B467C6-3D5B-4F2A-A3D4-D5D9DBF197BE}" dt="2026-01-15T10:13:32.134" v="441" actId="6549"/>
          <ac:spMkLst>
            <pc:docMk/>
            <pc:sldMk cId="1683281064" sldId="482"/>
            <ac:spMk id="4" creationId="{D05DF66D-5B54-985B-02EB-5FE619CB3D1B}"/>
          </ac:spMkLst>
        </pc:spChg>
      </pc:sldChg>
      <pc:sldChg chg="del">
        <pc:chgData name="Martin Schweinberger" userId="90c3b6fdff4c5443" providerId="LiveId" clId="{16B467C6-3D5B-4F2A-A3D4-D5D9DBF197BE}" dt="2026-01-15T10:31:13.191" v="696" actId="47"/>
        <pc:sldMkLst>
          <pc:docMk/>
          <pc:sldMk cId="904960167" sldId="483"/>
        </pc:sldMkLst>
      </pc:sldChg>
      <pc:sldChg chg="addSp delSp modSp add mod">
        <pc:chgData name="Martin Schweinberger" userId="90c3b6fdff4c5443" providerId="LiveId" clId="{16B467C6-3D5B-4F2A-A3D4-D5D9DBF197BE}" dt="2026-01-15T10:23:14.968" v="596" actId="1036"/>
        <pc:sldMkLst>
          <pc:docMk/>
          <pc:sldMk cId="772109077" sldId="484"/>
        </pc:sldMkLst>
        <pc:spChg chg="mod">
          <ac:chgData name="Martin Schweinberger" userId="90c3b6fdff4c5443" providerId="LiveId" clId="{16B467C6-3D5B-4F2A-A3D4-D5D9DBF197BE}" dt="2026-01-15T10:22:42.747" v="576" actId="207"/>
          <ac:spMkLst>
            <pc:docMk/>
            <pc:sldMk cId="772109077" sldId="484"/>
            <ac:spMk id="3" creationId="{CFA7EE0D-EF9C-739C-0A09-354DC12FBDCC}"/>
          </ac:spMkLst>
        </pc:spChg>
        <pc:spChg chg="add mod">
          <ac:chgData name="Martin Schweinberger" userId="90c3b6fdff4c5443" providerId="LiveId" clId="{16B467C6-3D5B-4F2A-A3D4-D5D9DBF197BE}" dt="2026-01-15T10:23:06.624" v="583" actId="208"/>
          <ac:spMkLst>
            <pc:docMk/>
            <pc:sldMk cId="772109077" sldId="484"/>
            <ac:spMk id="9" creationId="{E266BDFD-2F64-620E-C20E-890C032D6CE8}"/>
          </ac:spMkLst>
        </pc:spChg>
        <pc:picChg chg="del">
          <ac:chgData name="Martin Schweinberger" userId="90c3b6fdff4c5443" providerId="LiveId" clId="{16B467C6-3D5B-4F2A-A3D4-D5D9DBF197BE}" dt="2026-01-15T10:22:47.994" v="577" actId="478"/>
          <ac:picMkLst>
            <pc:docMk/>
            <pc:sldMk cId="772109077" sldId="484"/>
            <ac:picMk id="5" creationId="{0DFAF8F8-FE7F-806B-7918-BB52268ABE69}"/>
          </ac:picMkLst>
        </pc:picChg>
        <pc:picChg chg="del">
          <ac:chgData name="Martin Schweinberger" userId="90c3b6fdff4c5443" providerId="LiveId" clId="{16B467C6-3D5B-4F2A-A3D4-D5D9DBF197BE}" dt="2026-01-15T10:22:48.643" v="578" actId="478"/>
          <ac:picMkLst>
            <pc:docMk/>
            <pc:sldMk cId="772109077" sldId="484"/>
            <ac:picMk id="6" creationId="{DF85D942-2B91-3359-0A08-17B5DAC217B2}"/>
          </ac:picMkLst>
        </pc:picChg>
        <pc:picChg chg="del">
          <ac:chgData name="Martin Schweinberger" userId="90c3b6fdff4c5443" providerId="LiveId" clId="{16B467C6-3D5B-4F2A-A3D4-D5D9DBF197BE}" dt="2026-01-15T10:22:49.155" v="579" actId="478"/>
          <ac:picMkLst>
            <pc:docMk/>
            <pc:sldMk cId="772109077" sldId="484"/>
            <ac:picMk id="7" creationId="{E3C92316-8260-A4E7-12CA-54EDC7FA9655}"/>
          </ac:picMkLst>
        </pc:picChg>
        <pc:picChg chg="add mod">
          <ac:chgData name="Martin Schweinberger" userId="90c3b6fdff4c5443" providerId="LiveId" clId="{16B467C6-3D5B-4F2A-A3D4-D5D9DBF197BE}" dt="2026-01-15T10:23:14.968" v="596" actId="1036"/>
          <ac:picMkLst>
            <pc:docMk/>
            <pc:sldMk cId="772109077" sldId="484"/>
            <ac:picMk id="8" creationId="{EDA940DE-5633-060A-7D80-1FBC0E95F933}"/>
          </ac:picMkLst>
        </pc:picChg>
      </pc:sldChg>
      <pc:sldChg chg="delSp modSp add mod">
        <pc:chgData name="Martin Schweinberger" userId="90c3b6fdff4c5443" providerId="LiveId" clId="{16B467C6-3D5B-4F2A-A3D4-D5D9DBF197BE}" dt="2026-01-15T10:26:09.115" v="627" actId="12"/>
        <pc:sldMkLst>
          <pc:docMk/>
          <pc:sldMk cId="915312590" sldId="485"/>
        </pc:sldMkLst>
        <pc:spChg chg="mod">
          <ac:chgData name="Martin Schweinberger" userId="90c3b6fdff4c5443" providerId="LiveId" clId="{16B467C6-3D5B-4F2A-A3D4-D5D9DBF197BE}" dt="2026-01-15T10:23:44.801" v="603"/>
          <ac:spMkLst>
            <pc:docMk/>
            <pc:sldMk cId="915312590" sldId="485"/>
            <ac:spMk id="2" creationId="{1D606BCE-F638-EB07-C110-5721A3B29F35}"/>
          </ac:spMkLst>
        </pc:spChg>
        <pc:spChg chg="mod">
          <ac:chgData name="Martin Schweinberger" userId="90c3b6fdff4c5443" providerId="LiveId" clId="{16B467C6-3D5B-4F2A-A3D4-D5D9DBF197BE}" dt="2026-01-15T10:26:09.115" v="627" actId="12"/>
          <ac:spMkLst>
            <pc:docMk/>
            <pc:sldMk cId="915312590" sldId="485"/>
            <ac:spMk id="3" creationId="{E99741AC-AC94-7159-B4AF-73AEBAC023F8}"/>
          </ac:spMkLst>
        </pc:spChg>
        <pc:spChg chg="del">
          <ac:chgData name="Martin Schweinberger" userId="90c3b6fdff4c5443" providerId="LiveId" clId="{16B467C6-3D5B-4F2A-A3D4-D5D9DBF197BE}" dt="2026-01-15T10:23:29.367" v="599" actId="478"/>
          <ac:spMkLst>
            <pc:docMk/>
            <pc:sldMk cId="915312590" sldId="485"/>
            <ac:spMk id="9" creationId="{DA4835FD-C748-A620-7EAE-84CA44F885F9}"/>
          </ac:spMkLst>
        </pc:spChg>
        <pc:picChg chg="del">
          <ac:chgData name="Martin Schweinberger" userId="90c3b6fdff4c5443" providerId="LiveId" clId="{16B467C6-3D5B-4F2A-A3D4-D5D9DBF197BE}" dt="2026-01-15T10:23:30.647" v="600" actId="478"/>
          <ac:picMkLst>
            <pc:docMk/>
            <pc:sldMk cId="915312590" sldId="485"/>
            <ac:picMk id="8" creationId="{392A5168-F3C6-77B7-5376-A9384632E20F}"/>
          </ac:picMkLst>
        </pc:picChg>
      </pc:sldChg>
      <pc:sldChg chg="modSp add mod">
        <pc:chgData name="Martin Schweinberger" userId="90c3b6fdff4c5443" providerId="LiveId" clId="{16B467C6-3D5B-4F2A-A3D4-D5D9DBF197BE}" dt="2026-01-15T10:25:52.345" v="625" actId="12"/>
        <pc:sldMkLst>
          <pc:docMk/>
          <pc:sldMk cId="36815056" sldId="486"/>
        </pc:sldMkLst>
        <pc:spChg chg="mod">
          <ac:chgData name="Martin Schweinberger" userId="90c3b6fdff4c5443" providerId="LiveId" clId="{16B467C6-3D5B-4F2A-A3D4-D5D9DBF197BE}" dt="2026-01-15T10:24:10.724" v="609"/>
          <ac:spMkLst>
            <pc:docMk/>
            <pc:sldMk cId="36815056" sldId="486"/>
            <ac:spMk id="2" creationId="{0BC73D01-5144-499A-60F4-34724335ED3B}"/>
          </ac:spMkLst>
        </pc:spChg>
        <pc:spChg chg="mod">
          <ac:chgData name="Martin Schweinberger" userId="90c3b6fdff4c5443" providerId="LiveId" clId="{16B467C6-3D5B-4F2A-A3D4-D5D9DBF197BE}" dt="2026-01-15T10:25:52.345" v="625" actId="12"/>
          <ac:spMkLst>
            <pc:docMk/>
            <pc:sldMk cId="36815056" sldId="486"/>
            <ac:spMk id="3" creationId="{7F8D943D-DF3A-26E4-8C73-59D9F774F34B}"/>
          </ac:spMkLst>
        </pc:spChg>
      </pc:sldChg>
      <pc:sldChg chg="addSp modSp add mod">
        <pc:chgData name="Martin Schweinberger" userId="90c3b6fdff4c5443" providerId="LiveId" clId="{16B467C6-3D5B-4F2A-A3D4-D5D9DBF197BE}" dt="2026-01-15T10:26:33.047" v="629" actId="12"/>
        <pc:sldMkLst>
          <pc:docMk/>
          <pc:sldMk cId="226483051" sldId="487"/>
        </pc:sldMkLst>
        <pc:spChg chg="mod">
          <ac:chgData name="Martin Schweinberger" userId="90c3b6fdff4c5443" providerId="LiveId" clId="{16B467C6-3D5B-4F2A-A3D4-D5D9DBF197BE}" dt="2026-01-15T10:25:02.237" v="618"/>
          <ac:spMkLst>
            <pc:docMk/>
            <pc:sldMk cId="226483051" sldId="487"/>
            <ac:spMk id="2" creationId="{B37D3946-857D-5163-F22B-831380FDBB2E}"/>
          </ac:spMkLst>
        </pc:spChg>
        <pc:spChg chg="mod">
          <ac:chgData name="Martin Schweinberger" userId="90c3b6fdff4c5443" providerId="LiveId" clId="{16B467C6-3D5B-4F2A-A3D4-D5D9DBF197BE}" dt="2026-01-15T10:26:33.047" v="629" actId="12"/>
          <ac:spMkLst>
            <pc:docMk/>
            <pc:sldMk cId="226483051" sldId="487"/>
            <ac:spMk id="3" creationId="{93A5FB2D-11E6-FFF6-08B9-1D6D4DA940EC}"/>
          </ac:spMkLst>
        </pc:spChg>
        <pc:picChg chg="add mod">
          <ac:chgData name="Martin Schweinberger" userId="90c3b6fdff4c5443" providerId="LiveId" clId="{16B467C6-3D5B-4F2A-A3D4-D5D9DBF197BE}" dt="2026-01-15T10:24:55.126" v="617" actId="1076"/>
          <ac:picMkLst>
            <pc:docMk/>
            <pc:sldMk cId="226483051" sldId="487"/>
            <ac:picMk id="5" creationId="{204B3F4A-5C8A-8F23-0AB5-1133C0EB9715}"/>
          </ac:picMkLst>
        </pc:picChg>
      </pc:sldChg>
      <pc:sldChg chg="delSp modSp add mod">
        <pc:chgData name="Martin Schweinberger" userId="90c3b6fdff4c5443" providerId="LiveId" clId="{16B467C6-3D5B-4F2A-A3D4-D5D9DBF197BE}" dt="2026-01-15T10:27:08.475" v="636" actId="12"/>
        <pc:sldMkLst>
          <pc:docMk/>
          <pc:sldMk cId="2561495379" sldId="488"/>
        </pc:sldMkLst>
        <pc:spChg chg="mod">
          <ac:chgData name="Martin Schweinberger" userId="90c3b6fdff4c5443" providerId="LiveId" clId="{16B467C6-3D5B-4F2A-A3D4-D5D9DBF197BE}" dt="2026-01-15T10:26:49.050" v="632"/>
          <ac:spMkLst>
            <pc:docMk/>
            <pc:sldMk cId="2561495379" sldId="488"/>
            <ac:spMk id="2" creationId="{483FC125-EF76-E0EE-A7B9-1D663E09236D}"/>
          </ac:spMkLst>
        </pc:spChg>
        <pc:spChg chg="mod">
          <ac:chgData name="Martin Schweinberger" userId="90c3b6fdff4c5443" providerId="LiveId" clId="{16B467C6-3D5B-4F2A-A3D4-D5D9DBF197BE}" dt="2026-01-15T10:27:08.475" v="636" actId="12"/>
          <ac:spMkLst>
            <pc:docMk/>
            <pc:sldMk cId="2561495379" sldId="488"/>
            <ac:spMk id="3" creationId="{2544C75A-9D0C-853B-0082-285F9F6F70B4}"/>
          </ac:spMkLst>
        </pc:spChg>
        <pc:picChg chg="del">
          <ac:chgData name="Martin Schweinberger" userId="90c3b6fdff4c5443" providerId="LiveId" clId="{16B467C6-3D5B-4F2A-A3D4-D5D9DBF197BE}" dt="2026-01-15T10:26:57.064" v="634" actId="478"/>
          <ac:picMkLst>
            <pc:docMk/>
            <pc:sldMk cId="2561495379" sldId="488"/>
            <ac:picMk id="5" creationId="{FF3DD10A-38CF-9B0F-21DD-943BD60C5404}"/>
          </ac:picMkLst>
        </pc:picChg>
      </pc:sldChg>
      <pc:sldChg chg="addSp delSp modSp add mod">
        <pc:chgData name="Martin Schweinberger" userId="90c3b6fdff4c5443" providerId="LiveId" clId="{16B467C6-3D5B-4F2A-A3D4-D5D9DBF197BE}" dt="2026-01-15T10:27:57.121" v="645" actId="14100"/>
        <pc:sldMkLst>
          <pc:docMk/>
          <pc:sldMk cId="2043203393" sldId="489"/>
        </pc:sldMkLst>
        <pc:spChg chg="mod">
          <ac:chgData name="Martin Schweinberger" userId="90c3b6fdff4c5443" providerId="LiveId" clId="{16B467C6-3D5B-4F2A-A3D4-D5D9DBF197BE}" dt="2026-01-15T10:27:25.359" v="639"/>
          <ac:spMkLst>
            <pc:docMk/>
            <pc:sldMk cId="2043203393" sldId="489"/>
            <ac:spMk id="2" creationId="{29FA416B-52CA-6BF2-5CDC-38C5C118AC8D}"/>
          </ac:spMkLst>
        </pc:spChg>
        <pc:spChg chg="del">
          <ac:chgData name="Martin Schweinberger" userId="90c3b6fdff4c5443" providerId="LiveId" clId="{16B467C6-3D5B-4F2A-A3D4-D5D9DBF197BE}" dt="2026-01-15T10:27:34.319" v="640" actId="478"/>
          <ac:spMkLst>
            <pc:docMk/>
            <pc:sldMk cId="2043203393" sldId="489"/>
            <ac:spMk id="3" creationId="{35831F19-3ABC-12B5-5BB0-1506FB211FEB}"/>
          </ac:spMkLst>
        </pc:spChg>
        <pc:spChg chg="add mod">
          <ac:chgData name="Martin Schweinberger" userId="90c3b6fdff4c5443" providerId="LiveId" clId="{16B467C6-3D5B-4F2A-A3D4-D5D9DBF197BE}" dt="2026-01-15T10:27:34.319" v="640" actId="478"/>
          <ac:spMkLst>
            <pc:docMk/>
            <pc:sldMk cId="2043203393" sldId="489"/>
            <ac:spMk id="6" creationId="{028B3B0C-3E39-C794-1054-E3B0E94F7ECC}"/>
          </ac:spMkLst>
        </pc:spChg>
        <pc:graphicFrameChg chg="add mod modGraphic">
          <ac:chgData name="Martin Schweinberger" userId="90c3b6fdff4c5443" providerId="LiveId" clId="{16B467C6-3D5B-4F2A-A3D4-D5D9DBF197BE}" dt="2026-01-15T10:27:57.121" v="645" actId="14100"/>
          <ac:graphicFrameMkLst>
            <pc:docMk/>
            <pc:sldMk cId="2043203393" sldId="489"/>
            <ac:graphicFrameMk id="7" creationId="{D83493A2-EB63-D3B0-BABE-BC0E3128897B}"/>
          </ac:graphicFrameMkLst>
        </pc:graphicFrameChg>
      </pc:sldChg>
      <pc:sldChg chg="addSp delSp modSp add mod">
        <pc:chgData name="Martin Schweinberger" userId="90c3b6fdff4c5443" providerId="LiveId" clId="{16B467C6-3D5B-4F2A-A3D4-D5D9DBF197BE}" dt="2026-01-15T10:28:24.127" v="653" actId="478"/>
        <pc:sldMkLst>
          <pc:docMk/>
          <pc:sldMk cId="1530506881" sldId="490"/>
        </pc:sldMkLst>
        <pc:spChg chg="del">
          <ac:chgData name="Martin Schweinberger" userId="90c3b6fdff4c5443" providerId="LiveId" clId="{16B467C6-3D5B-4F2A-A3D4-D5D9DBF197BE}" dt="2026-01-15T10:28:12.415" v="648" actId="478"/>
          <ac:spMkLst>
            <pc:docMk/>
            <pc:sldMk cId="1530506881" sldId="490"/>
            <ac:spMk id="2" creationId="{3E851347-1276-C1F5-629B-9BCA67F9B676}"/>
          </ac:spMkLst>
        </pc:spChg>
        <pc:spChg chg="add del mod">
          <ac:chgData name="Martin Schweinberger" userId="90c3b6fdff4c5443" providerId="LiveId" clId="{16B467C6-3D5B-4F2A-A3D4-D5D9DBF197BE}" dt="2026-01-15T10:28:13.847" v="649" actId="478"/>
          <ac:spMkLst>
            <pc:docMk/>
            <pc:sldMk cId="1530506881" sldId="490"/>
            <ac:spMk id="5" creationId="{921BFA97-A9C6-D9B5-8077-9D63D65540A1}"/>
          </ac:spMkLst>
        </pc:spChg>
        <pc:spChg chg="del">
          <ac:chgData name="Martin Schweinberger" userId="90c3b6fdff4c5443" providerId="LiveId" clId="{16B467C6-3D5B-4F2A-A3D4-D5D9DBF197BE}" dt="2026-01-15T10:28:15.548" v="651" actId="478"/>
          <ac:spMkLst>
            <pc:docMk/>
            <pc:sldMk cId="1530506881" sldId="490"/>
            <ac:spMk id="6" creationId="{AA0E0755-5DED-2157-29A4-D94E2173B116}"/>
          </ac:spMkLst>
        </pc:spChg>
        <pc:graphicFrameChg chg="del">
          <ac:chgData name="Martin Schweinberger" userId="90c3b6fdff4c5443" providerId="LiveId" clId="{16B467C6-3D5B-4F2A-A3D4-D5D9DBF197BE}" dt="2026-01-15T10:28:14.689" v="650" actId="478"/>
          <ac:graphicFrameMkLst>
            <pc:docMk/>
            <pc:sldMk cId="1530506881" sldId="490"/>
            <ac:graphicFrameMk id="7" creationId="{5A5FCB23-783E-2699-9207-2445AD02235D}"/>
          </ac:graphicFrameMkLst>
        </pc:graphicFrameChg>
        <pc:picChg chg="del">
          <ac:chgData name="Martin Schweinberger" userId="90c3b6fdff4c5443" providerId="LiveId" clId="{16B467C6-3D5B-4F2A-A3D4-D5D9DBF197BE}" dt="2026-01-15T10:28:24.127" v="653" actId="478"/>
          <ac:picMkLst>
            <pc:docMk/>
            <pc:sldMk cId="1530506881" sldId="490"/>
            <ac:picMk id="4" creationId="{E325D0CD-3C6E-2933-6A6C-0C3B567DCAD1}"/>
          </ac:picMkLst>
        </pc:picChg>
        <pc:picChg chg="add mod">
          <ac:chgData name="Martin Schweinberger" userId="90c3b6fdff4c5443" providerId="LiveId" clId="{16B467C6-3D5B-4F2A-A3D4-D5D9DBF197BE}" dt="2026-01-15T10:28:19.621" v="652"/>
          <ac:picMkLst>
            <pc:docMk/>
            <pc:sldMk cId="1530506881" sldId="490"/>
            <ac:picMk id="8" creationId="{611D8EA2-54C8-50F0-2511-34A2610059B6}"/>
          </ac:picMkLst>
        </pc:picChg>
      </pc:sldChg>
      <pc:sldChg chg="addSp delSp modSp add mod">
        <pc:chgData name="Martin Schweinberger" userId="90c3b6fdff4c5443" providerId="LiveId" clId="{16B467C6-3D5B-4F2A-A3D4-D5D9DBF197BE}" dt="2026-01-15T10:28:40.162" v="657"/>
        <pc:sldMkLst>
          <pc:docMk/>
          <pc:sldMk cId="3899784974" sldId="491"/>
        </pc:sldMkLst>
        <pc:picChg chg="add mod">
          <ac:chgData name="Martin Schweinberger" userId="90c3b6fdff4c5443" providerId="LiveId" clId="{16B467C6-3D5B-4F2A-A3D4-D5D9DBF197BE}" dt="2026-01-15T10:28:40.162" v="657"/>
          <ac:picMkLst>
            <pc:docMk/>
            <pc:sldMk cId="3899784974" sldId="491"/>
            <ac:picMk id="2" creationId="{CB28C155-545C-C33A-266B-9D792B7DC389}"/>
          </ac:picMkLst>
        </pc:picChg>
        <pc:picChg chg="del">
          <ac:chgData name="Martin Schweinberger" userId="90c3b6fdff4c5443" providerId="LiveId" clId="{16B467C6-3D5B-4F2A-A3D4-D5D9DBF197BE}" dt="2026-01-15T10:28:36.242" v="656" actId="478"/>
          <ac:picMkLst>
            <pc:docMk/>
            <pc:sldMk cId="3899784974" sldId="491"/>
            <ac:picMk id="8" creationId="{8D37DEA6-FBC5-068D-3898-38B3F7912BD1}"/>
          </ac:picMkLst>
        </pc:picChg>
      </pc:sldChg>
      <pc:sldChg chg="addSp delSp modSp add mod">
        <pc:chgData name="Martin Schweinberger" userId="90c3b6fdff4c5443" providerId="LiveId" clId="{16B467C6-3D5B-4F2A-A3D4-D5D9DBF197BE}" dt="2026-01-15T10:28:51.250" v="661"/>
        <pc:sldMkLst>
          <pc:docMk/>
          <pc:sldMk cId="65345026" sldId="492"/>
        </pc:sldMkLst>
        <pc:picChg chg="del">
          <ac:chgData name="Martin Schweinberger" userId="90c3b6fdff4c5443" providerId="LiveId" clId="{16B467C6-3D5B-4F2A-A3D4-D5D9DBF197BE}" dt="2026-01-15T10:28:47.180" v="660" actId="478"/>
          <ac:picMkLst>
            <pc:docMk/>
            <pc:sldMk cId="65345026" sldId="492"/>
            <ac:picMk id="2" creationId="{592123E6-754E-708A-BAF6-4D0D5A32AFB8}"/>
          </ac:picMkLst>
        </pc:picChg>
        <pc:picChg chg="add mod">
          <ac:chgData name="Martin Schweinberger" userId="90c3b6fdff4c5443" providerId="LiveId" clId="{16B467C6-3D5B-4F2A-A3D4-D5D9DBF197BE}" dt="2026-01-15T10:28:51.250" v="661"/>
          <ac:picMkLst>
            <pc:docMk/>
            <pc:sldMk cId="65345026" sldId="492"/>
            <ac:picMk id="3" creationId="{8E315CD8-A6F9-4CE6-7845-33F107C40B00}"/>
          </ac:picMkLst>
        </pc:picChg>
      </pc:sldChg>
      <pc:sldChg chg="modSp add mod">
        <pc:chgData name="Martin Schweinberger" userId="90c3b6fdff4c5443" providerId="LiveId" clId="{16B467C6-3D5B-4F2A-A3D4-D5D9DBF197BE}" dt="2026-01-15T10:29:18.489" v="667" actId="12"/>
        <pc:sldMkLst>
          <pc:docMk/>
          <pc:sldMk cId="215524142" sldId="493"/>
        </pc:sldMkLst>
        <pc:spChg chg="mod">
          <ac:chgData name="Martin Schweinberger" userId="90c3b6fdff4c5443" providerId="LiveId" clId="{16B467C6-3D5B-4F2A-A3D4-D5D9DBF197BE}" dt="2026-01-15T10:29:05.576" v="664"/>
          <ac:spMkLst>
            <pc:docMk/>
            <pc:sldMk cId="215524142" sldId="493"/>
            <ac:spMk id="2" creationId="{CDD0DDF6-6A48-D26D-4C7A-81A987A41A6A}"/>
          </ac:spMkLst>
        </pc:spChg>
        <pc:spChg chg="mod">
          <ac:chgData name="Martin Schweinberger" userId="90c3b6fdff4c5443" providerId="LiveId" clId="{16B467C6-3D5B-4F2A-A3D4-D5D9DBF197BE}" dt="2026-01-15T10:29:18.489" v="667" actId="12"/>
          <ac:spMkLst>
            <pc:docMk/>
            <pc:sldMk cId="215524142" sldId="493"/>
            <ac:spMk id="3" creationId="{1B8E921A-B83A-E0EB-42D9-9C973EB22F5F}"/>
          </ac:spMkLst>
        </pc:spChg>
      </pc:sldChg>
      <pc:sldChg chg="modSp add mod">
        <pc:chgData name="Martin Schweinberger" userId="90c3b6fdff4c5443" providerId="LiveId" clId="{16B467C6-3D5B-4F2A-A3D4-D5D9DBF197BE}" dt="2026-01-15T10:29:51.124" v="674" actId="12"/>
        <pc:sldMkLst>
          <pc:docMk/>
          <pc:sldMk cId="2519785801" sldId="494"/>
        </pc:sldMkLst>
        <pc:spChg chg="mod">
          <ac:chgData name="Martin Schweinberger" userId="90c3b6fdff4c5443" providerId="LiveId" clId="{16B467C6-3D5B-4F2A-A3D4-D5D9DBF197BE}" dt="2026-01-15T10:29:30.357" v="670"/>
          <ac:spMkLst>
            <pc:docMk/>
            <pc:sldMk cId="2519785801" sldId="494"/>
            <ac:spMk id="2" creationId="{A946D05A-18AF-91CE-9936-0BD26A36B79D}"/>
          </ac:spMkLst>
        </pc:spChg>
        <pc:spChg chg="mod">
          <ac:chgData name="Martin Schweinberger" userId="90c3b6fdff4c5443" providerId="LiveId" clId="{16B467C6-3D5B-4F2A-A3D4-D5D9DBF197BE}" dt="2026-01-15T10:29:51.124" v="674" actId="12"/>
          <ac:spMkLst>
            <pc:docMk/>
            <pc:sldMk cId="2519785801" sldId="494"/>
            <ac:spMk id="3" creationId="{B2ED9C63-9FB9-7305-A213-5733337C2FBE}"/>
          </ac:spMkLst>
        </pc:spChg>
      </pc:sldChg>
      <pc:sldChg chg="modSp add mod">
        <pc:chgData name="Martin Schweinberger" userId="90c3b6fdff4c5443" providerId="LiveId" clId="{16B467C6-3D5B-4F2A-A3D4-D5D9DBF197BE}" dt="2026-01-15T10:30:21.785" v="686" actId="27636"/>
        <pc:sldMkLst>
          <pc:docMk/>
          <pc:sldMk cId="1372529736" sldId="495"/>
        </pc:sldMkLst>
        <pc:spChg chg="mod">
          <ac:chgData name="Martin Schweinberger" userId="90c3b6fdff4c5443" providerId="LiveId" clId="{16B467C6-3D5B-4F2A-A3D4-D5D9DBF197BE}" dt="2026-01-15T10:30:06.235" v="677"/>
          <ac:spMkLst>
            <pc:docMk/>
            <pc:sldMk cId="1372529736" sldId="495"/>
            <ac:spMk id="2" creationId="{D5C15CDF-81B0-3B61-D76C-F9E197316BFB}"/>
          </ac:spMkLst>
        </pc:spChg>
        <pc:spChg chg="mod">
          <ac:chgData name="Martin Schweinberger" userId="90c3b6fdff4c5443" providerId="LiveId" clId="{16B467C6-3D5B-4F2A-A3D4-D5D9DBF197BE}" dt="2026-01-15T10:30:21.785" v="686" actId="27636"/>
          <ac:spMkLst>
            <pc:docMk/>
            <pc:sldMk cId="1372529736" sldId="495"/>
            <ac:spMk id="3" creationId="{6AD95551-3562-D2DB-23BE-F09DC546A391}"/>
          </ac:spMkLst>
        </pc:spChg>
      </pc:sldChg>
      <pc:sldChg chg="add">
        <pc:chgData name="Martin Schweinberger" userId="90c3b6fdff4c5443" providerId="LiveId" clId="{16B467C6-3D5B-4F2A-A3D4-D5D9DBF197BE}" dt="2026-01-15T10:30:34.613" v="688"/>
        <pc:sldMkLst>
          <pc:docMk/>
          <pc:sldMk cId="896658017" sldId="496"/>
        </pc:sldMkLst>
      </pc:sldChg>
      <pc:sldChg chg="addSp delSp modSp add mod">
        <pc:chgData name="Martin Schweinberger" userId="90c3b6fdff4c5443" providerId="LiveId" clId="{16B467C6-3D5B-4F2A-A3D4-D5D9DBF197BE}" dt="2026-01-15T10:30:50.892" v="691"/>
        <pc:sldMkLst>
          <pc:docMk/>
          <pc:sldMk cId="1823927808" sldId="497"/>
        </pc:sldMkLst>
        <pc:picChg chg="add mod">
          <ac:chgData name="Martin Schweinberger" userId="90c3b6fdff4c5443" providerId="LiveId" clId="{16B467C6-3D5B-4F2A-A3D4-D5D9DBF197BE}" dt="2026-01-15T10:30:50.892" v="691"/>
          <ac:picMkLst>
            <pc:docMk/>
            <pc:sldMk cId="1823927808" sldId="497"/>
            <ac:picMk id="2" creationId="{8DAE89AF-22B6-EA94-A7D9-42E133ECE975}"/>
          </ac:picMkLst>
        </pc:picChg>
        <pc:picChg chg="del">
          <ac:chgData name="Martin Schweinberger" userId="90c3b6fdff4c5443" providerId="LiveId" clId="{16B467C6-3D5B-4F2A-A3D4-D5D9DBF197BE}" dt="2026-01-15T10:30:46.700" v="690" actId="478"/>
          <ac:picMkLst>
            <pc:docMk/>
            <pc:sldMk cId="1823927808" sldId="497"/>
            <ac:picMk id="3" creationId="{2E37A682-537C-BC21-93AF-BC271C61E799}"/>
          </ac:picMkLst>
        </pc:picChg>
      </pc:sldChg>
      <pc:sldChg chg="addSp delSp modSp add mod">
        <pc:chgData name="Martin Schweinberger" userId="90c3b6fdff4c5443" providerId="LiveId" clId="{16B467C6-3D5B-4F2A-A3D4-D5D9DBF197BE}" dt="2026-01-15T10:31:10.725" v="695"/>
        <pc:sldMkLst>
          <pc:docMk/>
          <pc:sldMk cId="2051710063" sldId="498"/>
        </pc:sldMkLst>
        <pc:picChg chg="del">
          <ac:chgData name="Martin Schweinberger" userId="90c3b6fdff4c5443" providerId="LiveId" clId="{16B467C6-3D5B-4F2A-A3D4-D5D9DBF197BE}" dt="2026-01-15T10:31:00.335" v="693" actId="478"/>
          <ac:picMkLst>
            <pc:docMk/>
            <pc:sldMk cId="2051710063" sldId="498"/>
            <ac:picMk id="2" creationId="{2E98A848-42D3-0780-67DE-D3DAC0739DB7}"/>
          </ac:picMkLst>
        </pc:picChg>
        <pc:picChg chg="add mod">
          <ac:chgData name="Martin Schweinberger" userId="90c3b6fdff4c5443" providerId="LiveId" clId="{16B467C6-3D5B-4F2A-A3D4-D5D9DBF197BE}" dt="2026-01-15T10:31:06.408" v="694"/>
          <ac:picMkLst>
            <pc:docMk/>
            <pc:sldMk cId="2051710063" sldId="498"/>
            <ac:picMk id="3" creationId="{8C59BBB8-C9E1-8ED1-1B86-5091DC87E10B}"/>
          </ac:picMkLst>
        </pc:picChg>
        <pc:picChg chg="add mod">
          <ac:chgData name="Martin Schweinberger" userId="90c3b6fdff4c5443" providerId="LiveId" clId="{16B467C6-3D5B-4F2A-A3D4-D5D9DBF197BE}" dt="2026-01-15T10:31:10.725" v="695"/>
          <ac:picMkLst>
            <pc:docMk/>
            <pc:sldMk cId="2051710063" sldId="498"/>
            <ac:picMk id="4" creationId="{12FC4AE7-ECFC-B367-330D-700DB3262369}"/>
          </ac:picMkLst>
        </pc:picChg>
      </pc:sldChg>
      <pc:sldChg chg="addSp delSp modSp add mod">
        <pc:chgData name="Martin Schweinberger" userId="90c3b6fdff4c5443" providerId="LiveId" clId="{16B467C6-3D5B-4F2A-A3D4-D5D9DBF197BE}" dt="2026-01-15T10:32:08.347" v="737" actId="14100"/>
        <pc:sldMkLst>
          <pc:docMk/>
          <pc:sldMk cId="3948832012" sldId="499"/>
        </pc:sldMkLst>
        <pc:spChg chg="mod">
          <ac:chgData name="Martin Schweinberger" userId="90c3b6fdff4c5443" providerId="LiveId" clId="{16B467C6-3D5B-4F2A-A3D4-D5D9DBF197BE}" dt="2026-01-15T10:32:08.347" v="737" actId="14100"/>
          <ac:spMkLst>
            <pc:docMk/>
            <pc:sldMk cId="3948832012" sldId="499"/>
            <ac:spMk id="2" creationId="{EC47A0AB-51A0-988E-B477-A1CC10F58546}"/>
          </ac:spMkLst>
        </pc:spChg>
        <pc:spChg chg="del">
          <ac:chgData name="Martin Schweinberger" userId="90c3b6fdff4c5443" providerId="LiveId" clId="{16B467C6-3D5B-4F2A-A3D4-D5D9DBF197BE}" dt="2026-01-15T10:31:38.919" v="702" actId="478"/>
          <ac:spMkLst>
            <pc:docMk/>
            <pc:sldMk cId="3948832012" sldId="499"/>
            <ac:spMk id="3" creationId="{503AAED8-AAA6-0D5C-43B9-A80CBBA3EF75}"/>
          </ac:spMkLst>
        </pc:spChg>
        <pc:spChg chg="add del mod">
          <ac:chgData name="Martin Schweinberger" userId="90c3b6fdff4c5443" providerId="LiveId" clId="{16B467C6-3D5B-4F2A-A3D4-D5D9DBF197BE}" dt="2026-01-15T10:31:45.543" v="703" actId="478"/>
          <ac:spMkLst>
            <pc:docMk/>
            <pc:sldMk cId="3948832012" sldId="499"/>
            <ac:spMk id="7" creationId="{5BA9C3EC-1308-2361-E09E-89E7E0EBFAEE}"/>
          </ac:spMkLst>
        </pc:spChg>
        <pc:picChg chg="del">
          <ac:chgData name="Martin Schweinberger" userId="90c3b6fdff4c5443" providerId="LiveId" clId="{16B467C6-3D5B-4F2A-A3D4-D5D9DBF197BE}" dt="2026-01-15T10:31:33.922" v="700" actId="478"/>
          <ac:picMkLst>
            <pc:docMk/>
            <pc:sldMk cId="3948832012" sldId="499"/>
            <ac:picMk id="4" creationId="{2B74A22D-474E-F3E9-E070-9E7F9211625C}"/>
          </ac:picMkLst>
        </pc:picChg>
        <pc:picChg chg="del">
          <ac:chgData name="Martin Schweinberger" userId="90c3b6fdff4c5443" providerId="LiveId" clId="{16B467C6-3D5B-4F2A-A3D4-D5D9DBF197BE}" dt="2026-01-15T10:31:34.610" v="701" actId="478"/>
          <ac:picMkLst>
            <pc:docMk/>
            <pc:sldMk cId="3948832012" sldId="499"/>
            <ac:picMk id="5" creationId="{7267193F-84B4-6E91-9347-48705618516A}"/>
          </ac:picMkLst>
        </pc:picChg>
      </pc:sldChg>
      <pc:sldMasterChg chg="delSp modSp mod">
        <pc:chgData name="Martin Schweinberger" userId="90c3b6fdff4c5443" providerId="LiveId" clId="{16B467C6-3D5B-4F2A-A3D4-D5D9DBF197BE}" dt="2026-01-15T10:14:56.516" v="444" actId="12"/>
        <pc:sldMasterMkLst>
          <pc:docMk/>
          <pc:sldMasterMk cId="3786833112" sldId="2147483648"/>
        </pc:sldMasterMkLst>
        <pc:spChg chg="mod">
          <ac:chgData name="Martin Schweinberger" userId="90c3b6fdff4c5443" providerId="LiveId" clId="{16B467C6-3D5B-4F2A-A3D4-D5D9DBF197BE}" dt="2026-01-15T10:14:56.516" v="444" actId="12"/>
          <ac:spMkLst>
            <pc:docMk/>
            <pc:sldMasterMk cId="3786833112" sldId="2147483648"/>
            <ac:spMk id="4" creationId="{BDF8D2AE-3583-4708-BD46-43C743300E11}"/>
          </ac:spMkLst>
        </pc:spChg>
        <pc:spChg chg="del">
          <ac:chgData name="Martin Schweinberger" userId="90c3b6fdff4c5443" providerId="LiveId" clId="{16B467C6-3D5B-4F2A-A3D4-D5D9DBF197BE}" dt="2026-01-15T10:14:41.096" v="442" actId="478"/>
          <ac:spMkLst>
            <pc:docMk/>
            <pc:sldMasterMk cId="3786833112" sldId="2147483648"/>
            <ac:spMk id="6" creationId="{00000000-0000-0000-0000-000000000000}"/>
          </ac:spMkLst>
        </pc:sp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12A36AD-C140-47B5-A0AA-2808AF1C1C9D}" type="datetimeFigureOut">
              <a:rPr lang="en-AU" smtClean="0"/>
              <a:t>15/01/2026</a:t>
            </a:fld>
            <a:endParaRPr lang="en-AU"/>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AU"/>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6A420D9-E2BA-4BD5-B845-F55DFC0118AC}" type="slidenum">
              <a:rPr lang="en-AU" smtClean="0"/>
              <a:t>‹#›</a:t>
            </a:fld>
            <a:endParaRPr lang="en-AU"/>
          </a:p>
        </p:txBody>
      </p:sp>
    </p:spTree>
    <p:extLst>
      <p:ext uri="{BB962C8B-B14F-4D97-AF65-F5344CB8AC3E}">
        <p14:creationId xmlns:p14="http://schemas.microsoft.com/office/powerpoint/2010/main" val="2684978460"/>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763829E-EB69-4A98-9D54-8D6822520B27}" type="datetimeFigureOut">
              <a:rPr lang="en-AU" smtClean="0"/>
              <a:t>15/01/2026</a:t>
            </a:fld>
            <a:endParaRPr lang="en-AU"/>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EF05BAA-92F6-4DEA-A832-E4B15A2F525C}" type="slidenum">
              <a:rPr lang="en-AU" smtClean="0"/>
              <a:t>‹#›</a:t>
            </a:fld>
            <a:endParaRPr lang="en-AU"/>
          </a:p>
        </p:txBody>
      </p:sp>
    </p:spTree>
    <p:extLst>
      <p:ext uri="{BB962C8B-B14F-4D97-AF65-F5344CB8AC3E}">
        <p14:creationId xmlns:p14="http://schemas.microsoft.com/office/powerpoint/2010/main" val="203997852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8D5BEF6F-6263-4F8D-8EB5-8791451073CD}"/>
              </a:ext>
            </a:extLst>
          </p:cNvPr>
          <p:cNvSpPr/>
          <p:nvPr userDrawn="1"/>
        </p:nvSpPr>
        <p:spPr bwMode="invGray">
          <a:xfrm>
            <a:off x="0" y="0"/>
            <a:ext cx="12192000" cy="9288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5" name="Picture 4">
            <a:extLst>
              <a:ext uri="{FF2B5EF4-FFF2-40B4-BE49-F238E27FC236}">
                <a16:creationId xmlns:a16="http://schemas.microsoft.com/office/drawing/2014/main" id="{3F3E3223-6328-4488-8A5F-952E87A12E34}"/>
              </a:ext>
            </a:extLst>
          </p:cNvPr>
          <p:cNvPicPr>
            <a:picLocks noChangeAspect="1"/>
          </p:cNvPicPr>
          <p:nvPr userDrawn="1"/>
        </p:nvPicPr>
        <p:blipFill rotWithShape="1">
          <a:blip r:embed="rId2"/>
          <a:srcRect l="74412" t="80198" b="-1"/>
          <a:stretch/>
        </p:blipFill>
        <p:spPr bwMode="ltGray">
          <a:xfrm>
            <a:off x="9852228" y="5499893"/>
            <a:ext cx="2339772" cy="1358107"/>
          </a:xfrm>
          <a:prstGeom prst="rect">
            <a:avLst/>
          </a:prstGeom>
          <a:ln>
            <a:noFill/>
          </a:ln>
        </p:spPr>
      </p:pic>
      <p:sp>
        <p:nvSpPr>
          <p:cNvPr id="2" name="Title 1"/>
          <p:cNvSpPr>
            <a:spLocks noGrp="1"/>
          </p:cNvSpPr>
          <p:nvPr>
            <p:ph type="title" hasCustomPrompt="1"/>
          </p:nvPr>
        </p:nvSpPr>
        <p:spPr>
          <a:xfrm>
            <a:off x="695325" y="1160745"/>
            <a:ext cx="10738247" cy="1296144"/>
          </a:xfrm>
        </p:spPr>
        <p:txBody>
          <a:bodyPr anchor="b">
            <a:noAutofit/>
          </a:bodyPr>
          <a:lstStyle>
            <a:lvl1pPr>
              <a:lnSpc>
                <a:spcPts val="5040"/>
              </a:lnSpc>
              <a:defRPr sz="4200">
                <a:solidFill>
                  <a:schemeClr val="accent1"/>
                </a:solidFill>
              </a:defRPr>
            </a:lvl1pPr>
          </a:lstStyle>
          <a:p>
            <a:r>
              <a:rPr lang="en-US" dirty="0"/>
              <a:t>[Title]</a:t>
            </a:r>
            <a:endParaRPr lang="en-AU" dirty="0"/>
          </a:p>
        </p:txBody>
      </p:sp>
      <p:sp>
        <p:nvSpPr>
          <p:cNvPr id="7" name="Text Placeholder 6"/>
          <p:cNvSpPr>
            <a:spLocks noGrp="1"/>
          </p:cNvSpPr>
          <p:nvPr>
            <p:ph type="body" sz="quarter" idx="10" hasCustomPrompt="1"/>
          </p:nvPr>
        </p:nvSpPr>
        <p:spPr>
          <a:xfrm>
            <a:off x="695298" y="2571294"/>
            <a:ext cx="10747200" cy="2675249"/>
          </a:xfrm>
          <a:prstGeom prst="rect">
            <a:avLst/>
          </a:prstGeom>
        </p:spPr>
        <p:txBody>
          <a:bodyPr>
            <a:normAutofit/>
          </a:bodyPr>
          <a:lstStyle>
            <a:lvl1pPr marL="0" indent="0">
              <a:lnSpc>
                <a:spcPts val="3240"/>
              </a:lnSpc>
              <a:buNone/>
              <a:defRPr sz="2700">
                <a:solidFill>
                  <a:schemeClr val="accent1"/>
                </a:solidFill>
              </a:defRPr>
            </a:lvl1pPr>
          </a:lstStyle>
          <a:p>
            <a:pPr lvl="0"/>
            <a:r>
              <a:rPr lang="en-US" dirty="0"/>
              <a:t>[Subtitle]</a:t>
            </a:r>
          </a:p>
        </p:txBody>
      </p:sp>
      <p:pic>
        <p:nvPicPr>
          <p:cNvPr id="9" name="Picture 8">
            <a:extLst>
              <a:ext uri="{FF2B5EF4-FFF2-40B4-BE49-F238E27FC236}">
                <a16:creationId xmlns:a16="http://schemas.microsoft.com/office/drawing/2014/main" id="{B3140420-5D32-4B9D-AAC5-EA821D594034}"/>
              </a:ext>
            </a:extLst>
          </p:cNvPr>
          <p:cNvPicPr>
            <a:picLocks noChangeAspect="1"/>
          </p:cNvPicPr>
          <p:nvPr userDrawn="1"/>
        </p:nvPicPr>
        <p:blipFill rotWithShape="1">
          <a:blip r:embed="rId2"/>
          <a:srcRect t="59270" r="70475" b="-1"/>
          <a:stretch/>
        </p:blipFill>
        <p:spPr bwMode="ltGray">
          <a:xfrm>
            <a:off x="1" y="4064704"/>
            <a:ext cx="2699772" cy="2793299"/>
          </a:xfrm>
          <a:prstGeom prst="rect">
            <a:avLst/>
          </a:prstGeom>
          <a:ln>
            <a:noFill/>
          </a:ln>
        </p:spPr>
      </p:pic>
      <p:pic>
        <p:nvPicPr>
          <p:cNvPr id="10" name="Picture 9">
            <a:extLst>
              <a:ext uri="{FF2B5EF4-FFF2-40B4-BE49-F238E27FC236}">
                <a16:creationId xmlns:a16="http://schemas.microsoft.com/office/drawing/2014/main" id="{1A1484F3-3D7B-466C-B621-2369AAE0DB10}"/>
              </a:ext>
            </a:extLst>
          </p:cNvPr>
          <p:cNvPicPr>
            <a:picLocks noChangeAspect="1"/>
          </p:cNvPicPr>
          <p:nvPr userDrawn="1"/>
        </p:nvPicPr>
        <p:blipFill>
          <a:blip r:embed="rId3"/>
          <a:stretch>
            <a:fillRect/>
          </a:stretch>
        </p:blipFill>
        <p:spPr>
          <a:xfrm>
            <a:off x="695325" y="207631"/>
            <a:ext cx="3204000" cy="472463"/>
          </a:xfrm>
          <a:prstGeom prst="rect">
            <a:avLst/>
          </a:prstGeom>
        </p:spPr>
      </p:pic>
    </p:spTree>
    <p:extLst>
      <p:ext uri="{BB962C8B-B14F-4D97-AF65-F5344CB8AC3E}">
        <p14:creationId xmlns:p14="http://schemas.microsoft.com/office/powerpoint/2010/main" val="36977316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64299D2-DE60-4B62-A10B-375899206764}"/>
              </a:ext>
            </a:extLst>
          </p:cNvPr>
          <p:cNvSpPr/>
          <p:nvPr userDrawn="1"/>
        </p:nvSpPr>
        <p:spPr bwMode="invGray">
          <a:xfrm>
            <a:off x="0" y="0"/>
            <a:ext cx="12192000" cy="6858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sp>
        <p:nvSpPr>
          <p:cNvPr id="2" name="Title 1"/>
          <p:cNvSpPr>
            <a:spLocks noGrp="1"/>
          </p:cNvSpPr>
          <p:nvPr>
            <p:ph type="title" hasCustomPrompt="1"/>
          </p:nvPr>
        </p:nvSpPr>
        <p:spPr bwMode="white">
          <a:xfrm>
            <a:off x="695325" y="1143405"/>
            <a:ext cx="10738247" cy="1296144"/>
          </a:xfrm>
        </p:spPr>
        <p:txBody>
          <a:bodyPr anchor="b">
            <a:noAutofit/>
          </a:bodyPr>
          <a:lstStyle>
            <a:lvl1pPr>
              <a:lnSpc>
                <a:spcPts val="5040"/>
              </a:lnSpc>
              <a:defRPr sz="4200">
                <a:solidFill>
                  <a:schemeClr val="bg1"/>
                </a:solidFill>
              </a:defRPr>
            </a:lvl1pPr>
          </a:lstStyle>
          <a:p>
            <a:r>
              <a:rPr lang="en-US" dirty="0"/>
              <a:t>[Title]</a:t>
            </a:r>
            <a:endParaRPr lang="en-AU" dirty="0"/>
          </a:p>
        </p:txBody>
      </p:sp>
      <p:sp>
        <p:nvSpPr>
          <p:cNvPr id="7" name="Text Placeholder 6"/>
          <p:cNvSpPr>
            <a:spLocks noGrp="1"/>
          </p:cNvSpPr>
          <p:nvPr>
            <p:ph type="body" sz="quarter" idx="10" hasCustomPrompt="1"/>
          </p:nvPr>
        </p:nvSpPr>
        <p:spPr bwMode="white">
          <a:xfrm>
            <a:off x="695298" y="2553954"/>
            <a:ext cx="10747200" cy="2675249"/>
          </a:xfrm>
          <a:prstGeom prst="rect">
            <a:avLst/>
          </a:prstGeom>
        </p:spPr>
        <p:txBody>
          <a:bodyPr>
            <a:normAutofit/>
          </a:bodyPr>
          <a:lstStyle>
            <a:lvl1pPr marL="0" indent="0">
              <a:lnSpc>
                <a:spcPts val="3240"/>
              </a:lnSpc>
              <a:buNone/>
              <a:defRPr sz="2700">
                <a:solidFill>
                  <a:schemeClr val="bg1"/>
                </a:solidFill>
              </a:defRPr>
            </a:lvl1pPr>
          </a:lstStyle>
          <a:p>
            <a:pPr lvl="0"/>
            <a:r>
              <a:rPr lang="en-US" dirty="0"/>
              <a:t>[Subtitle]</a:t>
            </a:r>
          </a:p>
        </p:txBody>
      </p:sp>
      <p:sp>
        <p:nvSpPr>
          <p:cNvPr id="18" name="Right Triangle 3">
            <a:extLst>
              <a:ext uri="{FF2B5EF4-FFF2-40B4-BE49-F238E27FC236}">
                <a16:creationId xmlns:a16="http://schemas.microsoft.com/office/drawing/2014/main" id="{E49831C3-1265-4B26-84DA-16A7EC28AF57}"/>
              </a:ext>
            </a:extLst>
          </p:cNvPr>
          <p:cNvSpPr/>
          <p:nvPr userDrawn="1"/>
        </p:nvSpPr>
        <p:spPr bwMode="white">
          <a:xfrm>
            <a:off x="1" y="4076700"/>
            <a:ext cx="2555875" cy="2781300"/>
          </a:xfrm>
          <a:custGeom>
            <a:avLst/>
            <a:gdLst>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Lst>
            <a:ahLst/>
            <a:cxnLst>
              <a:cxn ang="0">
                <a:pos x="connsiteX0" y="connsiteY0"/>
              </a:cxn>
              <a:cxn ang="0">
                <a:pos x="connsiteX1" y="connsiteY1"/>
              </a:cxn>
              <a:cxn ang="0">
                <a:pos x="connsiteX2" y="connsiteY2"/>
              </a:cxn>
              <a:cxn ang="0">
                <a:pos x="connsiteX3" y="connsiteY3"/>
              </a:cxn>
            </a:cxnLst>
            <a:rect l="l" t="t" r="r" b="b"/>
            <a:pathLst>
              <a:path w="2555875" h="2781300">
                <a:moveTo>
                  <a:pt x="0" y="2781300"/>
                </a:moveTo>
                <a:lnTo>
                  <a:pt x="0" y="0"/>
                </a:lnTo>
                <a:cubicBezTo>
                  <a:pt x="158687" y="1674158"/>
                  <a:pt x="1584388" y="2511611"/>
                  <a:pt x="2555875" y="2781300"/>
                </a:cubicBezTo>
                <a:lnTo>
                  <a:pt x="0" y="27813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sp>
        <p:nvSpPr>
          <p:cNvPr id="8" name="Graphic 1">
            <a:extLst>
              <a:ext uri="{FF2B5EF4-FFF2-40B4-BE49-F238E27FC236}">
                <a16:creationId xmlns:a16="http://schemas.microsoft.com/office/drawing/2014/main" id="{570549AC-72A0-49C7-B98A-4959B5690850}"/>
              </a:ext>
            </a:extLst>
          </p:cNvPr>
          <p:cNvSpPr/>
          <p:nvPr userDrawn="1"/>
        </p:nvSpPr>
        <p:spPr bwMode="white">
          <a:xfrm>
            <a:off x="9912424" y="5571759"/>
            <a:ext cx="2279576" cy="1286241"/>
          </a:xfrm>
          <a:custGeom>
            <a:avLst/>
            <a:gdLst>
              <a:gd name="connsiteX0" fmla="*/ 1704499 w 1704975"/>
              <a:gd name="connsiteY0" fmla="*/ 961382 h 962025"/>
              <a:gd name="connsiteX1" fmla="*/ 1172051 w 1704975"/>
              <a:gd name="connsiteY1" fmla="*/ 803267 h 962025"/>
              <a:gd name="connsiteX2" fmla="*/ 589121 w 1704975"/>
              <a:gd name="connsiteY2" fmla="*/ 611815 h 962025"/>
              <a:gd name="connsiteX3" fmla="*/ 7144 w 1704975"/>
              <a:gd name="connsiteY3" fmla="*/ 768977 h 962025"/>
              <a:gd name="connsiteX4" fmla="*/ 764381 w 1704975"/>
              <a:gd name="connsiteY4" fmla="*/ 128897 h 962025"/>
              <a:gd name="connsiteX5" fmla="*/ 1614011 w 1704975"/>
              <a:gd name="connsiteY5" fmla="*/ 72700 h 962025"/>
              <a:gd name="connsiteX6" fmla="*/ 1705451 w 1704975"/>
              <a:gd name="connsiteY6" fmla="*/ 104132 h 962025"/>
              <a:gd name="connsiteX7" fmla="*/ 1704499 w 1704975"/>
              <a:gd name="connsiteY7" fmla="*/ 961382 h 962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04975" h="962025">
                <a:moveTo>
                  <a:pt x="1704499" y="961382"/>
                </a:moveTo>
                <a:cubicBezTo>
                  <a:pt x="1523524" y="935665"/>
                  <a:pt x="1348264" y="859465"/>
                  <a:pt x="1172051" y="803267"/>
                </a:cubicBezTo>
                <a:cubicBezTo>
                  <a:pt x="976789" y="741355"/>
                  <a:pt x="788194" y="654677"/>
                  <a:pt x="589121" y="611815"/>
                </a:cubicBezTo>
                <a:cubicBezTo>
                  <a:pt x="301466" y="550855"/>
                  <a:pt x="224314" y="585145"/>
                  <a:pt x="7144" y="768977"/>
                </a:cubicBezTo>
                <a:cubicBezTo>
                  <a:pt x="50006" y="717542"/>
                  <a:pt x="525304" y="253675"/>
                  <a:pt x="764381" y="128897"/>
                </a:cubicBezTo>
                <a:cubicBezTo>
                  <a:pt x="1040606" y="-14930"/>
                  <a:pt x="1321594" y="-28265"/>
                  <a:pt x="1614011" y="72700"/>
                </a:cubicBezTo>
                <a:cubicBezTo>
                  <a:pt x="1644491" y="83177"/>
                  <a:pt x="1674971" y="93655"/>
                  <a:pt x="1705451" y="104132"/>
                </a:cubicBezTo>
                <a:lnTo>
                  <a:pt x="1704499" y="961382"/>
                </a:lnTo>
                <a:close/>
              </a:path>
            </a:pathLst>
          </a:custGeom>
          <a:solidFill>
            <a:schemeClr val="bg1"/>
          </a:solidFill>
          <a:ln w="9525" cap="flat">
            <a:noFill/>
            <a:prstDash val="solid"/>
            <a:miter/>
          </a:ln>
        </p:spPr>
        <p:txBody>
          <a:bodyPr rtlCol="0" anchor="ctr"/>
          <a:lstStyle/>
          <a:p>
            <a:endParaRPr lang="en-AU"/>
          </a:p>
        </p:txBody>
      </p:sp>
      <p:pic>
        <p:nvPicPr>
          <p:cNvPr id="11" name="Picture 10">
            <a:extLst>
              <a:ext uri="{FF2B5EF4-FFF2-40B4-BE49-F238E27FC236}">
                <a16:creationId xmlns:a16="http://schemas.microsoft.com/office/drawing/2014/main" id="{DEDF6610-A984-4E2A-B1B8-C6D02948493B}"/>
              </a:ext>
            </a:extLst>
          </p:cNvPr>
          <p:cNvPicPr>
            <a:picLocks noChangeAspect="1"/>
          </p:cNvPicPr>
          <p:nvPr userDrawn="1"/>
        </p:nvPicPr>
        <p:blipFill>
          <a:blip r:embed="rId2"/>
          <a:stretch>
            <a:fillRect/>
          </a:stretch>
        </p:blipFill>
        <p:spPr>
          <a:xfrm>
            <a:off x="695325" y="207631"/>
            <a:ext cx="3204000" cy="472463"/>
          </a:xfrm>
          <a:prstGeom prst="rect">
            <a:avLst/>
          </a:prstGeom>
        </p:spPr>
      </p:pic>
    </p:spTree>
    <p:extLst>
      <p:ext uri="{BB962C8B-B14F-4D97-AF65-F5344CB8AC3E}">
        <p14:creationId xmlns:p14="http://schemas.microsoft.com/office/powerpoint/2010/main" val="17557595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3">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95325" y="1143405"/>
            <a:ext cx="10728647" cy="1296144"/>
          </a:xfrm>
        </p:spPr>
        <p:txBody>
          <a:bodyPr anchor="b">
            <a:noAutofit/>
          </a:bodyPr>
          <a:lstStyle>
            <a:lvl1pPr>
              <a:lnSpc>
                <a:spcPts val="5040"/>
              </a:lnSpc>
              <a:defRPr sz="4200">
                <a:solidFill>
                  <a:schemeClr val="bg1"/>
                </a:solidFill>
              </a:defRPr>
            </a:lvl1pPr>
          </a:lstStyle>
          <a:p>
            <a:r>
              <a:rPr lang="en-US" dirty="0"/>
              <a:t>[Title]</a:t>
            </a:r>
            <a:endParaRPr lang="en-AU" dirty="0"/>
          </a:p>
        </p:txBody>
      </p:sp>
      <p:sp>
        <p:nvSpPr>
          <p:cNvPr id="7" name="Text Placeholder 6"/>
          <p:cNvSpPr>
            <a:spLocks noGrp="1"/>
          </p:cNvSpPr>
          <p:nvPr>
            <p:ph type="body" sz="quarter" idx="10" hasCustomPrompt="1"/>
          </p:nvPr>
        </p:nvSpPr>
        <p:spPr>
          <a:xfrm>
            <a:off x="695306" y="2553954"/>
            <a:ext cx="10737592" cy="2675249"/>
          </a:xfrm>
          <a:prstGeom prst="rect">
            <a:avLst/>
          </a:prstGeom>
          <a:noFill/>
        </p:spPr>
        <p:txBody>
          <a:bodyPr>
            <a:normAutofit/>
          </a:bodyPr>
          <a:lstStyle>
            <a:lvl1pPr marL="0" indent="0">
              <a:lnSpc>
                <a:spcPts val="3240"/>
              </a:lnSpc>
              <a:buNone/>
              <a:defRPr sz="2700">
                <a:solidFill>
                  <a:schemeClr val="bg1"/>
                </a:solidFill>
              </a:defRPr>
            </a:lvl1pPr>
          </a:lstStyle>
          <a:p>
            <a:pPr lvl="0"/>
            <a:r>
              <a:rPr lang="en-US" dirty="0"/>
              <a:t>[Subtitle]</a:t>
            </a:r>
          </a:p>
        </p:txBody>
      </p:sp>
      <p:sp>
        <p:nvSpPr>
          <p:cNvPr id="3" name="Rectangle 2">
            <a:extLst>
              <a:ext uri="{FF2B5EF4-FFF2-40B4-BE49-F238E27FC236}">
                <a16:creationId xmlns:a16="http://schemas.microsoft.com/office/drawing/2014/main" id="{19933EA7-FE92-4C6D-8733-61E671888999}"/>
              </a:ext>
            </a:extLst>
          </p:cNvPr>
          <p:cNvSpPr/>
          <p:nvPr userDrawn="1"/>
        </p:nvSpPr>
        <p:spPr bwMode="ltGray">
          <a:xfrm>
            <a:off x="2" y="0"/>
            <a:ext cx="12191999" cy="928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pic>
        <p:nvPicPr>
          <p:cNvPr id="16" name="Picture 15">
            <a:extLst>
              <a:ext uri="{FF2B5EF4-FFF2-40B4-BE49-F238E27FC236}">
                <a16:creationId xmlns:a16="http://schemas.microsoft.com/office/drawing/2014/main" id="{D93FA41E-EFD5-45E8-BE8D-8CAB28F4BDD2}"/>
              </a:ext>
            </a:extLst>
          </p:cNvPr>
          <p:cNvPicPr>
            <a:picLocks noChangeAspect="1"/>
          </p:cNvPicPr>
          <p:nvPr userDrawn="1"/>
        </p:nvPicPr>
        <p:blipFill>
          <a:blip r:embed="rId3"/>
          <a:stretch>
            <a:fillRect/>
          </a:stretch>
        </p:blipFill>
        <p:spPr>
          <a:xfrm>
            <a:off x="704849" y="234886"/>
            <a:ext cx="2988000" cy="452585"/>
          </a:xfrm>
          <a:prstGeom prst="rect">
            <a:avLst/>
          </a:prstGeom>
        </p:spPr>
      </p:pic>
      <p:sp>
        <p:nvSpPr>
          <p:cNvPr id="5" name="TextBox 4">
            <a:extLst>
              <a:ext uri="{FF2B5EF4-FFF2-40B4-BE49-F238E27FC236}">
                <a16:creationId xmlns:a16="http://schemas.microsoft.com/office/drawing/2014/main" id="{FDDADB43-ED09-48C5-A41D-5E4BDF72C85E}"/>
              </a:ext>
            </a:extLst>
          </p:cNvPr>
          <p:cNvSpPr txBox="1"/>
          <p:nvPr userDrawn="1"/>
        </p:nvSpPr>
        <p:spPr>
          <a:xfrm>
            <a:off x="1" y="-1586050"/>
            <a:ext cx="7632171" cy="1384995"/>
          </a:xfrm>
          <a:prstGeom prst="rect">
            <a:avLst/>
          </a:prstGeom>
          <a:solidFill>
            <a:schemeClr val="accent1"/>
          </a:solidFill>
        </p:spPr>
        <p:txBody>
          <a:bodyPr wrap="square" rtlCol="0">
            <a:spAutoFit/>
          </a:bodyPr>
          <a:lstStyle/>
          <a:p>
            <a:r>
              <a:rPr lang="en-AU" sz="1400" dirty="0">
                <a:solidFill>
                  <a:schemeClr val="bg1"/>
                </a:solidFill>
              </a:rPr>
              <a:t>For this slide design, you can choose your own image </a:t>
            </a:r>
            <a:br>
              <a:rPr lang="en-AU" sz="1400" dirty="0">
                <a:solidFill>
                  <a:schemeClr val="bg1"/>
                </a:solidFill>
              </a:rPr>
            </a:br>
            <a:r>
              <a:rPr lang="en-AU" sz="1400" dirty="0">
                <a:solidFill>
                  <a:schemeClr val="bg1"/>
                </a:solidFill>
              </a:rPr>
              <a:t>by right-clicking somewhere on the slide, not in a content placeholder.</a:t>
            </a:r>
          </a:p>
          <a:p>
            <a:r>
              <a:rPr lang="en-US" sz="1400" dirty="0">
                <a:solidFill>
                  <a:schemeClr val="bg1"/>
                </a:solidFill>
              </a:rPr>
              <a:t>‘Format Background</a:t>
            </a:r>
          </a:p>
          <a:p>
            <a:r>
              <a:rPr lang="en-US" sz="1400" dirty="0">
                <a:solidFill>
                  <a:schemeClr val="bg1"/>
                </a:solidFill>
              </a:rPr>
              <a:t>Under the ‘Fill’ menu, ‘Picture’ is already selected</a:t>
            </a:r>
          </a:p>
          <a:p>
            <a:r>
              <a:rPr lang="en-US" sz="1400" dirty="0">
                <a:solidFill>
                  <a:schemeClr val="bg1"/>
                </a:solidFill>
              </a:rPr>
              <a:t>Go to the ‘File’ button and select another image</a:t>
            </a:r>
          </a:p>
          <a:p>
            <a:r>
              <a:rPr lang="en-US" sz="1400" dirty="0">
                <a:solidFill>
                  <a:schemeClr val="bg1"/>
                </a:solidFill>
              </a:rPr>
              <a:t>Change text </a:t>
            </a:r>
            <a:r>
              <a:rPr lang="en-US" sz="1400" dirty="0" err="1">
                <a:solidFill>
                  <a:schemeClr val="bg1"/>
                </a:solidFill>
              </a:rPr>
              <a:t>colour</a:t>
            </a:r>
            <a:r>
              <a:rPr lang="en-US" sz="1400" dirty="0">
                <a:solidFill>
                  <a:schemeClr val="bg1"/>
                </a:solidFill>
              </a:rPr>
              <a:t> as necessary to suit the image</a:t>
            </a:r>
            <a:endParaRPr lang="en-AU" sz="1400" dirty="0">
              <a:solidFill>
                <a:schemeClr val="bg1"/>
              </a:solidFill>
            </a:endParaRPr>
          </a:p>
        </p:txBody>
      </p:sp>
      <p:sp>
        <p:nvSpPr>
          <p:cNvPr id="11" name="Right Triangle 3">
            <a:extLst>
              <a:ext uri="{FF2B5EF4-FFF2-40B4-BE49-F238E27FC236}">
                <a16:creationId xmlns:a16="http://schemas.microsoft.com/office/drawing/2014/main" id="{5A5C0481-15B5-4619-B80D-C8C9ABD7F904}"/>
              </a:ext>
            </a:extLst>
          </p:cNvPr>
          <p:cNvSpPr/>
          <p:nvPr userDrawn="1"/>
        </p:nvSpPr>
        <p:spPr bwMode="invGray">
          <a:xfrm>
            <a:off x="1" y="4076700"/>
            <a:ext cx="2555875" cy="2781300"/>
          </a:xfrm>
          <a:custGeom>
            <a:avLst/>
            <a:gdLst>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Lst>
            <a:ahLst/>
            <a:cxnLst>
              <a:cxn ang="0">
                <a:pos x="connsiteX0" y="connsiteY0"/>
              </a:cxn>
              <a:cxn ang="0">
                <a:pos x="connsiteX1" y="connsiteY1"/>
              </a:cxn>
              <a:cxn ang="0">
                <a:pos x="connsiteX2" y="connsiteY2"/>
              </a:cxn>
              <a:cxn ang="0">
                <a:pos x="connsiteX3" y="connsiteY3"/>
              </a:cxn>
            </a:cxnLst>
            <a:rect l="l" t="t" r="r" b="b"/>
            <a:pathLst>
              <a:path w="2555875" h="2781300">
                <a:moveTo>
                  <a:pt x="0" y="2781300"/>
                </a:moveTo>
                <a:lnTo>
                  <a:pt x="0" y="0"/>
                </a:lnTo>
                <a:cubicBezTo>
                  <a:pt x="158687" y="1674158"/>
                  <a:pt x="1584388" y="2511611"/>
                  <a:pt x="2555875" y="2781300"/>
                </a:cubicBezTo>
                <a:lnTo>
                  <a:pt x="0" y="27813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sp>
        <p:nvSpPr>
          <p:cNvPr id="9" name="Graphic 1">
            <a:extLst>
              <a:ext uri="{FF2B5EF4-FFF2-40B4-BE49-F238E27FC236}">
                <a16:creationId xmlns:a16="http://schemas.microsoft.com/office/drawing/2014/main" id="{84EF10FC-E046-43D3-9897-04BE4FF5A176}"/>
              </a:ext>
            </a:extLst>
          </p:cNvPr>
          <p:cNvSpPr/>
          <p:nvPr userDrawn="1"/>
        </p:nvSpPr>
        <p:spPr bwMode="invGray">
          <a:xfrm>
            <a:off x="9912424" y="5571759"/>
            <a:ext cx="2279576" cy="1286241"/>
          </a:xfrm>
          <a:custGeom>
            <a:avLst/>
            <a:gdLst>
              <a:gd name="connsiteX0" fmla="*/ 1704499 w 1704975"/>
              <a:gd name="connsiteY0" fmla="*/ 961382 h 962025"/>
              <a:gd name="connsiteX1" fmla="*/ 1172051 w 1704975"/>
              <a:gd name="connsiteY1" fmla="*/ 803267 h 962025"/>
              <a:gd name="connsiteX2" fmla="*/ 589121 w 1704975"/>
              <a:gd name="connsiteY2" fmla="*/ 611815 h 962025"/>
              <a:gd name="connsiteX3" fmla="*/ 7144 w 1704975"/>
              <a:gd name="connsiteY3" fmla="*/ 768977 h 962025"/>
              <a:gd name="connsiteX4" fmla="*/ 764381 w 1704975"/>
              <a:gd name="connsiteY4" fmla="*/ 128897 h 962025"/>
              <a:gd name="connsiteX5" fmla="*/ 1614011 w 1704975"/>
              <a:gd name="connsiteY5" fmla="*/ 72700 h 962025"/>
              <a:gd name="connsiteX6" fmla="*/ 1705451 w 1704975"/>
              <a:gd name="connsiteY6" fmla="*/ 104132 h 962025"/>
              <a:gd name="connsiteX7" fmla="*/ 1704499 w 1704975"/>
              <a:gd name="connsiteY7" fmla="*/ 961382 h 962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04975" h="962025">
                <a:moveTo>
                  <a:pt x="1704499" y="961382"/>
                </a:moveTo>
                <a:cubicBezTo>
                  <a:pt x="1523524" y="935665"/>
                  <a:pt x="1348264" y="859465"/>
                  <a:pt x="1172051" y="803267"/>
                </a:cubicBezTo>
                <a:cubicBezTo>
                  <a:pt x="976789" y="741355"/>
                  <a:pt x="788194" y="654677"/>
                  <a:pt x="589121" y="611815"/>
                </a:cubicBezTo>
                <a:cubicBezTo>
                  <a:pt x="301466" y="550855"/>
                  <a:pt x="224314" y="585145"/>
                  <a:pt x="7144" y="768977"/>
                </a:cubicBezTo>
                <a:cubicBezTo>
                  <a:pt x="50006" y="717542"/>
                  <a:pt x="525304" y="253675"/>
                  <a:pt x="764381" y="128897"/>
                </a:cubicBezTo>
                <a:cubicBezTo>
                  <a:pt x="1040606" y="-14930"/>
                  <a:pt x="1321594" y="-28265"/>
                  <a:pt x="1614011" y="72700"/>
                </a:cubicBezTo>
                <a:cubicBezTo>
                  <a:pt x="1644491" y="83177"/>
                  <a:pt x="1674971" y="93655"/>
                  <a:pt x="1705451" y="104132"/>
                </a:cubicBezTo>
                <a:lnTo>
                  <a:pt x="1704499" y="961382"/>
                </a:lnTo>
                <a:close/>
              </a:path>
            </a:pathLst>
          </a:custGeom>
          <a:solidFill>
            <a:schemeClr val="bg1"/>
          </a:solidFill>
          <a:ln w="9525" cap="flat">
            <a:noFill/>
            <a:prstDash val="solid"/>
            <a:miter/>
          </a:ln>
        </p:spPr>
        <p:txBody>
          <a:bodyPr rtlCol="0" anchor="ctr"/>
          <a:lstStyle/>
          <a:p>
            <a:endParaRPr lang="en-AU"/>
          </a:p>
        </p:txBody>
      </p:sp>
    </p:spTree>
    <p:extLst>
      <p:ext uri="{BB962C8B-B14F-4D97-AF65-F5344CB8AC3E}">
        <p14:creationId xmlns:p14="http://schemas.microsoft.com/office/powerpoint/2010/main" val="29678837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B1A2C22-D4CF-4FE0-AF06-038EB2ACB6D9}"/>
              </a:ext>
            </a:extLst>
          </p:cNvPr>
          <p:cNvSpPr/>
          <p:nvPr userDrawn="1"/>
        </p:nvSpPr>
        <p:spPr bwMode="invGray">
          <a:xfrm>
            <a:off x="0" y="0"/>
            <a:ext cx="12192000" cy="6858000"/>
          </a:xfrm>
          <a:prstGeom prst="rect">
            <a:avLst/>
          </a:prstGeom>
          <a:gradFill flip="none" rotWithShape="1">
            <a:gsLst>
              <a:gs pos="75000">
                <a:schemeClr val="accent1"/>
              </a:gs>
              <a:gs pos="100000">
                <a:srgbClr val="962A8B"/>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0" name="Picture 9">
            <a:extLst>
              <a:ext uri="{FF2B5EF4-FFF2-40B4-BE49-F238E27FC236}">
                <a16:creationId xmlns:a16="http://schemas.microsoft.com/office/drawing/2014/main" id="{DD751603-5D6A-462B-B9E7-98413BF2CB36}"/>
              </a:ext>
            </a:extLst>
          </p:cNvPr>
          <p:cNvPicPr>
            <a:picLocks noChangeAspect="1"/>
          </p:cNvPicPr>
          <p:nvPr userDrawn="1"/>
        </p:nvPicPr>
        <p:blipFill>
          <a:blip r:embed="rId2"/>
          <a:stretch>
            <a:fillRect/>
          </a:stretch>
        </p:blipFill>
        <p:spPr>
          <a:xfrm>
            <a:off x="8309692" y="275999"/>
            <a:ext cx="3204000" cy="472463"/>
          </a:xfrm>
          <a:prstGeom prst="rect">
            <a:avLst/>
          </a:prstGeom>
        </p:spPr>
      </p:pic>
      <p:sp>
        <p:nvSpPr>
          <p:cNvPr id="2" name="Title 1"/>
          <p:cNvSpPr>
            <a:spLocks noGrp="1"/>
          </p:cNvSpPr>
          <p:nvPr>
            <p:ph type="title" hasCustomPrompt="1"/>
          </p:nvPr>
        </p:nvSpPr>
        <p:spPr bwMode="white">
          <a:xfrm>
            <a:off x="695326" y="1700811"/>
            <a:ext cx="10768680" cy="1224137"/>
          </a:xfrm>
        </p:spPr>
        <p:txBody>
          <a:bodyPr anchor="b">
            <a:noAutofit/>
          </a:bodyPr>
          <a:lstStyle>
            <a:lvl1pPr>
              <a:lnSpc>
                <a:spcPts val="5040"/>
              </a:lnSpc>
              <a:defRPr sz="4200">
                <a:solidFill>
                  <a:schemeClr val="bg1"/>
                </a:solidFill>
              </a:defRPr>
            </a:lvl1pPr>
          </a:lstStyle>
          <a:p>
            <a:r>
              <a:rPr lang="en-US" dirty="0"/>
              <a:t>[Title]</a:t>
            </a:r>
            <a:endParaRPr lang="en-AU" dirty="0"/>
          </a:p>
        </p:txBody>
      </p:sp>
      <p:sp>
        <p:nvSpPr>
          <p:cNvPr id="7" name="Text Placeholder 6"/>
          <p:cNvSpPr>
            <a:spLocks noGrp="1"/>
          </p:cNvSpPr>
          <p:nvPr>
            <p:ph type="body" sz="quarter" idx="10" hasCustomPrompt="1"/>
          </p:nvPr>
        </p:nvSpPr>
        <p:spPr bwMode="white">
          <a:xfrm>
            <a:off x="695326" y="3113744"/>
            <a:ext cx="10768680" cy="2043451"/>
          </a:xfrm>
          <a:prstGeom prst="rect">
            <a:avLst/>
          </a:prstGeom>
        </p:spPr>
        <p:txBody>
          <a:bodyPr>
            <a:normAutofit/>
          </a:bodyPr>
          <a:lstStyle>
            <a:lvl1pPr marL="0" indent="0">
              <a:lnSpc>
                <a:spcPts val="3240"/>
              </a:lnSpc>
              <a:buNone/>
              <a:defRPr sz="2700">
                <a:solidFill>
                  <a:schemeClr val="bg1"/>
                </a:solidFill>
              </a:defRPr>
            </a:lvl1pPr>
          </a:lstStyle>
          <a:p>
            <a:pPr lvl="0"/>
            <a:r>
              <a:rPr lang="en-US" dirty="0"/>
              <a:t>[Subtitle]</a:t>
            </a:r>
          </a:p>
        </p:txBody>
      </p:sp>
      <p:sp>
        <p:nvSpPr>
          <p:cNvPr id="11" name="Right Triangle 3">
            <a:extLst>
              <a:ext uri="{FF2B5EF4-FFF2-40B4-BE49-F238E27FC236}">
                <a16:creationId xmlns:a16="http://schemas.microsoft.com/office/drawing/2014/main" id="{DBA991DB-C059-4DB2-8D91-33D3F3951887}"/>
              </a:ext>
            </a:extLst>
          </p:cNvPr>
          <p:cNvSpPr/>
          <p:nvPr userDrawn="1"/>
        </p:nvSpPr>
        <p:spPr bwMode="white">
          <a:xfrm>
            <a:off x="1" y="4076700"/>
            <a:ext cx="2555875" cy="2781300"/>
          </a:xfrm>
          <a:custGeom>
            <a:avLst/>
            <a:gdLst>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Lst>
            <a:ahLst/>
            <a:cxnLst>
              <a:cxn ang="0">
                <a:pos x="connsiteX0" y="connsiteY0"/>
              </a:cxn>
              <a:cxn ang="0">
                <a:pos x="connsiteX1" y="connsiteY1"/>
              </a:cxn>
              <a:cxn ang="0">
                <a:pos x="connsiteX2" y="connsiteY2"/>
              </a:cxn>
              <a:cxn ang="0">
                <a:pos x="connsiteX3" y="connsiteY3"/>
              </a:cxn>
            </a:cxnLst>
            <a:rect l="l" t="t" r="r" b="b"/>
            <a:pathLst>
              <a:path w="2555875" h="2781300">
                <a:moveTo>
                  <a:pt x="0" y="2781300"/>
                </a:moveTo>
                <a:lnTo>
                  <a:pt x="0" y="0"/>
                </a:lnTo>
                <a:cubicBezTo>
                  <a:pt x="158687" y="1674158"/>
                  <a:pt x="1584388" y="2511611"/>
                  <a:pt x="2555875" y="2781300"/>
                </a:cubicBezTo>
                <a:lnTo>
                  <a:pt x="0" y="27813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sp>
        <p:nvSpPr>
          <p:cNvPr id="8" name="Graphic 1">
            <a:extLst>
              <a:ext uri="{FF2B5EF4-FFF2-40B4-BE49-F238E27FC236}">
                <a16:creationId xmlns:a16="http://schemas.microsoft.com/office/drawing/2014/main" id="{F070BDDD-4427-48C1-9206-C4CC3FAE8AD1}"/>
              </a:ext>
            </a:extLst>
          </p:cNvPr>
          <p:cNvSpPr/>
          <p:nvPr userDrawn="1"/>
        </p:nvSpPr>
        <p:spPr bwMode="white">
          <a:xfrm>
            <a:off x="9912424" y="5571759"/>
            <a:ext cx="2279576" cy="1286241"/>
          </a:xfrm>
          <a:custGeom>
            <a:avLst/>
            <a:gdLst>
              <a:gd name="connsiteX0" fmla="*/ 1704499 w 1704975"/>
              <a:gd name="connsiteY0" fmla="*/ 961382 h 962025"/>
              <a:gd name="connsiteX1" fmla="*/ 1172051 w 1704975"/>
              <a:gd name="connsiteY1" fmla="*/ 803267 h 962025"/>
              <a:gd name="connsiteX2" fmla="*/ 589121 w 1704975"/>
              <a:gd name="connsiteY2" fmla="*/ 611815 h 962025"/>
              <a:gd name="connsiteX3" fmla="*/ 7144 w 1704975"/>
              <a:gd name="connsiteY3" fmla="*/ 768977 h 962025"/>
              <a:gd name="connsiteX4" fmla="*/ 764381 w 1704975"/>
              <a:gd name="connsiteY4" fmla="*/ 128897 h 962025"/>
              <a:gd name="connsiteX5" fmla="*/ 1614011 w 1704975"/>
              <a:gd name="connsiteY5" fmla="*/ 72700 h 962025"/>
              <a:gd name="connsiteX6" fmla="*/ 1705451 w 1704975"/>
              <a:gd name="connsiteY6" fmla="*/ 104132 h 962025"/>
              <a:gd name="connsiteX7" fmla="*/ 1704499 w 1704975"/>
              <a:gd name="connsiteY7" fmla="*/ 961382 h 962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04975" h="962025">
                <a:moveTo>
                  <a:pt x="1704499" y="961382"/>
                </a:moveTo>
                <a:cubicBezTo>
                  <a:pt x="1523524" y="935665"/>
                  <a:pt x="1348264" y="859465"/>
                  <a:pt x="1172051" y="803267"/>
                </a:cubicBezTo>
                <a:cubicBezTo>
                  <a:pt x="976789" y="741355"/>
                  <a:pt x="788194" y="654677"/>
                  <a:pt x="589121" y="611815"/>
                </a:cubicBezTo>
                <a:cubicBezTo>
                  <a:pt x="301466" y="550855"/>
                  <a:pt x="224314" y="585145"/>
                  <a:pt x="7144" y="768977"/>
                </a:cubicBezTo>
                <a:cubicBezTo>
                  <a:pt x="50006" y="717542"/>
                  <a:pt x="525304" y="253675"/>
                  <a:pt x="764381" y="128897"/>
                </a:cubicBezTo>
                <a:cubicBezTo>
                  <a:pt x="1040606" y="-14930"/>
                  <a:pt x="1321594" y="-28265"/>
                  <a:pt x="1614011" y="72700"/>
                </a:cubicBezTo>
                <a:cubicBezTo>
                  <a:pt x="1644491" y="83177"/>
                  <a:pt x="1674971" y="93655"/>
                  <a:pt x="1705451" y="104132"/>
                </a:cubicBezTo>
                <a:lnTo>
                  <a:pt x="1704499" y="961382"/>
                </a:lnTo>
                <a:close/>
              </a:path>
            </a:pathLst>
          </a:custGeom>
          <a:solidFill>
            <a:schemeClr val="bg1"/>
          </a:solidFill>
          <a:ln w="9525" cap="flat">
            <a:noFill/>
            <a:prstDash val="solid"/>
            <a:miter/>
          </a:ln>
        </p:spPr>
        <p:txBody>
          <a:bodyPr rtlCol="0" anchor="ctr"/>
          <a:lstStyle/>
          <a:p>
            <a:endParaRPr lang="en-AU"/>
          </a:p>
        </p:txBody>
      </p:sp>
    </p:spTree>
    <p:extLst>
      <p:ext uri="{BB962C8B-B14F-4D97-AF65-F5344CB8AC3E}">
        <p14:creationId xmlns:p14="http://schemas.microsoft.com/office/powerpoint/2010/main" val="41921634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Section Divider (Editable)">
    <p:bg>
      <p:bgPr>
        <a:solidFill>
          <a:schemeClr val="accent3"/>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95326" y="1700811"/>
            <a:ext cx="10768680" cy="1224137"/>
          </a:xfrm>
        </p:spPr>
        <p:txBody>
          <a:bodyPr anchor="b">
            <a:noAutofit/>
          </a:bodyPr>
          <a:lstStyle>
            <a:lvl1pPr>
              <a:lnSpc>
                <a:spcPts val="5040"/>
              </a:lnSpc>
              <a:defRPr sz="4200">
                <a:solidFill>
                  <a:schemeClr val="bg1"/>
                </a:solidFill>
              </a:defRPr>
            </a:lvl1pPr>
          </a:lstStyle>
          <a:p>
            <a:r>
              <a:rPr lang="en-US" dirty="0"/>
              <a:t>[Divider title]</a:t>
            </a:r>
            <a:endParaRPr lang="en-AU" dirty="0"/>
          </a:p>
        </p:txBody>
      </p:sp>
      <p:sp>
        <p:nvSpPr>
          <p:cNvPr id="7" name="Text Placeholder 6"/>
          <p:cNvSpPr>
            <a:spLocks noGrp="1"/>
          </p:cNvSpPr>
          <p:nvPr>
            <p:ph type="body" sz="quarter" idx="10" hasCustomPrompt="1"/>
          </p:nvPr>
        </p:nvSpPr>
        <p:spPr>
          <a:xfrm>
            <a:off x="695326" y="3113744"/>
            <a:ext cx="10768680" cy="2043451"/>
          </a:xfrm>
          <a:prstGeom prst="rect">
            <a:avLst/>
          </a:prstGeom>
        </p:spPr>
        <p:txBody>
          <a:bodyPr>
            <a:normAutofit/>
          </a:bodyPr>
          <a:lstStyle>
            <a:lvl1pPr marL="0" indent="0">
              <a:lnSpc>
                <a:spcPts val="3240"/>
              </a:lnSpc>
              <a:buNone/>
              <a:defRPr sz="2700">
                <a:solidFill>
                  <a:schemeClr val="bg1"/>
                </a:solidFill>
              </a:defRPr>
            </a:lvl1pPr>
          </a:lstStyle>
          <a:p>
            <a:pPr lvl="0"/>
            <a:r>
              <a:rPr lang="en-US" dirty="0"/>
              <a:t>[Divider subtitle]</a:t>
            </a:r>
          </a:p>
        </p:txBody>
      </p:sp>
      <p:sp>
        <p:nvSpPr>
          <p:cNvPr id="8" name="TextBox 7">
            <a:extLst>
              <a:ext uri="{FF2B5EF4-FFF2-40B4-BE49-F238E27FC236}">
                <a16:creationId xmlns:a16="http://schemas.microsoft.com/office/drawing/2014/main" id="{57A07765-DB77-44E5-9420-D56F1378074A}"/>
              </a:ext>
            </a:extLst>
          </p:cNvPr>
          <p:cNvSpPr txBox="1"/>
          <p:nvPr userDrawn="1"/>
        </p:nvSpPr>
        <p:spPr>
          <a:xfrm>
            <a:off x="1" y="-1053499"/>
            <a:ext cx="7632171" cy="954107"/>
          </a:xfrm>
          <a:prstGeom prst="rect">
            <a:avLst/>
          </a:prstGeom>
          <a:solidFill>
            <a:schemeClr val="accent1"/>
          </a:solidFill>
        </p:spPr>
        <p:txBody>
          <a:bodyPr wrap="square" rtlCol="0">
            <a:spAutoFit/>
          </a:bodyPr>
          <a:lstStyle/>
          <a:p>
            <a:r>
              <a:rPr lang="en-AU" sz="1400" dirty="0">
                <a:solidFill>
                  <a:schemeClr val="bg1"/>
                </a:solidFill>
              </a:rPr>
              <a:t>For this slide design, you can change the background colour</a:t>
            </a:r>
          </a:p>
          <a:p>
            <a:r>
              <a:rPr lang="en-AU" sz="1400" dirty="0">
                <a:solidFill>
                  <a:schemeClr val="bg1"/>
                </a:solidFill>
              </a:rPr>
              <a:t>by right-clicking somewhere on the slide, not in a content placeholder.</a:t>
            </a:r>
          </a:p>
          <a:p>
            <a:r>
              <a:rPr lang="en-US" sz="1400" dirty="0">
                <a:solidFill>
                  <a:schemeClr val="bg1"/>
                </a:solidFill>
              </a:rPr>
              <a:t>‘Format Background</a:t>
            </a:r>
          </a:p>
          <a:p>
            <a:r>
              <a:rPr lang="en-US" sz="1400" dirty="0">
                <a:solidFill>
                  <a:schemeClr val="bg1"/>
                </a:solidFill>
              </a:rPr>
              <a:t>Under the ‘Fill’ menu, ‘change ‘Solid fill’ to a </a:t>
            </a:r>
            <a:r>
              <a:rPr lang="en-US" sz="1400" dirty="0" err="1">
                <a:solidFill>
                  <a:schemeClr val="bg1"/>
                </a:solidFill>
              </a:rPr>
              <a:t>colour</a:t>
            </a:r>
            <a:r>
              <a:rPr lang="en-US" sz="1400" dirty="0">
                <a:solidFill>
                  <a:schemeClr val="bg1"/>
                </a:solidFill>
              </a:rPr>
              <a:t> from the palette</a:t>
            </a:r>
            <a:endParaRPr lang="en-AU" sz="1400" dirty="0">
              <a:solidFill>
                <a:schemeClr val="bg1"/>
              </a:solidFill>
            </a:endParaRPr>
          </a:p>
        </p:txBody>
      </p:sp>
      <p:pic>
        <p:nvPicPr>
          <p:cNvPr id="6" name="Picture 5">
            <a:extLst>
              <a:ext uri="{FF2B5EF4-FFF2-40B4-BE49-F238E27FC236}">
                <a16:creationId xmlns:a16="http://schemas.microsoft.com/office/drawing/2014/main" id="{2CBE33C2-B581-422F-9FF5-AF660C79D3B0}"/>
              </a:ext>
            </a:extLst>
          </p:cNvPr>
          <p:cNvPicPr>
            <a:picLocks noChangeAspect="1"/>
          </p:cNvPicPr>
          <p:nvPr userDrawn="1"/>
        </p:nvPicPr>
        <p:blipFill>
          <a:blip r:embed="rId2"/>
          <a:stretch>
            <a:fillRect/>
          </a:stretch>
        </p:blipFill>
        <p:spPr>
          <a:xfrm>
            <a:off x="8309692" y="275999"/>
            <a:ext cx="3204000" cy="472463"/>
          </a:xfrm>
          <a:prstGeom prst="rect">
            <a:avLst/>
          </a:prstGeom>
        </p:spPr>
      </p:pic>
    </p:spTree>
    <p:extLst>
      <p:ext uri="{BB962C8B-B14F-4D97-AF65-F5344CB8AC3E}">
        <p14:creationId xmlns:p14="http://schemas.microsoft.com/office/powerpoint/2010/main" val="281915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2">
    <p:spTree>
      <p:nvGrpSpPr>
        <p:cNvPr id="1" name=""/>
        <p:cNvGrpSpPr/>
        <p:nvPr/>
      </p:nvGrpSpPr>
      <p:grpSpPr>
        <a:xfrm>
          <a:off x="0" y="0"/>
          <a:ext cx="0" cy="0"/>
          <a:chOff x="0" y="0"/>
          <a:chExt cx="0" cy="0"/>
        </a:xfrm>
      </p:grpSpPr>
      <p:sp>
        <p:nvSpPr>
          <p:cNvPr id="9" name="Right Triangle 3">
            <a:extLst>
              <a:ext uri="{FF2B5EF4-FFF2-40B4-BE49-F238E27FC236}">
                <a16:creationId xmlns:a16="http://schemas.microsoft.com/office/drawing/2014/main" id="{5E92F574-51E7-47B2-86D2-94DAE288E822}"/>
              </a:ext>
            </a:extLst>
          </p:cNvPr>
          <p:cNvSpPr/>
          <p:nvPr userDrawn="1"/>
        </p:nvSpPr>
        <p:spPr bwMode="invGray">
          <a:xfrm>
            <a:off x="2" y="4076700"/>
            <a:ext cx="3407833" cy="2781300"/>
          </a:xfrm>
          <a:custGeom>
            <a:avLst/>
            <a:gdLst>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Lst>
            <a:ahLst/>
            <a:cxnLst>
              <a:cxn ang="0">
                <a:pos x="connsiteX0" y="connsiteY0"/>
              </a:cxn>
              <a:cxn ang="0">
                <a:pos x="connsiteX1" y="connsiteY1"/>
              </a:cxn>
              <a:cxn ang="0">
                <a:pos x="connsiteX2" y="connsiteY2"/>
              </a:cxn>
              <a:cxn ang="0">
                <a:pos x="connsiteX3" y="connsiteY3"/>
              </a:cxn>
            </a:cxnLst>
            <a:rect l="l" t="t" r="r" b="b"/>
            <a:pathLst>
              <a:path w="2555875" h="2781300">
                <a:moveTo>
                  <a:pt x="0" y="2781300"/>
                </a:moveTo>
                <a:lnTo>
                  <a:pt x="0" y="0"/>
                </a:lnTo>
                <a:cubicBezTo>
                  <a:pt x="158687" y="1674158"/>
                  <a:pt x="1584388" y="2511611"/>
                  <a:pt x="2555875" y="2781300"/>
                </a:cubicBezTo>
                <a:lnTo>
                  <a:pt x="0" y="27813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sp>
        <p:nvSpPr>
          <p:cNvPr id="11" name="Rectangle 8">
            <a:extLst>
              <a:ext uri="{FF2B5EF4-FFF2-40B4-BE49-F238E27FC236}">
                <a16:creationId xmlns:a16="http://schemas.microsoft.com/office/drawing/2014/main" id="{C31ECE3F-0C43-444E-9F0C-B23F8D3935D2}"/>
              </a:ext>
            </a:extLst>
          </p:cNvPr>
          <p:cNvSpPr/>
          <p:nvPr userDrawn="1"/>
        </p:nvSpPr>
        <p:spPr bwMode="invGray">
          <a:xfrm>
            <a:off x="9192249" y="5584173"/>
            <a:ext cx="2999415" cy="1273828"/>
          </a:xfrm>
          <a:custGeom>
            <a:avLst/>
            <a:gdLst>
              <a:gd name="connsiteX0" fmla="*/ 0 w 2267490"/>
              <a:gd name="connsiteY0" fmla="*/ 0 h 1132541"/>
              <a:gd name="connsiteX1" fmla="*/ 2267490 w 2267490"/>
              <a:gd name="connsiteY1" fmla="*/ 0 h 1132541"/>
              <a:gd name="connsiteX2" fmla="*/ 2267490 w 2267490"/>
              <a:gd name="connsiteY2" fmla="*/ 1132541 h 1132541"/>
              <a:gd name="connsiteX3" fmla="*/ 0 w 2267490"/>
              <a:gd name="connsiteY3" fmla="*/ 1132541 h 1132541"/>
              <a:gd name="connsiteX4" fmla="*/ 0 w 2267490"/>
              <a:gd name="connsiteY4" fmla="*/ 0 h 1132541"/>
              <a:gd name="connsiteX0" fmla="*/ 0 w 2267490"/>
              <a:gd name="connsiteY0" fmla="*/ 1132541 h 1132541"/>
              <a:gd name="connsiteX1" fmla="*/ 2267490 w 2267490"/>
              <a:gd name="connsiteY1" fmla="*/ 0 h 1132541"/>
              <a:gd name="connsiteX2" fmla="*/ 2267490 w 2267490"/>
              <a:gd name="connsiteY2" fmla="*/ 1132541 h 1132541"/>
              <a:gd name="connsiteX3" fmla="*/ 0 w 2267490"/>
              <a:gd name="connsiteY3" fmla="*/ 1132541 h 1132541"/>
              <a:gd name="connsiteX0" fmla="*/ 0 w 2291396"/>
              <a:gd name="connsiteY0" fmla="*/ 857623 h 1132541"/>
              <a:gd name="connsiteX1" fmla="*/ 2291396 w 2291396"/>
              <a:gd name="connsiteY1" fmla="*/ 0 h 1132541"/>
              <a:gd name="connsiteX2" fmla="*/ 2291396 w 2291396"/>
              <a:gd name="connsiteY2" fmla="*/ 1132541 h 1132541"/>
              <a:gd name="connsiteX3" fmla="*/ 0 w 2291396"/>
              <a:gd name="connsiteY3" fmla="*/ 857623 h 1132541"/>
              <a:gd name="connsiteX0" fmla="*/ 0 w 2249561"/>
              <a:gd name="connsiteY0" fmla="*/ 845670 h 1132541"/>
              <a:gd name="connsiteX1" fmla="*/ 2249561 w 2249561"/>
              <a:gd name="connsiteY1" fmla="*/ 0 h 1132541"/>
              <a:gd name="connsiteX2" fmla="*/ 2249561 w 2249561"/>
              <a:gd name="connsiteY2" fmla="*/ 1132541 h 1132541"/>
              <a:gd name="connsiteX3" fmla="*/ 0 w 2249561"/>
              <a:gd name="connsiteY3" fmla="*/ 845670 h 1132541"/>
              <a:gd name="connsiteX0" fmla="*/ 0 w 2249561"/>
              <a:gd name="connsiteY0" fmla="*/ 944560 h 1231431"/>
              <a:gd name="connsiteX1" fmla="*/ 2249561 w 2249561"/>
              <a:gd name="connsiteY1" fmla="*/ 98890 h 1231431"/>
              <a:gd name="connsiteX2" fmla="*/ 2249561 w 2249561"/>
              <a:gd name="connsiteY2" fmla="*/ 1231431 h 1231431"/>
              <a:gd name="connsiteX3" fmla="*/ 0 w 2249561"/>
              <a:gd name="connsiteY3" fmla="*/ 944560 h 1231431"/>
              <a:gd name="connsiteX0" fmla="*/ 0 w 2249561"/>
              <a:gd name="connsiteY0" fmla="*/ 1212084 h 1498955"/>
              <a:gd name="connsiteX1" fmla="*/ 2249561 w 2249561"/>
              <a:gd name="connsiteY1" fmla="*/ 366414 h 1498955"/>
              <a:gd name="connsiteX2" fmla="*/ 2249561 w 2249561"/>
              <a:gd name="connsiteY2" fmla="*/ 1498955 h 1498955"/>
              <a:gd name="connsiteX3" fmla="*/ 0 w 2249561"/>
              <a:gd name="connsiteY3" fmla="*/ 1212084 h 1498955"/>
              <a:gd name="connsiteX0" fmla="*/ 0 w 2249561"/>
              <a:gd name="connsiteY0" fmla="*/ 1016618 h 1303489"/>
              <a:gd name="connsiteX1" fmla="*/ 2249561 w 2249561"/>
              <a:gd name="connsiteY1" fmla="*/ 170948 h 1303489"/>
              <a:gd name="connsiteX2" fmla="*/ 2249561 w 2249561"/>
              <a:gd name="connsiteY2" fmla="*/ 1303489 h 1303489"/>
              <a:gd name="connsiteX3" fmla="*/ 0 w 2249561"/>
              <a:gd name="connsiteY3" fmla="*/ 1016618 h 1303489"/>
              <a:gd name="connsiteX0" fmla="*/ 0 w 2249561"/>
              <a:gd name="connsiteY0" fmla="*/ 1002505 h 1289376"/>
              <a:gd name="connsiteX1" fmla="*/ 2249561 w 2249561"/>
              <a:gd name="connsiteY1" fmla="*/ 156835 h 1289376"/>
              <a:gd name="connsiteX2" fmla="*/ 2249561 w 2249561"/>
              <a:gd name="connsiteY2" fmla="*/ 1289376 h 1289376"/>
              <a:gd name="connsiteX3" fmla="*/ 0 w 2249561"/>
              <a:gd name="connsiteY3" fmla="*/ 1002505 h 1289376"/>
              <a:gd name="connsiteX0" fmla="*/ 0 w 2249561"/>
              <a:gd name="connsiteY0" fmla="*/ 985444 h 1272315"/>
              <a:gd name="connsiteX1" fmla="*/ 2249561 w 2249561"/>
              <a:gd name="connsiteY1" fmla="*/ 139774 h 1272315"/>
              <a:gd name="connsiteX2" fmla="*/ 2249561 w 2249561"/>
              <a:gd name="connsiteY2" fmla="*/ 1272315 h 1272315"/>
              <a:gd name="connsiteX3" fmla="*/ 0 w 2249561"/>
              <a:gd name="connsiteY3" fmla="*/ 985444 h 1272315"/>
              <a:gd name="connsiteX0" fmla="*/ 0 w 2249561"/>
              <a:gd name="connsiteY0" fmla="*/ 979690 h 1266561"/>
              <a:gd name="connsiteX1" fmla="*/ 2249561 w 2249561"/>
              <a:gd name="connsiteY1" fmla="*/ 134020 h 1266561"/>
              <a:gd name="connsiteX2" fmla="*/ 2249561 w 2249561"/>
              <a:gd name="connsiteY2" fmla="*/ 1266561 h 1266561"/>
              <a:gd name="connsiteX3" fmla="*/ 0 w 2249561"/>
              <a:gd name="connsiteY3" fmla="*/ 979690 h 1266561"/>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Lst>
            <a:ahLst/>
            <a:cxnLst>
              <a:cxn ang="0">
                <a:pos x="connsiteX0" y="connsiteY0"/>
              </a:cxn>
              <a:cxn ang="0">
                <a:pos x="connsiteX1" y="connsiteY1"/>
              </a:cxn>
              <a:cxn ang="0">
                <a:pos x="connsiteX2" y="connsiteY2"/>
              </a:cxn>
              <a:cxn ang="0">
                <a:pos x="connsiteX3" y="connsiteY3"/>
              </a:cxn>
            </a:cxnLst>
            <a:rect l="l" t="t" r="r" b="b"/>
            <a:pathLst>
              <a:path w="2249561" h="1273828">
                <a:moveTo>
                  <a:pt x="0" y="986957"/>
                </a:moveTo>
                <a:cubicBezTo>
                  <a:pt x="690087" y="358432"/>
                  <a:pt x="1188931" y="-294000"/>
                  <a:pt x="2249561" y="141287"/>
                </a:cubicBezTo>
                <a:lnTo>
                  <a:pt x="2249561" y="1273828"/>
                </a:lnTo>
                <a:cubicBezTo>
                  <a:pt x="1762671" y="1220039"/>
                  <a:pt x="570560" y="550676"/>
                  <a:pt x="0" y="98695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800" dirty="0">
                <a:noFill/>
              </a:rPr>
              <a:t> </a:t>
            </a:r>
          </a:p>
        </p:txBody>
      </p:sp>
      <p:sp>
        <p:nvSpPr>
          <p:cNvPr id="5" name="Title 1">
            <a:extLst>
              <a:ext uri="{FF2B5EF4-FFF2-40B4-BE49-F238E27FC236}">
                <a16:creationId xmlns:a16="http://schemas.microsoft.com/office/drawing/2014/main" id="{B506B291-BD26-4DBD-A912-E9396BA1828C}"/>
              </a:ext>
            </a:extLst>
          </p:cNvPr>
          <p:cNvSpPr>
            <a:spLocks noGrp="1"/>
          </p:cNvSpPr>
          <p:nvPr>
            <p:ph type="title"/>
          </p:nvPr>
        </p:nvSpPr>
        <p:spPr>
          <a:xfrm>
            <a:off x="695326" y="1700811"/>
            <a:ext cx="10768680" cy="1224137"/>
          </a:xfrm>
        </p:spPr>
        <p:txBody>
          <a:bodyPr anchor="b">
            <a:noAutofit/>
          </a:bodyPr>
          <a:lstStyle>
            <a:lvl1pPr>
              <a:lnSpc>
                <a:spcPts val="5040"/>
              </a:lnSpc>
              <a:defRPr sz="4200">
                <a:solidFill>
                  <a:schemeClr val="accent1"/>
                </a:solidFill>
              </a:defRPr>
            </a:lvl1pPr>
          </a:lstStyle>
          <a:p>
            <a:r>
              <a:rPr lang="en-US"/>
              <a:t>Click to edit Master title style</a:t>
            </a:r>
            <a:endParaRPr lang="en-AU" dirty="0"/>
          </a:p>
        </p:txBody>
      </p:sp>
      <p:sp>
        <p:nvSpPr>
          <p:cNvPr id="6" name="Text Placeholder 6">
            <a:extLst>
              <a:ext uri="{FF2B5EF4-FFF2-40B4-BE49-F238E27FC236}">
                <a16:creationId xmlns:a16="http://schemas.microsoft.com/office/drawing/2014/main" id="{72AC3715-D94B-4A73-8E94-CAC9D5806F46}"/>
              </a:ext>
            </a:extLst>
          </p:cNvPr>
          <p:cNvSpPr>
            <a:spLocks noGrp="1"/>
          </p:cNvSpPr>
          <p:nvPr>
            <p:ph type="body" sz="quarter" idx="10"/>
          </p:nvPr>
        </p:nvSpPr>
        <p:spPr>
          <a:xfrm>
            <a:off x="695326" y="3113744"/>
            <a:ext cx="10768680" cy="2043451"/>
          </a:xfrm>
          <a:prstGeom prst="rect">
            <a:avLst/>
          </a:prstGeom>
        </p:spPr>
        <p:txBody>
          <a:bodyPr>
            <a:normAutofit/>
          </a:bodyPr>
          <a:lstStyle>
            <a:lvl1pPr marL="0" indent="0">
              <a:lnSpc>
                <a:spcPts val="3240"/>
              </a:lnSpc>
              <a:buNone/>
              <a:defRPr sz="2700">
                <a:solidFill>
                  <a:schemeClr val="accent1"/>
                </a:solidFill>
              </a:defRPr>
            </a:lvl1pPr>
          </a:lstStyle>
          <a:p>
            <a:pPr lvl="0"/>
            <a:r>
              <a:rPr lang="en-US"/>
              <a:t>Edit Master text styles</a:t>
            </a:r>
          </a:p>
        </p:txBody>
      </p:sp>
      <p:sp>
        <p:nvSpPr>
          <p:cNvPr id="7" name="Rectangle 6">
            <a:extLst>
              <a:ext uri="{FF2B5EF4-FFF2-40B4-BE49-F238E27FC236}">
                <a16:creationId xmlns:a16="http://schemas.microsoft.com/office/drawing/2014/main" id="{8CAE7FD6-C4AB-456C-8186-F8E8B285CBBD}"/>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0" name="Picture 9">
            <a:extLst>
              <a:ext uri="{FF2B5EF4-FFF2-40B4-BE49-F238E27FC236}">
                <a16:creationId xmlns:a16="http://schemas.microsoft.com/office/drawing/2014/main" id="{49CEDD3B-B2C6-4C8F-88C7-30EB2A949233}"/>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12" name="Footer Placeholder 11">
            <a:extLst>
              <a:ext uri="{FF2B5EF4-FFF2-40B4-BE49-F238E27FC236}">
                <a16:creationId xmlns:a16="http://schemas.microsoft.com/office/drawing/2014/main" id="{A25860B6-572B-42C8-98B4-41BF602CD44E}"/>
              </a:ext>
            </a:extLst>
          </p:cNvPr>
          <p:cNvSpPr>
            <a:spLocks noGrp="1"/>
          </p:cNvSpPr>
          <p:nvPr>
            <p:ph type="ftr" sz="quarter" idx="12"/>
          </p:nvPr>
        </p:nvSpPr>
        <p:spPr>
          <a:xfrm>
            <a:off x="695326" y="6519171"/>
            <a:ext cx="3360109" cy="240219"/>
          </a:xfrm>
          <a:prstGeom prst="rect">
            <a:avLst/>
          </a:prstGeom>
        </p:spPr>
        <p:txBody>
          <a:bodyPr/>
          <a:lstStyle/>
          <a:p>
            <a:r>
              <a:rPr lang="en-AU"/>
              <a:t>SLAT7806 Research Methods</a:t>
            </a:r>
            <a:endParaRPr lang="en-AU" dirty="0"/>
          </a:p>
        </p:txBody>
      </p:sp>
      <p:sp>
        <p:nvSpPr>
          <p:cNvPr id="13" name="Slide Number Placeholder 12">
            <a:extLst>
              <a:ext uri="{FF2B5EF4-FFF2-40B4-BE49-F238E27FC236}">
                <a16:creationId xmlns:a16="http://schemas.microsoft.com/office/drawing/2014/main" id="{E4BE4F66-8978-4B9A-B365-ABFD2A461631}"/>
              </a:ext>
            </a:extLst>
          </p:cNvPr>
          <p:cNvSpPr>
            <a:spLocks noGrp="1"/>
          </p:cNvSpPr>
          <p:nvPr>
            <p:ph type="sldNum" sz="quarter" idx="13"/>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597899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4DB10F3-61E9-4E77-9DC7-82D405E3EBBB}"/>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sp>
        <p:nvSpPr>
          <p:cNvPr id="10" name="Content Placeholder 9">
            <a:extLst>
              <a:ext uri="{FF2B5EF4-FFF2-40B4-BE49-F238E27FC236}">
                <a16:creationId xmlns:a16="http://schemas.microsoft.com/office/drawing/2014/main" id="{2DB2C94B-2557-442B-9A14-97C40CD6AB85}"/>
              </a:ext>
            </a:extLst>
          </p:cNvPr>
          <p:cNvSpPr>
            <a:spLocks noGrp="1"/>
          </p:cNvSpPr>
          <p:nvPr>
            <p:ph sz="quarter" idx="10"/>
          </p:nvPr>
        </p:nvSpPr>
        <p:spPr>
          <a:xfrm>
            <a:off x="695326" y="1700213"/>
            <a:ext cx="10801350" cy="4608512"/>
          </a:xfrm>
          <a:prstGeom prst="rect">
            <a:avLst/>
          </a:prstGeom>
        </p:spPr>
        <p:txBody>
          <a:bodyPr/>
          <a:lstStyle>
            <a:lvl1pPr>
              <a:defRPr lang="en-US" dirty="0"/>
            </a:lvl1pPr>
            <a:lvl2pPr>
              <a:defRPr lang="en-US" dirty="0"/>
            </a:lvl2pPr>
            <a:lvl3pPr>
              <a:defRPr lang="en-US" dirty="0"/>
            </a:lvl3pPr>
            <a:lvl4pPr>
              <a:defRPr lang="en-US" dirty="0"/>
            </a:lvl4pPr>
            <a:lvl5pPr>
              <a:spcBef>
                <a:spcPts val="1200"/>
              </a:spcBef>
              <a:defRPr lang="en-US" dirty="0"/>
            </a:lvl5pPr>
            <a:lvl6pPr>
              <a:defRPr lang="en-AU" dirty="0"/>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3">
            <a:extLst>
              <a:ext uri="{FF2B5EF4-FFF2-40B4-BE49-F238E27FC236}">
                <a16:creationId xmlns:a16="http://schemas.microsoft.com/office/drawing/2014/main" id="{5184708F-CDEB-4FFB-9113-878D6AE04045}"/>
              </a:ext>
            </a:extLst>
          </p:cNvPr>
          <p:cNvSpPr>
            <a:spLocks noGrp="1"/>
          </p:cNvSpPr>
          <p:nvPr>
            <p:ph type="title"/>
          </p:nvPr>
        </p:nvSpPr>
        <p:spPr/>
        <p:txBody>
          <a:bodyPr/>
          <a:lstStyle/>
          <a:p>
            <a:r>
              <a:rPr lang="en-US"/>
              <a:t>Click to edit Master title style</a:t>
            </a:r>
            <a:endParaRPr lang="en-AU" dirty="0"/>
          </a:p>
        </p:txBody>
      </p:sp>
      <p:sp>
        <p:nvSpPr>
          <p:cNvPr id="8" name="Text Placeholder 5">
            <a:extLst>
              <a:ext uri="{FF2B5EF4-FFF2-40B4-BE49-F238E27FC236}">
                <a16:creationId xmlns:a16="http://schemas.microsoft.com/office/drawing/2014/main" id="{766B75CD-5CD6-4D07-B08A-ACCB61480F59}"/>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5" name="Footer Placeholder 4">
            <a:extLst>
              <a:ext uri="{FF2B5EF4-FFF2-40B4-BE49-F238E27FC236}">
                <a16:creationId xmlns:a16="http://schemas.microsoft.com/office/drawing/2014/main" id="{246DB8A7-6976-473B-BF64-0813975EEBBB}"/>
              </a:ext>
            </a:extLst>
          </p:cNvPr>
          <p:cNvSpPr>
            <a:spLocks noGrp="1"/>
          </p:cNvSpPr>
          <p:nvPr>
            <p:ph type="ftr" sz="quarter" idx="17"/>
          </p:nvPr>
        </p:nvSpPr>
        <p:spPr>
          <a:xfrm>
            <a:off x="695326" y="6519171"/>
            <a:ext cx="3360109" cy="240219"/>
          </a:xfrm>
          <a:prstGeom prst="rect">
            <a:avLst/>
          </a:prstGeom>
        </p:spPr>
        <p:txBody>
          <a:bodyPr/>
          <a:lstStyle/>
          <a:p>
            <a:r>
              <a:rPr lang="en-AU"/>
              <a:t>SLAT7806 Research Methods</a:t>
            </a:r>
            <a:endParaRPr lang="en-AU" dirty="0"/>
          </a:p>
        </p:txBody>
      </p:sp>
      <p:sp>
        <p:nvSpPr>
          <p:cNvPr id="7" name="Slide Number Placeholder 6">
            <a:extLst>
              <a:ext uri="{FF2B5EF4-FFF2-40B4-BE49-F238E27FC236}">
                <a16:creationId xmlns:a16="http://schemas.microsoft.com/office/drawing/2014/main" id="{C50E6DF7-2887-45E5-8CD1-2FCDFD70911D}"/>
              </a:ext>
            </a:extLst>
          </p:cNvPr>
          <p:cNvSpPr>
            <a:spLocks noGrp="1"/>
          </p:cNvSpPr>
          <p:nvPr>
            <p:ph type="sldNum" sz="quarter" idx="18"/>
          </p:nvPr>
        </p:nvSpPr>
        <p:spPr/>
        <p:txBody>
          <a:bodyPr/>
          <a:lstStyle/>
          <a:p>
            <a:fld id="{E917DE0E-AFB1-41FD-BC35-27DB61CA125F}" type="slidenum">
              <a:rPr lang="en-AU" smtClean="0"/>
              <a:pPr/>
              <a:t>‹#›</a:t>
            </a:fld>
            <a:endParaRPr lang="en-AU" dirty="0"/>
          </a:p>
        </p:txBody>
      </p:sp>
      <p:pic>
        <p:nvPicPr>
          <p:cNvPr id="12" name="Picture 11">
            <a:extLst>
              <a:ext uri="{FF2B5EF4-FFF2-40B4-BE49-F238E27FC236}">
                <a16:creationId xmlns:a16="http://schemas.microsoft.com/office/drawing/2014/main" id="{65099731-84D7-49CC-91E0-CE4B0734675A}"/>
              </a:ext>
            </a:extLst>
          </p:cNvPr>
          <p:cNvPicPr>
            <a:picLocks noChangeAspect="1"/>
          </p:cNvPicPr>
          <p:nvPr userDrawn="1"/>
        </p:nvPicPr>
        <p:blipFill>
          <a:blip r:embed="rId2"/>
          <a:stretch>
            <a:fillRect/>
          </a:stretch>
        </p:blipFill>
        <p:spPr>
          <a:xfrm>
            <a:off x="10297935" y="152896"/>
            <a:ext cx="1210684" cy="324000"/>
          </a:xfrm>
          <a:prstGeom prst="rect">
            <a:avLst/>
          </a:prstGeom>
        </p:spPr>
      </p:pic>
    </p:spTree>
    <p:extLst>
      <p:ext uri="{BB962C8B-B14F-4D97-AF65-F5344CB8AC3E}">
        <p14:creationId xmlns:p14="http://schemas.microsoft.com/office/powerpoint/2010/main" val="1740759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4E617285-D1B4-4CCD-B438-9B032C51AF79}"/>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sp>
        <p:nvSpPr>
          <p:cNvPr id="3" name="Content Placeholder 2"/>
          <p:cNvSpPr>
            <a:spLocks noGrp="1"/>
          </p:cNvSpPr>
          <p:nvPr>
            <p:ph sz="half" idx="1"/>
          </p:nvPr>
        </p:nvSpPr>
        <p:spPr>
          <a:xfrm>
            <a:off x="695325" y="1700213"/>
            <a:ext cx="5218859" cy="4608515"/>
          </a:xfrm>
          <a:prstGeom prst="rect">
            <a:avLst/>
          </a:prstGeom>
        </p:spPr>
        <p:txBody>
          <a:bodyPr>
            <a:normAutofit/>
          </a:bodyPr>
          <a:lstStyle>
            <a:lvl1pPr>
              <a:defRPr lang="en-US" dirty="0"/>
            </a:lvl1pPr>
            <a:lvl2pPr>
              <a:defRPr lang="en-US" dirty="0"/>
            </a:lvl2pPr>
            <a:lvl3pPr>
              <a:defRPr lang="en-US" dirty="0"/>
            </a:lvl3pPr>
            <a:lvl4pPr>
              <a:defRPr lang="en-US" dirty="0"/>
            </a:lvl4pPr>
            <a:lvl5pPr>
              <a:defRPr lang="en-US" sz="2400" dirty="0"/>
            </a:lvl5pPr>
            <a:lvl6pPr>
              <a:defRPr lang="en-AU" sz="2000" dirty="0"/>
            </a:lvl6pPr>
            <a:lvl7pPr>
              <a:defRPr lang="en-AU" dirty="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88619" y="1700213"/>
            <a:ext cx="5220000" cy="4608515"/>
          </a:xfrm>
          <a:prstGeom prst="rect">
            <a:avLst/>
          </a:prstGeom>
        </p:spPr>
        <p:txBody>
          <a:bodyPr>
            <a:normAutofit/>
          </a:bodyPr>
          <a:lstStyle>
            <a:lvl1pPr>
              <a:defRPr lang="en-US" dirty="0"/>
            </a:lvl1pPr>
            <a:lvl2pPr>
              <a:defRPr lang="en-US" dirty="0"/>
            </a:lvl2pPr>
            <a:lvl3pPr>
              <a:defRPr lang="en-US" dirty="0"/>
            </a:lvl3pPr>
            <a:lvl4pPr>
              <a:defRPr lang="en-US" dirty="0"/>
            </a:lvl4pPr>
            <a:lvl5pPr>
              <a:defRPr lang="en-AU" dirty="0"/>
            </a:lvl5pPr>
            <a:lvl6pPr>
              <a:defRPr lang="en-AU" dirty="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Title 7">
            <a:extLst>
              <a:ext uri="{FF2B5EF4-FFF2-40B4-BE49-F238E27FC236}">
                <a16:creationId xmlns:a16="http://schemas.microsoft.com/office/drawing/2014/main" id="{E9C4661F-54FC-4886-BD67-853118646F4D}"/>
              </a:ext>
            </a:extLst>
          </p:cNvPr>
          <p:cNvSpPr>
            <a:spLocks noGrp="1"/>
          </p:cNvSpPr>
          <p:nvPr>
            <p:ph type="title"/>
          </p:nvPr>
        </p:nvSpPr>
        <p:spPr/>
        <p:txBody>
          <a:bodyPr/>
          <a:lstStyle/>
          <a:p>
            <a:r>
              <a:rPr lang="en-US"/>
              <a:t>Click to edit Master title style</a:t>
            </a:r>
            <a:endParaRPr lang="en-AU" dirty="0"/>
          </a:p>
        </p:txBody>
      </p:sp>
      <p:sp>
        <p:nvSpPr>
          <p:cNvPr id="10" name="Text Placeholder 5">
            <a:extLst>
              <a:ext uri="{FF2B5EF4-FFF2-40B4-BE49-F238E27FC236}">
                <a16:creationId xmlns:a16="http://schemas.microsoft.com/office/drawing/2014/main" id="{B8CF3B12-4A8B-4A18-B3B1-784A4DEDEF2B}"/>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pic>
        <p:nvPicPr>
          <p:cNvPr id="11" name="Picture 10">
            <a:extLst>
              <a:ext uri="{FF2B5EF4-FFF2-40B4-BE49-F238E27FC236}">
                <a16:creationId xmlns:a16="http://schemas.microsoft.com/office/drawing/2014/main" id="{E3275DB1-C9CB-4BE5-B284-7833AD902813}"/>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9" name="Footer Placeholder 8">
            <a:extLst>
              <a:ext uri="{FF2B5EF4-FFF2-40B4-BE49-F238E27FC236}">
                <a16:creationId xmlns:a16="http://schemas.microsoft.com/office/drawing/2014/main" id="{F8BF24CA-767B-442B-A672-6C630273E4EA}"/>
              </a:ext>
            </a:extLst>
          </p:cNvPr>
          <p:cNvSpPr>
            <a:spLocks noGrp="1"/>
          </p:cNvSpPr>
          <p:nvPr>
            <p:ph type="ftr" sz="quarter" idx="17"/>
          </p:nvPr>
        </p:nvSpPr>
        <p:spPr>
          <a:xfrm>
            <a:off x="695326" y="6519171"/>
            <a:ext cx="3360109" cy="240219"/>
          </a:xfrm>
          <a:prstGeom prst="rect">
            <a:avLst/>
          </a:prstGeom>
        </p:spPr>
        <p:txBody>
          <a:bodyPr/>
          <a:lstStyle/>
          <a:p>
            <a:r>
              <a:rPr lang="en-AU"/>
              <a:t>SLAT7806 Research Methods</a:t>
            </a:r>
            <a:endParaRPr lang="en-AU" dirty="0"/>
          </a:p>
        </p:txBody>
      </p:sp>
      <p:sp>
        <p:nvSpPr>
          <p:cNvPr id="13" name="Slide Number Placeholder 12">
            <a:extLst>
              <a:ext uri="{FF2B5EF4-FFF2-40B4-BE49-F238E27FC236}">
                <a16:creationId xmlns:a16="http://schemas.microsoft.com/office/drawing/2014/main" id="{85B269D8-1308-43E9-B2BF-264F017F03A8}"/>
              </a:ext>
            </a:extLst>
          </p:cNvPr>
          <p:cNvSpPr>
            <a:spLocks noGrp="1"/>
          </p:cNvSpPr>
          <p:nvPr>
            <p:ph type="sldNum" sz="quarter" idx="18"/>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6878101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ubtitle &amp; Content">
    <p:spTree>
      <p:nvGrpSpPr>
        <p:cNvPr id="1" name=""/>
        <p:cNvGrpSpPr/>
        <p:nvPr/>
      </p:nvGrpSpPr>
      <p:grpSpPr>
        <a:xfrm>
          <a:off x="0" y="0"/>
          <a:ext cx="0" cy="0"/>
          <a:chOff x="0" y="0"/>
          <a:chExt cx="0" cy="0"/>
        </a:xfrm>
      </p:grpSpPr>
      <p:sp>
        <p:nvSpPr>
          <p:cNvPr id="12" name="Content Placeholder 9">
            <a:extLst>
              <a:ext uri="{FF2B5EF4-FFF2-40B4-BE49-F238E27FC236}">
                <a16:creationId xmlns:a16="http://schemas.microsoft.com/office/drawing/2014/main" id="{7DE9F9C2-C2B0-4B19-9F8F-A1280EA275C0}"/>
              </a:ext>
            </a:extLst>
          </p:cNvPr>
          <p:cNvSpPr>
            <a:spLocks noGrp="1"/>
          </p:cNvSpPr>
          <p:nvPr>
            <p:ph sz="quarter" idx="10"/>
          </p:nvPr>
        </p:nvSpPr>
        <p:spPr>
          <a:xfrm>
            <a:off x="695326" y="2276872"/>
            <a:ext cx="10801350" cy="4031853"/>
          </a:xfrm>
          <a:prstGeom prst="rect">
            <a:avLst/>
          </a:prstGeom>
        </p:spPr>
        <p:txBody>
          <a:bodyPr/>
          <a:lstStyle>
            <a:lvl1pPr>
              <a:defRPr lang="en-US" dirty="0"/>
            </a:lvl1pPr>
            <a:lvl2pPr>
              <a:defRPr lang="en-US" dirty="0"/>
            </a:lvl2pPr>
            <a:lvl3pPr>
              <a:defRPr lang="en-US" dirty="0"/>
            </a:lvl3pPr>
            <a:lvl4pPr>
              <a:defRPr lang="en-US" dirty="0"/>
            </a:lvl4pPr>
            <a:lvl5pPr>
              <a:spcBef>
                <a:spcPts val="1200"/>
              </a:spcBef>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6" name="Text Placeholder 5">
            <a:extLst>
              <a:ext uri="{FF2B5EF4-FFF2-40B4-BE49-F238E27FC236}">
                <a16:creationId xmlns:a16="http://schemas.microsoft.com/office/drawing/2014/main" id="{41D6D02D-851A-425B-9382-05F6C6A21AE0}"/>
              </a:ext>
            </a:extLst>
          </p:cNvPr>
          <p:cNvSpPr>
            <a:spLocks noGrp="1"/>
          </p:cNvSpPr>
          <p:nvPr>
            <p:ph type="body" sz="quarter" idx="14" hasCustomPrompt="1"/>
          </p:nvPr>
        </p:nvSpPr>
        <p:spPr>
          <a:xfrm>
            <a:off x="695325" y="1700808"/>
            <a:ext cx="10801350" cy="504825"/>
          </a:xfrm>
        </p:spPr>
        <p:txBody>
          <a:bodyPr>
            <a:normAutofit/>
          </a:bodyPr>
          <a:lstStyle>
            <a:lvl1pPr>
              <a:defRPr sz="2000" b="1">
                <a:solidFill>
                  <a:schemeClr val="accent1"/>
                </a:solidFill>
              </a:defRPr>
            </a:lvl1pPr>
            <a:lvl2pPr marL="612" indent="0">
              <a:buNone/>
              <a:defRPr/>
            </a:lvl2pPr>
          </a:lstStyle>
          <a:p>
            <a:pPr lvl="0"/>
            <a:r>
              <a:rPr lang="en-US" dirty="0"/>
              <a:t>[Subtitle]</a:t>
            </a:r>
          </a:p>
        </p:txBody>
      </p:sp>
      <p:sp>
        <p:nvSpPr>
          <p:cNvPr id="13" name="Text Placeholder 5">
            <a:extLst>
              <a:ext uri="{FF2B5EF4-FFF2-40B4-BE49-F238E27FC236}">
                <a16:creationId xmlns:a16="http://schemas.microsoft.com/office/drawing/2014/main" id="{47739A71-8D07-4132-9F5A-AE8E3A1B32C3}"/>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0" name="Rectangle 9">
            <a:extLst>
              <a:ext uri="{FF2B5EF4-FFF2-40B4-BE49-F238E27FC236}">
                <a16:creationId xmlns:a16="http://schemas.microsoft.com/office/drawing/2014/main" id="{D58DC2F2-9186-47D8-9B5E-AD01B90E6DDD}"/>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5" name="Picture 14">
            <a:extLst>
              <a:ext uri="{FF2B5EF4-FFF2-40B4-BE49-F238E27FC236}">
                <a16:creationId xmlns:a16="http://schemas.microsoft.com/office/drawing/2014/main" id="{EFCDB56B-4EE8-4A95-A470-557D6FBBEB41}"/>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3" name="Title 2">
            <a:extLst>
              <a:ext uri="{FF2B5EF4-FFF2-40B4-BE49-F238E27FC236}">
                <a16:creationId xmlns:a16="http://schemas.microsoft.com/office/drawing/2014/main" id="{FC6DF2CA-8642-47E7-98D3-A7019416AF60}"/>
              </a:ext>
            </a:extLst>
          </p:cNvPr>
          <p:cNvSpPr>
            <a:spLocks noGrp="1"/>
          </p:cNvSpPr>
          <p:nvPr>
            <p:ph type="title"/>
          </p:nvPr>
        </p:nvSpPr>
        <p:spPr/>
        <p:txBody>
          <a:bodyPr/>
          <a:lstStyle/>
          <a:p>
            <a:r>
              <a:rPr lang="en-US"/>
              <a:t>Click to edit Master title style</a:t>
            </a:r>
            <a:endParaRPr lang="en-AU" dirty="0"/>
          </a:p>
        </p:txBody>
      </p:sp>
      <p:sp>
        <p:nvSpPr>
          <p:cNvPr id="4" name="Footer Placeholder 3">
            <a:extLst>
              <a:ext uri="{FF2B5EF4-FFF2-40B4-BE49-F238E27FC236}">
                <a16:creationId xmlns:a16="http://schemas.microsoft.com/office/drawing/2014/main" id="{6EBC9286-B8FB-4658-B210-6BC87EB1E2EB}"/>
              </a:ext>
            </a:extLst>
          </p:cNvPr>
          <p:cNvSpPr>
            <a:spLocks noGrp="1"/>
          </p:cNvSpPr>
          <p:nvPr>
            <p:ph type="ftr" sz="quarter" idx="17"/>
          </p:nvPr>
        </p:nvSpPr>
        <p:spPr>
          <a:xfrm>
            <a:off x="695326" y="6519171"/>
            <a:ext cx="3360109" cy="240219"/>
          </a:xfrm>
          <a:prstGeom prst="rect">
            <a:avLst/>
          </a:prstGeom>
        </p:spPr>
        <p:txBody>
          <a:bodyPr/>
          <a:lstStyle/>
          <a:p>
            <a:r>
              <a:rPr lang="en-AU"/>
              <a:t>SLAT7806 Research Methods</a:t>
            </a:r>
            <a:endParaRPr lang="en-AU" dirty="0"/>
          </a:p>
        </p:txBody>
      </p:sp>
      <p:sp>
        <p:nvSpPr>
          <p:cNvPr id="5" name="Slide Number Placeholder 4">
            <a:extLst>
              <a:ext uri="{FF2B5EF4-FFF2-40B4-BE49-F238E27FC236}">
                <a16:creationId xmlns:a16="http://schemas.microsoft.com/office/drawing/2014/main" id="{D8026DBB-B46A-4BB1-A99E-4F99BBBFE3FF}"/>
              </a:ext>
            </a:extLst>
          </p:cNvPr>
          <p:cNvSpPr>
            <a:spLocks noGrp="1"/>
          </p:cNvSpPr>
          <p:nvPr>
            <p:ph type="sldNum" sz="quarter" idx="18"/>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17176060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ubtitle, 2 Graphs">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E22F89E8-AEA0-41B7-97D7-227B19E804EC}"/>
              </a:ext>
            </a:extLst>
          </p:cNvPr>
          <p:cNvSpPr>
            <a:spLocks noGrp="1"/>
          </p:cNvSpPr>
          <p:nvPr>
            <p:ph type="body" sz="quarter" idx="13" hasCustomPrompt="1"/>
          </p:nvPr>
        </p:nvSpPr>
        <p:spPr>
          <a:xfrm>
            <a:off x="695326" y="2279553"/>
            <a:ext cx="5220000" cy="360000"/>
          </a:xfrm>
          <a:prstGeom prst="rect">
            <a:avLst/>
          </a:prstGeom>
        </p:spPr>
        <p:txBody>
          <a:bodyPr>
            <a:noAutofit/>
          </a:bodyPr>
          <a:lstStyle>
            <a:lvl1pPr>
              <a:lnSpc>
                <a:spcPct val="100000"/>
              </a:lnSpc>
              <a:defRPr sz="1200">
                <a:solidFill>
                  <a:schemeClr val="accent1"/>
                </a:solidFill>
              </a:defRPr>
            </a:lvl1pPr>
            <a:lvl2pPr>
              <a:defRPr sz="1200">
                <a:solidFill>
                  <a:schemeClr val="accent1"/>
                </a:solidFill>
              </a:defRPr>
            </a:lvl2pPr>
            <a:lvl3pPr>
              <a:defRPr sz="1200">
                <a:solidFill>
                  <a:schemeClr val="accent1"/>
                </a:solidFill>
              </a:defRPr>
            </a:lvl3pPr>
            <a:lvl4pPr>
              <a:defRPr sz="1200">
                <a:solidFill>
                  <a:schemeClr val="accent1"/>
                </a:solidFill>
              </a:defRPr>
            </a:lvl4pPr>
            <a:lvl5pPr>
              <a:defRPr lang="en-AU" dirty="0"/>
            </a:lvl5pPr>
            <a:lvl6pPr>
              <a:defRPr b="0"/>
            </a:lvl6pPr>
          </a:lstStyle>
          <a:p>
            <a:pPr lvl="5"/>
            <a:r>
              <a:rPr lang="en-US" dirty="0"/>
              <a:t>[Graph title]</a:t>
            </a:r>
            <a:endParaRPr lang="en-AU" dirty="0"/>
          </a:p>
        </p:txBody>
      </p:sp>
      <p:sp>
        <p:nvSpPr>
          <p:cNvPr id="6" name="Content Placeholder 5">
            <a:extLst>
              <a:ext uri="{FF2B5EF4-FFF2-40B4-BE49-F238E27FC236}">
                <a16:creationId xmlns:a16="http://schemas.microsoft.com/office/drawing/2014/main" id="{5F93F161-17EB-4DA5-BE00-069D1277B92D}"/>
              </a:ext>
            </a:extLst>
          </p:cNvPr>
          <p:cNvSpPr>
            <a:spLocks noGrp="1"/>
          </p:cNvSpPr>
          <p:nvPr>
            <p:ph sz="quarter" idx="17"/>
          </p:nvPr>
        </p:nvSpPr>
        <p:spPr>
          <a:xfrm>
            <a:off x="695326" y="2696388"/>
            <a:ext cx="5220000" cy="3612337"/>
          </a:xfrm>
        </p:spPr>
        <p:txBody>
          <a:bodyPr/>
          <a:lstStyle>
            <a:lvl1pPr>
              <a:defRPr lang="en-US" dirty="0"/>
            </a:lvl1pPr>
            <a:lvl2pPr>
              <a:defRPr lang="en-US" dirty="0"/>
            </a:lvl2pPr>
            <a:lvl3pPr>
              <a:defRPr lang="en-US" dirty="0"/>
            </a:lvl3pPr>
            <a:lvl4pPr>
              <a:defRPr lang="en-US" dirty="0"/>
            </a:lvl4pPr>
            <a:lvl5pPr>
              <a:defRPr lang="en-AU"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5" name="Text Placeholder 6">
            <a:extLst>
              <a:ext uri="{FF2B5EF4-FFF2-40B4-BE49-F238E27FC236}">
                <a16:creationId xmlns:a16="http://schemas.microsoft.com/office/drawing/2014/main" id="{4324DF9C-3E8A-469C-8FC9-4938DAA32240}"/>
              </a:ext>
            </a:extLst>
          </p:cNvPr>
          <p:cNvSpPr>
            <a:spLocks noGrp="1"/>
          </p:cNvSpPr>
          <p:nvPr>
            <p:ph type="body" sz="quarter" idx="18" hasCustomPrompt="1"/>
          </p:nvPr>
        </p:nvSpPr>
        <p:spPr>
          <a:xfrm>
            <a:off x="6279511" y="2279553"/>
            <a:ext cx="5220000" cy="360000"/>
          </a:xfrm>
          <a:prstGeom prst="rect">
            <a:avLst/>
          </a:prstGeom>
        </p:spPr>
        <p:txBody>
          <a:bodyPr>
            <a:noAutofit/>
          </a:bodyPr>
          <a:lstStyle>
            <a:lvl1pPr>
              <a:lnSpc>
                <a:spcPct val="100000"/>
              </a:lnSpc>
              <a:defRPr sz="1200">
                <a:solidFill>
                  <a:schemeClr val="accent1"/>
                </a:solidFill>
              </a:defRPr>
            </a:lvl1pPr>
            <a:lvl2pPr>
              <a:defRPr sz="1200">
                <a:solidFill>
                  <a:schemeClr val="accent1"/>
                </a:solidFill>
              </a:defRPr>
            </a:lvl2pPr>
            <a:lvl3pPr>
              <a:defRPr sz="1200">
                <a:solidFill>
                  <a:schemeClr val="accent1"/>
                </a:solidFill>
              </a:defRPr>
            </a:lvl3pPr>
            <a:lvl4pPr>
              <a:defRPr sz="1200">
                <a:solidFill>
                  <a:schemeClr val="accent1"/>
                </a:solidFill>
              </a:defRPr>
            </a:lvl4pPr>
            <a:lvl5pPr>
              <a:defRPr lang="en-AU" dirty="0"/>
            </a:lvl5pPr>
            <a:lvl6pPr>
              <a:defRPr b="0"/>
            </a:lvl6pPr>
          </a:lstStyle>
          <a:p>
            <a:pPr lvl="5"/>
            <a:r>
              <a:rPr lang="en-US" dirty="0"/>
              <a:t>[Graph title]</a:t>
            </a:r>
            <a:endParaRPr lang="en-AU" dirty="0"/>
          </a:p>
        </p:txBody>
      </p:sp>
      <p:sp>
        <p:nvSpPr>
          <p:cNvPr id="16" name="Content Placeholder 5">
            <a:extLst>
              <a:ext uri="{FF2B5EF4-FFF2-40B4-BE49-F238E27FC236}">
                <a16:creationId xmlns:a16="http://schemas.microsoft.com/office/drawing/2014/main" id="{A027F0FB-D735-4865-B5EA-A50B34F47CA8}"/>
              </a:ext>
            </a:extLst>
          </p:cNvPr>
          <p:cNvSpPr>
            <a:spLocks noGrp="1"/>
          </p:cNvSpPr>
          <p:nvPr>
            <p:ph sz="quarter" idx="19"/>
          </p:nvPr>
        </p:nvSpPr>
        <p:spPr>
          <a:xfrm>
            <a:off x="6279511" y="2696388"/>
            <a:ext cx="5220000" cy="3612337"/>
          </a:xfrm>
        </p:spPr>
        <p:txBody>
          <a:bodyPr/>
          <a:lstStyle>
            <a:lvl1pPr>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1" name="Text Placeholder 5">
            <a:extLst>
              <a:ext uri="{FF2B5EF4-FFF2-40B4-BE49-F238E27FC236}">
                <a16:creationId xmlns:a16="http://schemas.microsoft.com/office/drawing/2014/main" id="{CAE7F11A-C7DA-440F-83D7-3571E1FAF17A}"/>
              </a:ext>
            </a:extLst>
          </p:cNvPr>
          <p:cNvSpPr>
            <a:spLocks noGrp="1"/>
          </p:cNvSpPr>
          <p:nvPr>
            <p:ph type="body" sz="quarter" idx="14" hasCustomPrompt="1"/>
          </p:nvPr>
        </p:nvSpPr>
        <p:spPr>
          <a:xfrm>
            <a:off x="695327" y="1699200"/>
            <a:ext cx="10772776" cy="504825"/>
          </a:xfrm>
        </p:spPr>
        <p:txBody>
          <a:bodyPr>
            <a:normAutofit/>
          </a:bodyPr>
          <a:lstStyle>
            <a:lvl1pPr>
              <a:defRPr sz="2000" b="1">
                <a:solidFill>
                  <a:schemeClr val="accent1"/>
                </a:solidFill>
              </a:defRPr>
            </a:lvl1pPr>
            <a:lvl2pPr marL="612" indent="0">
              <a:buNone/>
              <a:defRPr/>
            </a:lvl2pPr>
          </a:lstStyle>
          <a:p>
            <a:pPr lvl="0"/>
            <a:r>
              <a:rPr lang="en-US" dirty="0"/>
              <a:t>[Subtitle]</a:t>
            </a:r>
          </a:p>
        </p:txBody>
      </p:sp>
      <p:sp>
        <p:nvSpPr>
          <p:cNvPr id="13" name="Text Placeholder 5">
            <a:extLst>
              <a:ext uri="{FF2B5EF4-FFF2-40B4-BE49-F238E27FC236}">
                <a16:creationId xmlns:a16="http://schemas.microsoft.com/office/drawing/2014/main" id="{97ABDCDB-C6CD-4C8C-A5E2-31920BCF53A3}"/>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2" name="Rectangle 11">
            <a:extLst>
              <a:ext uri="{FF2B5EF4-FFF2-40B4-BE49-F238E27FC236}">
                <a16:creationId xmlns:a16="http://schemas.microsoft.com/office/drawing/2014/main" id="{71F7154F-DE85-4B92-BE63-FC9C5B0FC149}"/>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7" name="Picture 16">
            <a:extLst>
              <a:ext uri="{FF2B5EF4-FFF2-40B4-BE49-F238E27FC236}">
                <a16:creationId xmlns:a16="http://schemas.microsoft.com/office/drawing/2014/main" id="{6C08FAE1-741A-4147-AD4A-766CC098B78A}"/>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8" name="Title 7">
            <a:extLst>
              <a:ext uri="{FF2B5EF4-FFF2-40B4-BE49-F238E27FC236}">
                <a16:creationId xmlns:a16="http://schemas.microsoft.com/office/drawing/2014/main" id="{0701168E-769B-45DB-AFDD-B10DB12B4A9C}"/>
              </a:ext>
            </a:extLst>
          </p:cNvPr>
          <p:cNvSpPr>
            <a:spLocks noGrp="1"/>
          </p:cNvSpPr>
          <p:nvPr>
            <p:ph type="title"/>
          </p:nvPr>
        </p:nvSpPr>
        <p:spPr/>
        <p:txBody>
          <a:bodyPr/>
          <a:lstStyle/>
          <a:p>
            <a:r>
              <a:rPr lang="en-US"/>
              <a:t>Click to edit Master title style</a:t>
            </a:r>
            <a:endParaRPr lang="en-AU" dirty="0"/>
          </a:p>
        </p:txBody>
      </p:sp>
      <p:sp>
        <p:nvSpPr>
          <p:cNvPr id="9" name="Footer Placeholder 8">
            <a:extLst>
              <a:ext uri="{FF2B5EF4-FFF2-40B4-BE49-F238E27FC236}">
                <a16:creationId xmlns:a16="http://schemas.microsoft.com/office/drawing/2014/main" id="{40E684A2-92A1-4743-93DB-A2D5AFCE792F}"/>
              </a:ext>
            </a:extLst>
          </p:cNvPr>
          <p:cNvSpPr>
            <a:spLocks noGrp="1"/>
          </p:cNvSpPr>
          <p:nvPr>
            <p:ph type="ftr" sz="quarter" idx="21"/>
          </p:nvPr>
        </p:nvSpPr>
        <p:spPr>
          <a:xfrm>
            <a:off x="695326" y="6519171"/>
            <a:ext cx="3360109" cy="240219"/>
          </a:xfrm>
          <a:prstGeom prst="rect">
            <a:avLst/>
          </a:prstGeom>
        </p:spPr>
        <p:txBody>
          <a:bodyPr/>
          <a:lstStyle/>
          <a:p>
            <a:r>
              <a:rPr lang="en-AU"/>
              <a:t>SLAT7806 Research Methods</a:t>
            </a:r>
            <a:endParaRPr lang="en-AU" dirty="0"/>
          </a:p>
        </p:txBody>
      </p:sp>
      <p:sp>
        <p:nvSpPr>
          <p:cNvPr id="10" name="Slide Number Placeholder 9">
            <a:extLst>
              <a:ext uri="{FF2B5EF4-FFF2-40B4-BE49-F238E27FC236}">
                <a16:creationId xmlns:a16="http://schemas.microsoft.com/office/drawing/2014/main" id="{3B228959-3C67-45BC-954A-A13981901278}"/>
              </a:ext>
            </a:extLst>
          </p:cNvPr>
          <p:cNvSpPr>
            <a:spLocks noGrp="1"/>
          </p:cNvSpPr>
          <p:nvPr>
            <p:ph type="sldNum" sz="quarter" idx="22"/>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30248888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 Layout Horizontal">
    <p:spTree>
      <p:nvGrpSpPr>
        <p:cNvPr id="1" name=""/>
        <p:cNvGrpSpPr/>
        <p:nvPr/>
      </p:nvGrpSpPr>
      <p:grpSpPr>
        <a:xfrm>
          <a:off x="0" y="0"/>
          <a:ext cx="0" cy="0"/>
          <a:chOff x="0" y="0"/>
          <a:chExt cx="0" cy="0"/>
        </a:xfrm>
      </p:grpSpPr>
      <p:sp>
        <p:nvSpPr>
          <p:cNvPr id="3" name="Content Placeholder 2"/>
          <p:cNvSpPr>
            <a:spLocks noGrp="1"/>
          </p:cNvSpPr>
          <p:nvPr>
            <p:ph idx="1"/>
          </p:nvPr>
        </p:nvSpPr>
        <p:spPr>
          <a:xfrm>
            <a:off x="695325" y="1700212"/>
            <a:ext cx="10801350" cy="2160000"/>
          </a:xfrm>
          <a:prstGeom prst="rect">
            <a:avLst/>
          </a:prstGeom>
        </p:spPr>
        <p:txBody>
          <a:bodyPr/>
          <a:lstStyle>
            <a:lvl1pPr>
              <a:defRPr lang="en-US" dirty="0"/>
            </a:lvl1pPr>
            <a:lvl2pPr>
              <a:defRPr lang="en-US" dirty="0"/>
            </a:lvl2pPr>
            <a:lvl3pPr>
              <a:defRPr lang="en-US" dirty="0"/>
            </a:lvl3pPr>
            <a:lvl4pPr>
              <a:defRPr lang="en-US" dirty="0"/>
            </a:lvl4pPr>
            <a:lvl5pPr>
              <a:defRPr lang="en-US"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7" name="Content Placeholder 6"/>
          <p:cNvSpPr>
            <a:spLocks noGrp="1"/>
          </p:cNvSpPr>
          <p:nvPr>
            <p:ph sz="quarter" idx="13"/>
          </p:nvPr>
        </p:nvSpPr>
        <p:spPr>
          <a:xfrm>
            <a:off x="695325" y="4149320"/>
            <a:ext cx="10801350" cy="2160000"/>
          </a:xfrm>
          <a:prstGeom prst="rect">
            <a:avLst/>
          </a:prstGeom>
        </p:spPr>
        <p:txBody>
          <a:bodyPr/>
          <a:lstStyle>
            <a:lvl1pPr>
              <a:defRPr lang="en-US" dirty="0"/>
            </a:lvl1pPr>
            <a:lvl2pPr>
              <a:defRPr lang="en-US" dirty="0"/>
            </a:lvl2pPr>
            <a:lvl3pPr>
              <a:defRPr lang="en-US" dirty="0"/>
            </a:lvl3pPr>
            <a:lvl4pPr>
              <a:defRPr lang="en-US" dirty="0"/>
            </a:lvl4pPr>
            <a:lvl5pPr>
              <a:defRPr lang="en-US"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0" name="Text Placeholder 5">
            <a:extLst>
              <a:ext uri="{FF2B5EF4-FFF2-40B4-BE49-F238E27FC236}">
                <a16:creationId xmlns:a16="http://schemas.microsoft.com/office/drawing/2014/main" id="{B4204264-ED99-42CA-9AA0-998A63609F92}"/>
              </a:ext>
            </a:extLst>
          </p:cNvPr>
          <p:cNvSpPr>
            <a:spLocks noGrp="1"/>
          </p:cNvSpPr>
          <p:nvPr>
            <p:ph type="body" sz="quarter" idx="17"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9" name="Rectangle 8">
            <a:extLst>
              <a:ext uri="{FF2B5EF4-FFF2-40B4-BE49-F238E27FC236}">
                <a16:creationId xmlns:a16="http://schemas.microsoft.com/office/drawing/2014/main" id="{6BF99E85-067E-4D25-84D4-D21BC7C23B71}"/>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2" name="Picture 11">
            <a:extLst>
              <a:ext uri="{FF2B5EF4-FFF2-40B4-BE49-F238E27FC236}">
                <a16:creationId xmlns:a16="http://schemas.microsoft.com/office/drawing/2014/main" id="{78C68E48-49B8-418B-BA86-C6FED8002F94}"/>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4" name="Title 3">
            <a:extLst>
              <a:ext uri="{FF2B5EF4-FFF2-40B4-BE49-F238E27FC236}">
                <a16:creationId xmlns:a16="http://schemas.microsoft.com/office/drawing/2014/main" id="{F21DDE5F-D7FC-442F-B28B-E2BE20514547}"/>
              </a:ext>
            </a:extLst>
          </p:cNvPr>
          <p:cNvSpPr>
            <a:spLocks noGrp="1"/>
          </p:cNvSpPr>
          <p:nvPr>
            <p:ph type="title"/>
          </p:nvPr>
        </p:nvSpPr>
        <p:spPr/>
        <p:txBody>
          <a:bodyPr/>
          <a:lstStyle/>
          <a:p>
            <a:r>
              <a:rPr lang="en-US"/>
              <a:t>Click to edit Master title style</a:t>
            </a:r>
            <a:endParaRPr lang="en-AU"/>
          </a:p>
        </p:txBody>
      </p:sp>
      <p:sp>
        <p:nvSpPr>
          <p:cNvPr id="13" name="Footer Placeholder 12">
            <a:extLst>
              <a:ext uri="{FF2B5EF4-FFF2-40B4-BE49-F238E27FC236}">
                <a16:creationId xmlns:a16="http://schemas.microsoft.com/office/drawing/2014/main" id="{23BF6C02-0CA6-49E2-A373-73DF26BA1D21}"/>
              </a:ext>
            </a:extLst>
          </p:cNvPr>
          <p:cNvSpPr>
            <a:spLocks noGrp="1"/>
          </p:cNvSpPr>
          <p:nvPr>
            <p:ph type="ftr" sz="quarter" idx="19"/>
          </p:nvPr>
        </p:nvSpPr>
        <p:spPr>
          <a:xfrm>
            <a:off x="695326" y="6519171"/>
            <a:ext cx="3360109" cy="240219"/>
          </a:xfrm>
          <a:prstGeom prst="rect">
            <a:avLst/>
          </a:prstGeom>
        </p:spPr>
        <p:txBody>
          <a:bodyPr/>
          <a:lstStyle/>
          <a:p>
            <a:r>
              <a:rPr lang="en-AU"/>
              <a:t>SLAT7806 Research Methods</a:t>
            </a:r>
            <a:endParaRPr lang="en-AU" dirty="0"/>
          </a:p>
        </p:txBody>
      </p:sp>
      <p:sp>
        <p:nvSpPr>
          <p:cNvPr id="14" name="Slide Number Placeholder 13">
            <a:extLst>
              <a:ext uri="{FF2B5EF4-FFF2-40B4-BE49-F238E27FC236}">
                <a16:creationId xmlns:a16="http://schemas.microsoft.com/office/drawing/2014/main" id="{D89DCE9D-2EC0-4E96-8676-B7755E0D22A7}"/>
              </a:ext>
            </a:extLst>
          </p:cNvPr>
          <p:cNvSpPr>
            <a:spLocks noGrp="1"/>
          </p:cNvSpPr>
          <p:nvPr>
            <p:ph type="sldNum" sz="quarter" idx="20"/>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8701340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DBFF82D3-6289-409B-A057-3D813BA14F7F}"/>
              </a:ext>
            </a:extLst>
          </p:cNvPr>
          <p:cNvSpPr>
            <a:spLocks noGrp="1"/>
          </p:cNvSpPr>
          <p:nvPr>
            <p:ph sz="quarter" idx="14"/>
          </p:nvPr>
        </p:nvSpPr>
        <p:spPr>
          <a:xfrm>
            <a:off x="695325" y="1700213"/>
            <a:ext cx="3384342" cy="4608512"/>
          </a:xfrm>
        </p:spPr>
        <p:txBody>
          <a:bodyPr/>
          <a:lstStyle>
            <a:lvl1pPr>
              <a:defRPr lang="en-US" dirty="0"/>
            </a:lvl1pPr>
            <a:lvl2pPr>
              <a:defRPr lang="en-US" dirty="0"/>
            </a:lvl2pPr>
            <a:lvl3pPr>
              <a:defRPr lang="en-US" dirty="0"/>
            </a:lvl3pPr>
            <a:lvl4pPr>
              <a:defRPr lang="en-US" dirty="0"/>
            </a:lvl4pPr>
            <a:lvl5pPr>
              <a:defRPr lang="en-US" dirty="0"/>
            </a:lvl5pPr>
            <a:lvl6pPr>
              <a:defRPr lang="en-AU" dirty="0"/>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Content Placeholder 6">
            <a:extLst>
              <a:ext uri="{FF2B5EF4-FFF2-40B4-BE49-F238E27FC236}">
                <a16:creationId xmlns:a16="http://schemas.microsoft.com/office/drawing/2014/main" id="{3F6BB689-6536-431A-8821-1D05F11A490B}"/>
              </a:ext>
            </a:extLst>
          </p:cNvPr>
          <p:cNvSpPr>
            <a:spLocks noGrp="1"/>
          </p:cNvSpPr>
          <p:nvPr>
            <p:ph sz="quarter" idx="15"/>
          </p:nvPr>
        </p:nvSpPr>
        <p:spPr>
          <a:xfrm>
            <a:off x="4406607" y="1700213"/>
            <a:ext cx="3384000" cy="4608512"/>
          </a:xfrm>
        </p:spPr>
        <p:txBody>
          <a:bodyPr/>
          <a:lstStyle>
            <a:lvl1pPr>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9" name="Content Placeholder 6">
            <a:extLst>
              <a:ext uri="{FF2B5EF4-FFF2-40B4-BE49-F238E27FC236}">
                <a16:creationId xmlns:a16="http://schemas.microsoft.com/office/drawing/2014/main" id="{DE3EE136-4551-4345-9B3F-12045A92B814}"/>
              </a:ext>
            </a:extLst>
          </p:cNvPr>
          <p:cNvSpPr>
            <a:spLocks noGrp="1"/>
          </p:cNvSpPr>
          <p:nvPr>
            <p:ph sz="quarter" idx="16"/>
          </p:nvPr>
        </p:nvSpPr>
        <p:spPr>
          <a:xfrm>
            <a:off x="8112597" y="1700213"/>
            <a:ext cx="3384000" cy="4608512"/>
          </a:xfrm>
        </p:spPr>
        <p:txBody>
          <a:bodyPr/>
          <a:lstStyle>
            <a:lvl1pPr>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6" name="Title 5">
            <a:extLst>
              <a:ext uri="{FF2B5EF4-FFF2-40B4-BE49-F238E27FC236}">
                <a16:creationId xmlns:a16="http://schemas.microsoft.com/office/drawing/2014/main" id="{7DA12390-A044-4D48-96A4-00A2D51D906B}"/>
              </a:ext>
            </a:extLst>
          </p:cNvPr>
          <p:cNvSpPr>
            <a:spLocks noGrp="1"/>
          </p:cNvSpPr>
          <p:nvPr>
            <p:ph type="title"/>
          </p:nvPr>
        </p:nvSpPr>
        <p:spPr/>
        <p:txBody>
          <a:bodyPr/>
          <a:lstStyle/>
          <a:p>
            <a:r>
              <a:rPr lang="en-US"/>
              <a:t>Click to edit Master title style</a:t>
            </a:r>
            <a:endParaRPr lang="en-AU" dirty="0"/>
          </a:p>
        </p:txBody>
      </p:sp>
      <p:sp>
        <p:nvSpPr>
          <p:cNvPr id="11" name="Text Placeholder 5">
            <a:extLst>
              <a:ext uri="{FF2B5EF4-FFF2-40B4-BE49-F238E27FC236}">
                <a16:creationId xmlns:a16="http://schemas.microsoft.com/office/drawing/2014/main" id="{60070F8D-A181-4941-8E6E-89B3B6A120EA}"/>
              </a:ext>
            </a:extLst>
          </p:cNvPr>
          <p:cNvSpPr>
            <a:spLocks noGrp="1"/>
          </p:cNvSpPr>
          <p:nvPr>
            <p:ph type="body" sz="quarter" idx="18"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0" name="Rectangle 9">
            <a:extLst>
              <a:ext uri="{FF2B5EF4-FFF2-40B4-BE49-F238E27FC236}">
                <a16:creationId xmlns:a16="http://schemas.microsoft.com/office/drawing/2014/main" id="{FA713AAF-B990-435A-8393-8A687098057E}"/>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3" name="Picture 12">
            <a:extLst>
              <a:ext uri="{FF2B5EF4-FFF2-40B4-BE49-F238E27FC236}">
                <a16:creationId xmlns:a16="http://schemas.microsoft.com/office/drawing/2014/main" id="{16E32DE4-D188-4655-B345-81AD0F7B8AEF}"/>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12" name="Footer Placeholder 11">
            <a:extLst>
              <a:ext uri="{FF2B5EF4-FFF2-40B4-BE49-F238E27FC236}">
                <a16:creationId xmlns:a16="http://schemas.microsoft.com/office/drawing/2014/main" id="{B6506DFC-3F02-4673-B3B1-41D5834D7551}"/>
              </a:ext>
            </a:extLst>
          </p:cNvPr>
          <p:cNvSpPr>
            <a:spLocks noGrp="1"/>
          </p:cNvSpPr>
          <p:nvPr>
            <p:ph type="ftr" sz="quarter" idx="20"/>
          </p:nvPr>
        </p:nvSpPr>
        <p:spPr>
          <a:xfrm>
            <a:off x="695326" y="6519171"/>
            <a:ext cx="3360109" cy="240219"/>
          </a:xfrm>
          <a:prstGeom prst="rect">
            <a:avLst/>
          </a:prstGeom>
        </p:spPr>
        <p:txBody>
          <a:bodyPr/>
          <a:lstStyle/>
          <a:p>
            <a:r>
              <a:rPr lang="en-AU"/>
              <a:t>SLAT7806 Research Methods</a:t>
            </a:r>
            <a:endParaRPr lang="en-AU" dirty="0"/>
          </a:p>
        </p:txBody>
      </p:sp>
      <p:sp>
        <p:nvSpPr>
          <p:cNvPr id="14" name="Slide Number Placeholder 13">
            <a:extLst>
              <a:ext uri="{FF2B5EF4-FFF2-40B4-BE49-F238E27FC236}">
                <a16:creationId xmlns:a16="http://schemas.microsoft.com/office/drawing/2014/main" id="{2F26CCD0-EFB3-4E19-A77F-85F3E0F33667}"/>
              </a:ext>
            </a:extLst>
          </p:cNvPr>
          <p:cNvSpPr>
            <a:spLocks noGrp="1"/>
          </p:cNvSpPr>
          <p:nvPr>
            <p:ph type="sldNum" sz="quarter" idx="21"/>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7707526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One Third Two Third 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4407049" y="1700213"/>
            <a:ext cx="7089626" cy="4608515"/>
          </a:xfrm>
          <a:prstGeom prst="rect">
            <a:avLst/>
          </a:prstGeom>
        </p:spPr>
        <p:txBody>
          <a:bodyPr>
            <a:normAutofit/>
          </a:bodyPr>
          <a:lstStyle>
            <a:lvl1pPr>
              <a:defRPr lang="en-US" dirty="0" smtClean="0"/>
            </a:lvl1pPr>
            <a:lvl2pPr>
              <a:defRPr lang="en-US" dirty="0" smtClean="0"/>
            </a:lvl2pPr>
            <a:lvl3pPr>
              <a:defRPr lang="en-US" dirty="0" smtClean="0"/>
            </a:lvl3pPr>
            <a:lvl4pPr>
              <a:defRPr lang="en-US" dirty="0" smtClean="0"/>
            </a:lvl4pPr>
            <a:lvl5pPr>
              <a:defRPr lang="en-US" dirty="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7" name="Content Placeholder 2"/>
          <p:cNvSpPr>
            <a:spLocks noGrp="1"/>
          </p:cNvSpPr>
          <p:nvPr>
            <p:ph idx="10"/>
          </p:nvPr>
        </p:nvSpPr>
        <p:spPr>
          <a:xfrm>
            <a:off x="695325" y="1698659"/>
            <a:ext cx="3384000" cy="4608515"/>
          </a:xfrm>
          <a:prstGeom prst="rect">
            <a:avLst/>
          </a:prstGeom>
        </p:spPr>
        <p:txBody>
          <a:bodyPr>
            <a:normAutofit/>
          </a:bodyPr>
          <a:lstStyle>
            <a:lvl1pPr>
              <a:defRPr lang="en-US" dirty="0" smtClean="0"/>
            </a:lvl1pPr>
            <a:lvl2pPr>
              <a:defRPr lang="en-US" dirty="0" smtClean="0"/>
            </a:lvl2pPr>
            <a:lvl3pPr>
              <a:defRPr lang="en-US" dirty="0" smtClean="0"/>
            </a:lvl3pPr>
            <a:lvl4pPr>
              <a:defRPr lang="en-US" dirty="0" smtClean="0"/>
            </a:lvl4pPr>
            <a:lvl5pPr>
              <a:defRPr lang="en-US" dirty="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0" name="Text Placeholder 5">
            <a:extLst>
              <a:ext uri="{FF2B5EF4-FFF2-40B4-BE49-F238E27FC236}">
                <a16:creationId xmlns:a16="http://schemas.microsoft.com/office/drawing/2014/main" id="{A819475F-5544-4974-AE9E-4B8F82C06AFF}"/>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9" name="Rectangle 8">
            <a:extLst>
              <a:ext uri="{FF2B5EF4-FFF2-40B4-BE49-F238E27FC236}">
                <a16:creationId xmlns:a16="http://schemas.microsoft.com/office/drawing/2014/main" id="{FB7ADCB3-94A1-487D-85FB-8FFC9CDD03AB}"/>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2" name="Picture 11">
            <a:extLst>
              <a:ext uri="{FF2B5EF4-FFF2-40B4-BE49-F238E27FC236}">
                <a16:creationId xmlns:a16="http://schemas.microsoft.com/office/drawing/2014/main" id="{4198469F-EA11-46C7-AAEC-1DCCFFCDF452}"/>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6" name="Title 5">
            <a:extLst>
              <a:ext uri="{FF2B5EF4-FFF2-40B4-BE49-F238E27FC236}">
                <a16:creationId xmlns:a16="http://schemas.microsoft.com/office/drawing/2014/main" id="{ECD0CC0B-EDBE-4119-B030-67B593429642}"/>
              </a:ext>
            </a:extLst>
          </p:cNvPr>
          <p:cNvSpPr>
            <a:spLocks noGrp="1"/>
          </p:cNvSpPr>
          <p:nvPr>
            <p:ph type="title"/>
          </p:nvPr>
        </p:nvSpPr>
        <p:spPr/>
        <p:txBody>
          <a:bodyPr/>
          <a:lstStyle/>
          <a:p>
            <a:r>
              <a:rPr lang="en-US"/>
              <a:t>Click to edit Master title style</a:t>
            </a:r>
            <a:endParaRPr lang="en-AU" dirty="0"/>
          </a:p>
        </p:txBody>
      </p:sp>
      <p:sp>
        <p:nvSpPr>
          <p:cNvPr id="11" name="Footer Placeholder 10">
            <a:extLst>
              <a:ext uri="{FF2B5EF4-FFF2-40B4-BE49-F238E27FC236}">
                <a16:creationId xmlns:a16="http://schemas.microsoft.com/office/drawing/2014/main" id="{78C5C398-3572-4EB0-8F84-1F6673C9A658}"/>
              </a:ext>
            </a:extLst>
          </p:cNvPr>
          <p:cNvSpPr>
            <a:spLocks noGrp="1"/>
          </p:cNvSpPr>
          <p:nvPr>
            <p:ph type="ftr" sz="quarter" idx="17"/>
          </p:nvPr>
        </p:nvSpPr>
        <p:spPr>
          <a:xfrm>
            <a:off x="695326" y="6519171"/>
            <a:ext cx="3360109" cy="240219"/>
          </a:xfrm>
          <a:prstGeom prst="rect">
            <a:avLst/>
          </a:prstGeom>
        </p:spPr>
        <p:txBody>
          <a:bodyPr/>
          <a:lstStyle/>
          <a:p>
            <a:r>
              <a:rPr lang="en-AU"/>
              <a:t>SLAT7806 Research Methods</a:t>
            </a:r>
            <a:endParaRPr lang="en-AU" dirty="0"/>
          </a:p>
        </p:txBody>
      </p:sp>
      <p:sp>
        <p:nvSpPr>
          <p:cNvPr id="13" name="Slide Number Placeholder 12">
            <a:extLst>
              <a:ext uri="{FF2B5EF4-FFF2-40B4-BE49-F238E27FC236}">
                <a16:creationId xmlns:a16="http://schemas.microsoft.com/office/drawing/2014/main" id="{D2D565BB-C9BB-4EEC-9693-6827A3D09DE8}"/>
              </a:ext>
            </a:extLst>
          </p:cNvPr>
          <p:cNvSpPr>
            <a:spLocks noGrp="1"/>
          </p:cNvSpPr>
          <p:nvPr>
            <p:ph type="sldNum" sz="quarter" idx="18"/>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33784838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wo Third One Third 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695326" y="1700213"/>
            <a:ext cx="7092000" cy="4608515"/>
          </a:xfrm>
          <a:prstGeom prst="rect">
            <a:avLst/>
          </a:prstGeom>
        </p:spPr>
        <p:txBody>
          <a:bodyPr>
            <a:normAutofit/>
          </a:bodyPr>
          <a:lstStyle>
            <a:lvl1pPr>
              <a:defRPr lang="en-US" dirty="0" smtClean="0"/>
            </a:lvl1pPr>
            <a:lvl2pPr>
              <a:defRPr lang="en-US" dirty="0" smtClean="0"/>
            </a:lvl2pPr>
            <a:lvl3pPr>
              <a:defRPr lang="en-US" dirty="0" smtClean="0"/>
            </a:lvl3pPr>
            <a:lvl4pPr>
              <a:defRPr lang="en-US" dirty="0" smtClean="0"/>
            </a:lvl4pPr>
            <a:lvl5pPr>
              <a:defRPr lang="en-US" dirty="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7" name="Content Placeholder 2"/>
          <p:cNvSpPr>
            <a:spLocks noGrp="1"/>
          </p:cNvSpPr>
          <p:nvPr>
            <p:ph idx="10"/>
          </p:nvPr>
        </p:nvSpPr>
        <p:spPr>
          <a:xfrm>
            <a:off x="8112676" y="1700213"/>
            <a:ext cx="3384000" cy="4608515"/>
          </a:xfrm>
          <a:prstGeom prst="rect">
            <a:avLst/>
          </a:prstGeom>
        </p:spPr>
        <p:txBody>
          <a:bodyPr>
            <a:normAutofit/>
          </a:bodyPr>
          <a:lstStyle>
            <a:lvl1pPr>
              <a:defRPr lang="en-US" dirty="0" smtClean="0"/>
            </a:lvl1pPr>
            <a:lvl2pPr>
              <a:defRPr lang="en-US" dirty="0" smtClean="0"/>
            </a:lvl2pPr>
            <a:lvl3pPr>
              <a:defRPr lang="en-US" dirty="0" smtClean="0"/>
            </a:lvl3pPr>
            <a:lvl4pPr>
              <a:defRPr lang="en-US" dirty="0" smtClean="0"/>
            </a:lvl4pPr>
            <a:lvl5pPr>
              <a:defRPr lang="en-US" dirty="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0" name="Text Placeholder 5">
            <a:extLst>
              <a:ext uri="{FF2B5EF4-FFF2-40B4-BE49-F238E27FC236}">
                <a16:creationId xmlns:a16="http://schemas.microsoft.com/office/drawing/2014/main" id="{99C00F56-0B94-47B9-B665-E10A225FC232}"/>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1" name="Rectangle 10">
            <a:extLst>
              <a:ext uri="{FF2B5EF4-FFF2-40B4-BE49-F238E27FC236}">
                <a16:creationId xmlns:a16="http://schemas.microsoft.com/office/drawing/2014/main" id="{B4415799-71FD-449D-8349-3495B06EE871}"/>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3" name="Picture 12">
            <a:extLst>
              <a:ext uri="{FF2B5EF4-FFF2-40B4-BE49-F238E27FC236}">
                <a16:creationId xmlns:a16="http://schemas.microsoft.com/office/drawing/2014/main" id="{BCDEB36B-7D7C-483E-8547-AC6A66877EC0}"/>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6" name="Title 5">
            <a:extLst>
              <a:ext uri="{FF2B5EF4-FFF2-40B4-BE49-F238E27FC236}">
                <a16:creationId xmlns:a16="http://schemas.microsoft.com/office/drawing/2014/main" id="{8739D336-33BA-494B-81D0-9D8B47FD05AB}"/>
              </a:ext>
            </a:extLst>
          </p:cNvPr>
          <p:cNvSpPr>
            <a:spLocks noGrp="1"/>
          </p:cNvSpPr>
          <p:nvPr>
            <p:ph type="title"/>
          </p:nvPr>
        </p:nvSpPr>
        <p:spPr/>
        <p:txBody>
          <a:bodyPr/>
          <a:lstStyle/>
          <a:p>
            <a:r>
              <a:rPr lang="en-US"/>
              <a:t>Click to edit Master title style</a:t>
            </a:r>
            <a:endParaRPr lang="en-AU" dirty="0"/>
          </a:p>
        </p:txBody>
      </p:sp>
      <p:sp>
        <p:nvSpPr>
          <p:cNvPr id="8" name="Footer Placeholder 7">
            <a:extLst>
              <a:ext uri="{FF2B5EF4-FFF2-40B4-BE49-F238E27FC236}">
                <a16:creationId xmlns:a16="http://schemas.microsoft.com/office/drawing/2014/main" id="{55EE2261-AED3-448E-9AA6-9C9A5534417D}"/>
              </a:ext>
            </a:extLst>
          </p:cNvPr>
          <p:cNvSpPr>
            <a:spLocks noGrp="1"/>
          </p:cNvSpPr>
          <p:nvPr>
            <p:ph type="ftr" sz="quarter" idx="17"/>
          </p:nvPr>
        </p:nvSpPr>
        <p:spPr>
          <a:xfrm>
            <a:off x="695326" y="6519171"/>
            <a:ext cx="3360109" cy="240219"/>
          </a:xfrm>
          <a:prstGeom prst="rect">
            <a:avLst/>
          </a:prstGeom>
        </p:spPr>
        <p:txBody>
          <a:bodyPr/>
          <a:lstStyle/>
          <a:p>
            <a:r>
              <a:rPr lang="en-AU"/>
              <a:t>SLAT7806 Research Methods</a:t>
            </a:r>
            <a:endParaRPr lang="en-AU" dirty="0"/>
          </a:p>
        </p:txBody>
      </p:sp>
      <p:sp>
        <p:nvSpPr>
          <p:cNvPr id="12" name="Slide Number Placeholder 11">
            <a:extLst>
              <a:ext uri="{FF2B5EF4-FFF2-40B4-BE49-F238E27FC236}">
                <a16:creationId xmlns:a16="http://schemas.microsoft.com/office/drawing/2014/main" id="{7A92BB03-FEDF-43D9-957F-2410F5D597BF}"/>
              </a:ext>
            </a:extLst>
          </p:cNvPr>
          <p:cNvSpPr>
            <a:spLocks noGrp="1"/>
          </p:cNvSpPr>
          <p:nvPr>
            <p:ph type="sldNum" sz="quarter" idx="18"/>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30903823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Picture with Pullout">
    <p:spTree>
      <p:nvGrpSpPr>
        <p:cNvPr id="1" name=""/>
        <p:cNvGrpSpPr/>
        <p:nvPr/>
      </p:nvGrpSpPr>
      <p:grpSpPr>
        <a:xfrm>
          <a:off x="0" y="0"/>
          <a:ext cx="0" cy="0"/>
          <a:chOff x="0" y="0"/>
          <a:chExt cx="0" cy="0"/>
        </a:xfrm>
      </p:grpSpPr>
      <p:sp>
        <p:nvSpPr>
          <p:cNvPr id="3" name="Picture Placeholder 2"/>
          <p:cNvSpPr>
            <a:spLocks noGrp="1"/>
          </p:cNvSpPr>
          <p:nvPr>
            <p:ph type="pic" idx="1" hasCustomPrompt="1"/>
          </p:nvPr>
        </p:nvSpPr>
        <p:spPr>
          <a:xfrm>
            <a:off x="0" y="624880"/>
            <a:ext cx="12191999" cy="6233119"/>
          </a:xfrm>
          <a:prstGeom prst="rect">
            <a:avLst/>
          </a:prstGeom>
          <a:solidFill>
            <a:schemeClr val="bg2"/>
          </a:solidFill>
        </p:spPr>
        <p:txBody>
          <a:bodyPr anchor="ctr"/>
          <a:lstStyle>
            <a:lvl1pPr marL="0" indent="0" algn="ctr">
              <a:spcBef>
                <a:spcPts val="0"/>
              </a:spcBef>
              <a:spcAft>
                <a:spcPts val="0"/>
              </a:spcAft>
              <a:buNone/>
              <a:defRPr lang="en-AU" dirty="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AU" dirty="0"/>
              <a:t>Click icon to add picture</a:t>
            </a:r>
            <a:br>
              <a:rPr lang="en-AU" dirty="0"/>
            </a:br>
            <a:br>
              <a:rPr lang="en-AU" dirty="0"/>
            </a:br>
            <a:br>
              <a:rPr lang="en-AU" dirty="0"/>
            </a:br>
            <a:endParaRPr lang="en-AU" dirty="0"/>
          </a:p>
        </p:txBody>
      </p:sp>
      <p:sp>
        <p:nvSpPr>
          <p:cNvPr id="11" name="Text Placeholder 6">
            <a:extLst>
              <a:ext uri="{FF2B5EF4-FFF2-40B4-BE49-F238E27FC236}">
                <a16:creationId xmlns:a16="http://schemas.microsoft.com/office/drawing/2014/main" id="{F90B2496-E1DB-4D4C-859D-CC14426C6917}"/>
              </a:ext>
            </a:extLst>
          </p:cNvPr>
          <p:cNvSpPr>
            <a:spLocks noGrp="1"/>
          </p:cNvSpPr>
          <p:nvPr>
            <p:ph type="body" sz="quarter" idx="19" hasCustomPrompt="1"/>
          </p:nvPr>
        </p:nvSpPr>
        <p:spPr>
          <a:xfrm>
            <a:off x="695328" y="1052514"/>
            <a:ext cx="3384548" cy="5263410"/>
          </a:xfrm>
          <a:prstGeom prst="rect">
            <a:avLst/>
          </a:prstGeom>
          <a:solidFill>
            <a:schemeClr val="bg1"/>
          </a:solidFill>
        </p:spPr>
        <p:txBody>
          <a:bodyPr lIns="180000" tIns="1260000" rIns="180000" bIns="180000" anchor="t">
            <a:normAutofit/>
          </a:bodyPr>
          <a:lstStyle>
            <a:lvl1pPr marL="285750" indent="-285750" algn="l">
              <a:buClr>
                <a:schemeClr val="bg1"/>
              </a:buClr>
              <a:buFont typeface="Arial" panose="020B0604020202020204" pitchFamily="34" charset="0"/>
              <a:buChar char="•"/>
              <a:defRPr lang="en-AU" dirty="0"/>
            </a:lvl1pPr>
          </a:lstStyle>
          <a:p>
            <a:pPr lvl="0"/>
            <a:r>
              <a:rPr lang="en-AU" dirty="0"/>
              <a:t>[Enter text – You can change the colour of this placeholder under the ‘Shape fill’ menu. Change shape width/height as preferred]</a:t>
            </a:r>
          </a:p>
        </p:txBody>
      </p:sp>
      <p:sp>
        <p:nvSpPr>
          <p:cNvPr id="2" name="Title 1">
            <a:extLst>
              <a:ext uri="{FF2B5EF4-FFF2-40B4-BE49-F238E27FC236}">
                <a16:creationId xmlns:a16="http://schemas.microsoft.com/office/drawing/2014/main" id="{DFCB796C-2145-4E36-9CCD-4A6E104CD86A}"/>
              </a:ext>
            </a:extLst>
          </p:cNvPr>
          <p:cNvSpPr>
            <a:spLocks noGrp="1"/>
          </p:cNvSpPr>
          <p:nvPr>
            <p:ph type="title" hasCustomPrompt="1"/>
          </p:nvPr>
        </p:nvSpPr>
        <p:spPr>
          <a:xfrm>
            <a:off x="1127448" y="1340768"/>
            <a:ext cx="2592288" cy="876470"/>
          </a:xfrm>
        </p:spPr>
        <p:txBody>
          <a:bodyPr anchor="t">
            <a:normAutofit/>
          </a:bodyPr>
          <a:lstStyle>
            <a:lvl1pPr>
              <a:defRPr sz="2800"/>
            </a:lvl1pPr>
          </a:lstStyle>
          <a:p>
            <a:r>
              <a:rPr lang="en-US" dirty="0"/>
              <a:t>[Title]</a:t>
            </a:r>
            <a:endParaRPr lang="en-AU" dirty="0"/>
          </a:p>
        </p:txBody>
      </p:sp>
      <p:sp>
        <p:nvSpPr>
          <p:cNvPr id="10" name="Text Placeholder 5">
            <a:extLst>
              <a:ext uri="{FF2B5EF4-FFF2-40B4-BE49-F238E27FC236}">
                <a16:creationId xmlns:a16="http://schemas.microsoft.com/office/drawing/2014/main" id="{D683528B-5613-4179-BFD8-DFE24675A848}"/>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2" name="Rectangle 11">
            <a:extLst>
              <a:ext uri="{FF2B5EF4-FFF2-40B4-BE49-F238E27FC236}">
                <a16:creationId xmlns:a16="http://schemas.microsoft.com/office/drawing/2014/main" id="{745D19A3-55E4-4A3E-B43F-B4D3EFBE1E1E}"/>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4" name="Picture 13">
            <a:extLst>
              <a:ext uri="{FF2B5EF4-FFF2-40B4-BE49-F238E27FC236}">
                <a16:creationId xmlns:a16="http://schemas.microsoft.com/office/drawing/2014/main" id="{71B58DF6-309B-4BE3-BBE4-1BA28FFD90EC}"/>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7" name="Footer Placeholder 6">
            <a:extLst>
              <a:ext uri="{FF2B5EF4-FFF2-40B4-BE49-F238E27FC236}">
                <a16:creationId xmlns:a16="http://schemas.microsoft.com/office/drawing/2014/main" id="{3309B167-7472-4F88-89E8-DAE2E0483964}"/>
              </a:ext>
            </a:extLst>
          </p:cNvPr>
          <p:cNvSpPr>
            <a:spLocks noGrp="1"/>
          </p:cNvSpPr>
          <p:nvPr>
            <p:ph type="ftr" sz="quarter" idx="21"/>
          </p:nvPr>
        </p:nvSpPr>
        <p:spPr>
          <a:xfrm>
            <a:off x="695326" y="6519171"/>
            <a:ext cx="3360109" cy="240219"/>
          </a:xfrm>
          <a:prstGeom prst="rect">
            <a:avLst/>
          </a:prstGeom>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47F249FB-FC55-456D-9BD4-C0130FDAB05E}"/>
              </a:ext>
            </a:extLst>
          </p:cNvPr>
          <p:cNvSpPr>
            <a:spLocks noGrp="1"/>
          </p:cNvSpPr>
          <p:nvPr>
            <p:ph type="sldNum" sz="quarter" idx="22"/>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999902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p:cNvSpPr>
            <a:spLocks noGrp="1"/>
          </p:cNvSpPr>
          <p:nvPr>
            <p:ph type="pic" idx="1" hasCustomPrompt="1"/>
          </p:nvPr>
        </p:nvSpPr>
        <p:spPr>
          <a:xfrm>
            <a:off x="695327" y="1700213"/>
            <a:ext cx="10801349" cy="4249107"/>
          </a:xfrm>
          <a:prstGeom prst="rect">
            <a:avLst/>
          </a:prstGeom>
          <a:solidFill>
            <a:schemeClr val="bg2"/>
          </a:solidFill>
        </p:spPr>
        <p:txBody>
          <a:bodyPr anchor="ctr"/>
          <a:lstStyle>
            <a:lvl1pPr marL="0" indent="0" algn="ctr">
              <a:spcBef>
                <a:spcPts val="0"/>
              </a:spcBef>
              <a:spcAft>
                <a:spcPts val="0"/>
              </a:spcAft>
              <a:buNone/>
              <a:defRPr lang="en-AU" dirty="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AU" dirty="0"/>
              <a:t>Click icon to add picture</a:t>
            </a:r>
            <a:br>
              <a:rPr lang="en-AU" dirty="0"/>
            </a:br>
            <a:br>
              <a:rPr lang="en-AU" dirty="0"/>
            </a:br>
            <a:br>
              <a:rPr lang="en-AU" dirty="0"/>
            </a:br>
            <a:endParaRPr lang="en-AU" dirty="0"/>
          </a:p>
        </p:txBody>
      </p:sp>
      <p:sp>
        <p:nvSpPr>
          <p:cNvPr id="4" name="Text Placeholder 3"/>
          <p:cNvSpPr>
            <a:spLocks noGrp="1"/>
          </p:cNvSpPr>
          <p:nvPr>
            <p:ph type="body" sz="half" idx="2" hasCustomPrompt="1"/>
          </p:nvPr>
        </p:nvSpPr>
        <p:spPr>
          <a:xfrm>
            <a:off x="695327" y="5949320"/>
            <a:ext cx="10801348" cy="360000"/>
          </a:xfrm>
          <a:prstGeom prst="rect">
            <a:avLst/>
          </a:prstGeo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10" name="Text Placeholder 5">
            <a:extLst>
              <a:ext uri="{FF2B5EF4-FFF2-40B4-BE49-F238E27FC236}">
                <a16:creationId xmlns:a16="http://schemas.microsoft.com/office/drawing/2014/main" id="{D683528B-5613-4179-BFD8-DFE24675A848}"/>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1" name="Rectangle 10">
            <a:extLst>
              <a:ext uri="{FF2B5EF4-FFF2-40B4-BE49-F238E27FC236}">
                <a16:creationId xmlns:a16="http://schemas.microsoft.com/office/drawing/2014/main" id="{61FA6F18-A6B9-4002-9AF5-5A621B0ECEA9}"/>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3" name="Picture 12">
            <a:extLst>
              <a:ext uri="{FF2B5EF4-FFF2-40B4-BE49-F238E27FC236}">
                <a16:creationId xmlns:a16="http://schemas.microsoft.com/office/drawing/2014/main" id="{F6667976-37E5-419D-871B-FF7F3279A819}"/>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7" name="Title 6">
            <a:extLst>
              <a:ext uri="{FF2B5EF4-FFF2-40B4-BE49-F238E27FC236}">
                <a16:creationId xmlns:a16="http://schemas.microsoft.com/office/drawing/2014/main" id="{7328C3BB-E5DD-47D4-B3C1-7A89BC1FE841}"/>
              </a:ext>
            </a:extLst>
          </p:cNvPr>
          <p:cNvSpPr>
            <a:spLocks noGrp="1"/>
          </p:cNvSpPr>
          <p:nvPr>
            <p:ph type="title"/>
          </p:nvPr>
        </p:nvSpPr>
        <p:spPr/>
        <p:txBody>
          <a:bodyPr/>
          <a:lstStyle/>
          <a:p>
            <a:r>
              <a:rPr lang="en-US"/>
              <a:t>Click to edit Master title style</a:t>
            </a:r>
            <a:endParaRPr lang="en-AU" dirty="0"/>
          </a:p>
        </p:txBody>
      </p:sp>
      <p:sp>
        <p:nvSpPr>
          <p:cNvPr id="8" name="Footer Placeholder 7">
            <a:extLst>
              <a:ext uri="{FF2B5EF4-FFF2-40B4-BE49-F238E27FC236}">
                <a16:creationId xmlns:a16="http://schemas.microsoft.com/office/drawing/2014/main" id="{36E1B5CB-C615-403B-B182-EBCD5DAC9E67}"/>
              </a:ext>
            </a:extLst>
          </p:cNvPr>
          <p:cNvSpPr>
            <a:spLocks noGrp="1"/>
          </p:cNvSpPr>
          <p:nvPr>
            <p:ph type="ftr" sz="quarter" idx="17"/>
          </p:nvPr>
        </p:nvSpPr>
        <p:spPr>
          <a:xfrm>
            <a:off x="695326" y="6519171"/>
            <a:ext cx="3360109" cy="240219"/>
          </a:xfrm>
          <a:prstGeom prst="rect">
            <a:avLst/>
          </a:prstGeom>
        </p:spPr>
        <p:txBody>
          <a:bodyPr/>
          <a:lstStyle/>
          <a:p>
            <a:r>
              <a:rPr lang="en-AU"/>
              <a:t>SLAT7806 Research Methods</a:t>
            </a:r>
            <a:endParaRPr lang="en-AU" dirty="0"/>
          </a:p>
        </p:txBody>
      </p:sp>
      <p:sp>
        <p:nvSpPr>
          <p:cNvPr id="12" name="Slide Number Placeholder 11">
            <a:extLst>
              <a:ext uri="{FF2B5EF4-FFF2-40B4-BE49-F238E27FC236}">
                <a16:creationId xmlns:a16="http://schemas.microsoft.com/office/drawing/2014/main" id="{FBA690D5-44C9-4D2D-925E-426FB8864D8D}"/>
              </a:ext>
            </a:extLst>
          </p:cNvPr>
          <p:cNvSpPr>
            <a:spLocks noGrp="1"/>
          </p:cNvSpPr>
          <p:nvPr>
            <p:ph type="sldNum" sz="quarter" idx="18"/>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40027253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with Image Two Third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CB39BD51-2E8D-4FDD-8EEB-A7A9070EDD67}"/>
              </a:ext>
            </a:extLst>
          </p:cNvPr>
          <p:cNvSpPr>
            <a:spLocks noGrp="1"/>
          </p:cNvSpPr>
          <p:nvPr>
            <p:ph type="pic" sz="quarter" idx="12" hasCustomPrompt="1"/>
          </p:nvPr>
        </p:nvSpPr>
        <p:spPr>
          <a:xfrm>
            <a:off x="4407048" y="630979"/>
            <a:ext cx="7784951" cy="6234196"/>
          </a:xfrm>
          <a:custGeom>
            <a:avLst/>
            <a:gdLst>
              <a:gd name="connsiteX0" fmla="*/ 0 w 5187576"/>
              <a:gd name="connsiteY0" fmla="*/ 0 h 5919694"/>
              <a:gd name="connsiteX1" fmla="*/ 5187576 w 5187576"/>
              <a:gd name="connsiteY1" fmla="*/ 0 h 5919694"/>
              <a:gd name="connsiteX2" fmla="*/ 5187576 w 5187576"/>
              <a:gd name="connsiteY2" fmla="*/ 5919694 h 5919694"/>
              <a:gd name="connsiteX3" fmla="*/ 0 w 5187576"/>
              <a:gd name="connsiteY3" fmla="*/ 5919694 h 5919694"/>
              <a:gd name="connsiteX4" fmla="*/ 0 w 5187576"/>
              <a:gd name="connsiteY4" fmla="*/ 0 h 5919694"/>
              <a:gd name="connsiteX0" fmla="*/ 5977 w 5193553"/>
              <a:gd name="connsiteY0" fmla="*/ 0 h 5919694"/>
              <a:gd name="connsiteX1" fmla="*/ 5193553 w 5193553"/>
              <a:gd name="connsiteY1" fmla="*/ 0 h 5919694"/>
              <a:gd name="connsiteX2" fmla="*/ 5193553 w 5193553"/>
              <a:gd name="connsiteY2" fmla="*/ 5919694 h 5919694"/>
              <a:gd name="connsiteX3" fmla="*/ 5977 w 5193553"/>
              <a:gd name="connsiteY3" fmla="*/ 5919694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687921 w 5193555"/>
              <a:gd name="connsiteY3" fmla="*/ 5101592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537903 w 5193555"/>
              <a:gd name="connsiteY3" fmla="*/ 5916707 h 5919694"/>
              <a:gd name="connsiteX4" fmla="*/ 2 w 5193555"/>
              <a:gd name="connsiteY4" fmla="*/ 3609788 h 5919694"/>
              <a:gd name="connsiteX5" fmla="*/ 5979 w 5193555"/>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12 w 5187688"/>
              <a:gd name="connsiteY0" fmla="*/ 0 h 5919694"/>
              <a:gd name="connsiteX1" fmla="*/ 5187688 w 5187688"/>
              <a:gd name="connsiteY1" fmla="*/ 0 h 5919694"/>
              <a:gd name="connsiteX2" fmla="*/ 5187688 w 5187688"/>
              <a:gd name="connsiteY2" fmla="*/ 5919694 h 5919694"/>
              <a:gd name="connsiteX3" fmla="*/ 2532036 w 5187688"/>
              <a:gd name="connsiteY3" fmla="*/ 5916707 h 5919694"/>
              <a:gd name="connsiteX4" fmla="*/ 21520 w 5187688"/>
              <a:gd name="connsiteY4" fmla="*/ 3298360 h 5919694"/>
              <a:gd name="connsiteX5" fmla="*/ 112 w 5187688"/>
              <a:gd name="connsiteY5" fmla="*/ 0 h 5919694"/>
              <a:gd name="connsiteX0" fmla="*/ 2405 w 5189981"/>
              <a:gd name="connsiteY0" fmla="*/ 0 h 5919694"/>
              <a:gd name="connsiteX1" fmla="*/ 5189981 w 5189981"/>
              <a:gd name="connsiteY1" fmla="*/ 0 h 5919694"/>
              <a:gd name="connsiteX2" fmla="*/ 5189981 w 5189981"/>
              <a:gd name="connsiteY2" fmla="*/ 5919694 h 5919694"/>
              <a:gd name="connsiteX3" fmla="*/ 2534329 w 5189981"/>
              <a:gd name="connsiteY3" fmla="*/ 5916707 h 5919694"/>
              <a:gd name="connsiteX4" fmla="*/ 0 w 5189981"/>
              <a:gd name="connsiteY4" fmla="*/ 3164891 h 5919694"/>
              <a:gd name="connsiteX5" fmla="*/ 2405 w 5189981"/>
              <a:gd name="connsiteY5" fmla="*/ 0 h 5919694"/>
              <a:gd name="connsiteX0" fmla="*/ 2532 w 5190108"/>
              <a:gd name="connsiteY0" fmla="*/ 0 h 5919694"/>
              <a:gd name="connsiteX1" fmla="*/ 5190108 w 5190108"/>
              <a:gd name="connsiteY1" fmla="*/ 0 h 5919694"/>
              <a:gd name="connsiteX2" fmla="*/ 5190108 w 5190108"/>
              <a:gd name="connsiteY2" fmla="*/ 5919694 h 5919694"/>
              <a:gd name="connsiteX3" fmla="*/ 2534456 w 5190108"/>
              <a:gd name="connsiteY3" fmla="*/ 5916707 h 5919694"/>
              <a:gd name="connsiteX4" fmla="*/ 127 w 5190108"/>
              <a:gd name="connsiteY4" fmla="*/ 3164891 h 5919694"/>
              <a:gd name="connsiteX5" fmla="*/ 2532 w 5190108"/>
              <a:gd name="connsiteY5" fmla="*/ 0 h 5919694"/>
              <a:gd name="connsiteX0" fmla="*/ 2464 w 5190040"/>
              <a:gd name="connsiteY0" fmla="*/ 0 h 5919694"/>
              <a:gd name="connsiteX1" fmla="*/ 5190040 w 5190040"/>
              <a:gd name="connsiteY1" fmla="*/ 0 h 5919694"/>
              <a:gd name="connsiteX2" fmla="*/ 5190040 w 5190040"/>
              <a:gd name="connsiteY2" fmla="*/ 5919694 h 5919694"/>
              <a:gd name="connsiteX3" fmla="*/ 2534388 w 5190040"/>
              <a:gd name="connsiteY3" fmla="*/ 5916707 h 5919694"/>
              <a:gd name="connsiteX4" fmla="*/ 59 w 5190040"/>
              <a:gd name="connsiteY4" fmla="*/ 3164891 h 5919694"/>
              <a:gd name="connsiteX5" fmla="*/ 2464 w 5190040"/>
              <a:gd name="connsiteY5" fmla="*/ 0 h 5919694"/>
              <a:gd name="connsiteX0" fmla="*/ 2512 w 5190088"/>
              <a:gd name="connsiteY0" fmla="*/ 0 h 5919694"/>
              <a:gd name="connsiteX1" fmla="*/ 5190088 w 5190088"/>
              <a:gd name="connsiteY1" fmla="*/ 0 h 5919694"/>
              <a:gd name="connsiteX2" fmla="*/ 5190088 w 5190088"/>
              <a:gd name="connsiteY2" fmla="*/ 5919694 h 5919694"/>
              <a:gd name="connsiteX3" fmla="*/ 2534436 w 5190088"/>
              <a:gd name="connsiteY3" fmla="*/ 5916707 h 5919694"/>
              <a:gd name="connsiteX4" fmla="*/ 107 w 5190088"/>
              <a:gd name="connsiteY4" fmla="*/ 3164891 h 5919694"/>
              <a:gd name="connsiteX5" fmla="*/ 2512 w 5190088"/>
              <a:gd name="connsiteY5" fmla="*/ 0 h 5919694"/>
              <a:gd name="connsiteX0" fmla="*/ 2406 w 5189982"/>
              <a:gd name="connsiteY0" fmla="*/ 0 h 5919694"/>
              <a:gd name="connsiteX1" fmla="*/ 5189982 w 5189982"/>
              <a:gd name="connsiteY1" fmla="*/ 0 h 5919694"/>
              <a:gd name="connsiteX2" fmla="*/ 5189982 w 5189982"/>
              <a:gd name="connsiteY2" fmla="*/ 5919694 h 5919694"/>
              <a:gd name="connsiteX3" fmla="*/ 2534330 w 5189982"/>
              <a:gd name="connsiteY3" fmla="*/ 5916707 h 5919694"/>
              <a:gd name="connsiteX4" fmla="*/ 1 w 5189982"/>
              <a:gd name="connsiteY4" fmla="*/ 3164891 h 5919694"/>
              <a:gd name="connsiteX5" fmla="*/ 2406 w 5189982"/>
              <a:gd name="connsiteY5" fmla="*/ 0 h 5919694"/>
              <a:gd name="connsiteX0" fmla="*/ 216 w 5198678"/>
              <a:gd name="connsiteY0" fmla="*/ 333321 h 5919694"/>
              <a:gd name="connsiteX1" fmla="*/ 5198678 w 5198678"/>
              <a:gd name="connsiteY1" fmla="*/ 0 h 5919694"/>
              <a:gd name="connsiteX2" fmla="*/ 5198678 w 5198678"/>
              <a:gd name="connsiteY2" fmla="*/ 5919694 h 5919694"/>
              <a:gd name="connsiteX3" fmla="*/ 2543026 w 5198678"/>
              <a:gd name="connsiteY3" fmla="*/ 5916707 h 5919694"/>
              <a:gd name="connsiteX4" fmla="*/ 8697 w 5198678"/>
              <a:gd name="connsiteY4" fmla="*/ 3164891 h 5919694"/>
              <a:gd name="connsiteX5" fmla="*/ 216 w 5198678"/>
              <a:gd name="connsiteY5" fmla="*/ 333321 h 5919694"/>
              <a:gd name="connsiteX0" fmla="*/ 216 w 5198678"/>
              <a:gd name="connsiteY0" fmla="*/ 0 h 5586373"/>
              <a:gd name="connsiteX1" fmla="*/ 5198678 w 5198678"/>
              <a:gd name="connsiteY1" fmla="*/ 28985 h 5586373"/>
              <a:gd name="connsiteX2" fmla="*/ 5198678 w 5198678"/>
              <a:gd name="connsiteY2" fmla="*/ 5586373 h 5586373"/>
              <a:gd name="connsiteX3" fmla="*/ 2543026 w 5198678"/>
              <a:gd name="connsiteY3" fmla="*/ 5583386 h 5586373"/>
              <a:gd name="connsiteX4" fmla="*/ 8697 w 5198678"/>
              <a:gd name="connsiteY4" fmla="*/ 2831570 h 5586373"/>
              <a:gd name="connsiteX5" fmla="*/ 216 w 5198678"/>
              <a:gd name="connsiteY5" fmla="*/ 0 h 5586373"/>
              <a:gd name="connsiteX0" fmla="*/ 216 w 5198678"/>
              <a:gd name="connsiteY0" fmla="*/ 0 h 5571881"/>
              <a:gd name="connsiteX1" fmla="*/ 5198678 w 5198678"/>
              <a:gd name="connsiteY1" fmla="*/ 14493 h 5571881"/>
              <a:gd name="connsiteX2" fmla="*/ 5198678 w 5198678"/>
              <a:gd name="connsiteY2" fmla="*/ 5571881 h 5571881"/>
              <a:gd name="connsiteX3" fmla="*/ 2543026 w 5198678"/>
              <a:gd name="connsiteY3" fmla="*/ 5568894 h 5571881"/>
              <a:gd name="connsiteX4" fmla="*/ 8697 w 5198678"/>
              <a:gd name="connsiteY4" fmla="*/ 2817078 h 5571881"/>
              <a:gd name="connsiteX5" fmla="*/ 216 w 5198678"/>
              <a:gd name="connsiteY5" fmla="*/ 0 h 5571881"/>
              <a:gd name="connsiteX0" fmla="*/ 216 w 5198678"/>
              <a:gd name="connsiteY0" fmla="*/ 15941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15941 h 5587822"/>
              <a:gd name="connsiteX0" fmla="*/ 216 w 5198678"/>
              <a:gd name="connsiteY0" fmla="*/ 629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629 h 5587822"/>
              <a:gd name="connsiteX0" fmla="*/ 454 w 5198916"/>
              <a:gd name="connsiteY0" fmla="*/ 629 h 5587822"/>
              <a:gd name="connsiteX1" fmla="*/ 5198916 w 5198916"/>
              <a:gd name="connsiteY1" fmla="*/ 0 h 5587822"/>
              <a:gd name="connsiteX2" fmla="*/ 5198916 w 5198916"/>
              <a:gd name="connsiteY2" fmla="*/ 5587822 h 5587822"/>
              <a:gd name="connsiteX3" fmla="*/ 2543264 w 5198916"/>
              <a:gd name="connsiteY3" fmla="*/ 5584835 h 5587822"/>
              <a:gd name="connsiteX4" fmla="*/ 1791 w 5198916"/>
              <a:gd name="connsiteY4" fmla="*/ 3144946 h 5587822"/>
              <a:gd name="connsiteX5" fmla="*/ 454 w 5198916"/>
              <a:gd name="connsiteY5" fmla="*/ 629 h 5587822"/>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198916" h="5593381">
                <a:moveTo>
                  <a:pt x="454" y="629"/>
                </a:moveTo>
                <a:lnTo>
                  <a:pt x="5198916" y="0"/>
                </a:lnTo>
                <a:lnTo>
                  <a:pt x="5198916" y="5587822"/>
                </a:lnTo>
                <a:lnTo>
                  <a:pt x="1718207" y="5593381"/>
                </a:lnTo>
                <a:cubicBezTo>
                  <a:pt x="689093" y="5283249"/>
                  <a:pt x="-8821" y="3998617"/>
                  <a:pt x="1791" y="3144946"/>
                </a:cubicBezTo>
                <a:cubicBezTo>
                  <a:pt x="3783" y="1941683"/>
                  <a:pt x="-1538" y="1203892"/>
                  <a:pt x="454" y="629"/>
                </a:cubicBezTo>
                <a:close/>
              </a:path>
            </a:pathLst>
          </a:custGeom>
          <a:solidFill>
            <a:schemeClr val="bg2"/>
          </a:solidFill>
        </p:spPr>
        <p:txBody>
          <a:bodyPr anchor="ctr"/>
          <a:lstStyle>
            <a:lvl1pPr algn="ctr">
              <a:defRPr sz="1200"/>
            </a:lvl1pPr>
          </a:lstStyle>
          <a:p>
            <a:r>
              <a:rPr lang="en-AU" dirty="0"/>
              <a:t> Click icon to insert picture</a:t>
            </a:r>
          </a:p>
          <a:p>
            <a:endParaRPr lang="en-AU" dirty="0"/>
          </a:p>
        </p:txBody>
      </p:sp>
      <p:sp>
        <p:nvSpPr>
          <p:cNvPr id="6" name="Text Placeholder 5">
            <a:extLst>
              <a:ext uri="{FF2B5EF4-FFF2-40B4-BE49-F238E27FC236}">
                <a16:creationId xmlns:a16="http://schemas.microsoft.com/office/drawing/2014/main" id="{05B945E3-14E3-4804-9C19-FEC6CFB9A20D}"/>
              </a:ext>
            </a:extLst>
          </p:cNvPr>
          <p:cNvSpPr>
            <a:spLocks noGrp="1"/>
          </p:cNvSpPr>
          <p:nvPr>
            <p:ph type="body" sz="quarter" idx="13"/>
          </p:nvPr>
        </p:nvSpPr>
        <p:spPr>
          <a:xfrm>
            <a:off x="695326" y="2204864"/>
            <a:ext cx="3384000" cy="4093424"/>
          </a:xfrm>
          <a:prstGeom prst="rect">
            <a:avLst/>
          </a:prstGeom>
        </p:spPr>
        <p:txBody>
          <a:bodyPr/>
          <a:lstStyle>
            <a:lvl1pPr>
              <a:buNone/>
              <a:defRPr lang="en-US" dirty="0"/>
            </a:lvl1pPr>
            <a:lvl2pPr>
              <a:defRPr lang="en-US" dirty="0"/>
            </a:lvl2pPr>
            <a:lvl3pPr>
              <a:defRPr lang="en-US" dirty="0"/>
            </a:lvl3pPr>
            <a:lvl4pPr>
              <a:defRPr lang="en-US" dirty="0"/>
            </a:lvl4pPr>
            <a:lvl5pPr>
              <a:defRPr lang="en-US" dirty="0"/>
            </a:lvl5pPr>
            <a:lvl6pPr>
              <a:defRPr lang="en-AU" dirty="0"/>
            </a:lvl6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9" name="Rectangle 8">
            <a:extLst>
              <a:ext uri="{FF2B5EF4-FFF2-40B4-BE49-F238E27FC236}">
                <a16:creationId xmlns:a16="http://schemas.microsoft.com/office/drawing/2014/main" id="{35F1548D-4CF2-410E-9EAF-5FFD92B8BD25}"/>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3" name="Picture 12">
            <a:extLst>
              <a:ext uri="{FF2B5EF4-FFF2-40B4-BE49-F238E27FC236}">
                <a16:creationId xmlns:a16="http://schemas.microsoft.com/office/drawing/2014/main" id="{A4FFD650-D01F-491D-B510-1C0C7A868A64}"/>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2" name="Title 1">
            <a:extLst>
              <a:ext uri="{FF2B5EF4-FFF2-40B4-BE49-F238E27FC236}">
                <a16:creationId xmlns:a16="http://schemas.microsoft.com/office/drawing/2014/main" id="{E6DFCBBC-8906-4BED-9DB4-F37D43569C83}"/>
              </a:ext>
            </a:extLst>
          </p:cNvPr>
          <p:cNvSpPr>
            <a:spLocks noGrp="1"/>
          </p:cNvSpPr>
          <p:nvPr>
            <p:ph type="title"/>
          </p:nvPr>
        </p:nvSpPr>
        <p:spPr>
          <a:xfrm>
            <a:off x="695326" y="1052736"/>
            <a:ext cx="3384549" cy="1008112"/>
          </a:xfrm>
        </p:spPr>
        <p:txBody>
          <a:bodyPr anchor="t"/>
          <a:lstStyle/>
          <a:p>
            <a:r>
              <a:rPr lang="en-US"/>
              <a:t>Click to edit Master title style</a:t>
            </a:r>
            <a:endParaRPr lang="en-AU" dirty="0"/>
          </a:p>
        </p:txBody>
      </p:sp>
      <p:sp>
        <p:nvSpPr>
          <p:cNvPr id="8" name="Footer Placeholder 7">
            <a:extLst>
              <a:ext uri="{FF2B5EF4-FFF2-40B4-BE49-F238E27FC236}">
                <a16:creationId xmlns:a16="http://schemas.microsoft.com/office/drawing/2014/main" id="{0DA6D18E-7831-44BE-9F27-A68CFE3B02CE}"/>
              </a:ext>
            </a:extLst>
          </p:cNvPr>
          <p:cNvSpPr>
            <a:spLocks noGrp="1"/>
          </p:cNvSpPr>
          <p:nvPr>
            <p:ph type="ftr" sz="quarter" idx="15"/>
          </p:nvPr>
        </p:nvSpPr>
        <p:spPr>
          <a:xfrm>
            <a:off x="695326" y="6519171"/>
            <a:ext cx="3360109" cy="240219"/>
          </a:xfrm>
          <a:prstGeom prst="rect">
            <a:avLst/>
          </a:prstGeom>
        </p:spPr>
        <p:txBody>
          <a:bodyPr/>
          <a:lstStyle/>
          <a:p>
            <a:r>
              <a:rPr lang="en-AU"/>
              <a:t>SLAT7806 Research Methods</a:t>
            </a:r>
            <a:endParaRPr lang="en-AU" dirty="0"/>
          </a:p>
        </p:txBody>
      </p:sp>
      <p:sp>
        <p:nvSpPr>
          <p:cNvPr id="11" name="Slide Number Placeholder 10">
            <a:extLst>
              <a:ext uri="{FF2B5EF4-FFF2-40B4-BE49-F238E27FC236}">
                <a16:creationId xmlns:a16="http://schemas.microsoft.com/office/drawing/2014/main" id="{CBA412D2-A7E4-4007-BC7B-41EB3D0B601C}"/>
              </a:ext>
            </a:extLst>
          </p:cNvPr>
          <p:cNvSpPr>
            <a:spLocks noGrp="1"/>
          </p:cNvSpPr>
          <p:nvPr>
            <p:ph type="sldNum" sz="quarter" idx="16"/>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180595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 with Image Half">
    <p:spTree>
      <p:nvGrpSpPr>
        <p:cNvPr id="1" name=""/>
        <p:cNvGrpSpPr/>
        <p:nvPr/>
      </p:nvGrpSpPr>
      <p:grpSpPr>
        <a:xfrm>
          <a:off x="0" y="0"/>
          <a:ext cx="0" cy="0"/>
          <a:chOff x="0" y="0"/>
          <a:chExt cx="0" cy="0"/>
        </a:xfrm>
      </p:grpSpPr>
      <p:sp>
        <p:nvSpPr>
          <p:cNvPr id="12" name="Picture Placeholder 9">
            <a:extLst>
              <a:ext uri="{FF2B5EF4-FFF2-40B4-BE49-F238E27FC236}">
                <a16:creationId xmlns:a16="http://schemas.microsoft.com/office/drawing/2014/main" id="{8FB0C548-DD10-4ED1-BA05-293A119D2AEB}"/>
              </a:ext>
            </a:extLst>
          </p:cNvPr>
          <p:cNvSpPr>
            <a:spLocks noGrp="1"/>
          </p:cNvSpPr>
          <p:nvPr>
            <p:ph type="pic" sz="quarter" idx="18" hasCustomPrompt="1"/>
          </p:nvPr>
        </p:nvSpPr>
        <p:spPr>
          <a:xfrm>
            <a:off x="6099776" y="619522"/>
            <a:ext cx="6096132" cy="6238324"/>
          </a:xfrm>
          <a:custGeom>
            <a:avLst/>
            <a:gdLst>
              <a:gd name="connsiteX0" fmla="*/ 0 w 5187576"/>
              <a:gd name="connsiteY0" fmla="*/ 0 h 5919694"/>
              <a:gd name="connsiteX1" fmla="*/ 5187576 w 5187576"/>
              <a:gd name="connsiteY1" fmla="*/ 0 h 5919694"/>
              <a:gd name="connsiteX2" fmla="*/ 5187576 w 5187576"/>
              <a:gd name="connsiteY2" fmla="*/ 5919694 h 5919694"/>
              <a:gd name="connsiteX3" fmla="*/ 0 w 5187576"/>
              <a:gd name="connsiteY3" fmla="*/ 5919694 h 5919694"/>
              <a:gd name="connsiteX4" fmla="*/ 0 w 5187576"/>
              <a:gd name="connsiteY4" fmla="*/ 0 h 5919694"/>
              <a:gd name="connsiteX0" fmla="*/ 5977 w 5193553"/>
              <a:gd name="connsiteY0" fmla="*/ 0 h 5919694"/>
              <a:gd name="connsiteX1" fmla="*/ 5193553 w 5193553"/>
              <a:gd name="connsiteY1" fmla="*/ 0 h 5919694"/>
              <a:gd name="connsiteX2" fmla="*/ 5193553 w 5193553"/>
              <a:gd name="connsiteY2" fmla="*/ 5919694 h 5919694"/>
              <a:gd name="connsiteX3" fmla="*/ 5977 w 5193553"/>
              <a:gd name="connsiteY3" fmla="*/ 5919694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687921 w 5193555"/>
              <a:gd name="connsiteY3" fmla="*/ 5101592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537903 w 5193555"/>
              <a:gd name="connsiteY3" fmla="*/ 5916707 h 5919694"/>
              <a:gd name="connsiteX4" fmla="*/ 2 w 5193555"/>
              <a:gd name="connsiteY4" fmla="*/ 3609788 h 5919694"/>
              <a:gd name="connsiteX5" fmla="*/ 5979 w 5193555"/>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12 w 5187688"/>
              <a:gd name="connsiteY0" fmla="*/ 0 h 5919694"/>
              <a:gd name="connsiteX1" fmla="*/ 5187688 w 5187688"/>
              <a:gd name="connsiteY1" fmla="*/ 0 h 5919694"/>
              <a:gd name="connsiteX2" fmla="*/ 5187688 w 5187688"/>
              <a:gd name="connsiteY2" fmla="*/ 5919694 h 5919694"/>
              <a:gd name="connsiteX3" fmla="*/ 2532036 w 5187688"/>
              <a:gd name="connsiteY3" fmla="*/ 5916707 h 5919694"/>
              <a:gd name="connsiteX4" fmla="*/ 21520 w 5187688"/>
              <a:gd name="connsiteY4" fmla="*/ 3298360 h 5919694"/>
              <a:gd name="connsiteX5" fmla="*/ 112 w 5187688"/>
              <a:gd name="connsiteY5" fmla="*/ 0 h 5919694"/>
              <a:gd name="connsiteX0" fmla="*/ 2405 w 5189981"/>
              <a:gd name="connsiteY0" fmla="*/ 0 h 5919694"/>
              <a:gd name="connsiteX1" fmla="*/ 5189981 w 5189981"/>
              <a:gd name="connsiteY1" fmla="*/ 0 h 5919694"/>
              <a:gd name="connsiteX2" fmla="*/ 5189981 w 5189981"/>
              <a:gd name="connsiteY2" fmla="*/ 5919694 h 5919694"/>
              <a:gd name="connsiteX3" fmla="*/ 2534329 w 5189981"/>
              <a:gd name="connsiteY3" fmla="*/ 5916707 h 5919694"/>
              <a:gd name="connsiteX4" fmla="*/ 0 w 5189981"/>
              <a:gd name="connsiteY4" fmla="*/ 3164891 h 5919694"/>
              <a:gd name="connsiteX5" fmla="*/ 2405 w 5189981"/>
              <a:gd name="connsiteY5" fmla="*/ 0 h 5919694"/>
              <a:gd name="connsiteX0" fmla="*/ 2532 w 5190108"/>
              <a:gd name="connsiteY0" fmla="*/ 0 h 5919694"/>
              <a:gd name="connsiteX1" fmla="*/ 5190108 w 5190108"/>
              <a:gd name="connsiteY1" fmla="*/ 0 h 5919694"/>
              <a:gd name="connsiteX2" fmla="*/ 5190108 w 5190108"/>
              <a:gd name="connsiteY2" fmla="*/ 5919694 h 5919694"/>
              <a:gd name="connsiteX3" fmla="*/ 2534456 w 5190108"/>
              <a:gd name="connsiteY3" fmla="*/ 5916707 h 5919694"/>
              <a:gd name="connsiteX4" fmla="*/ 127 w 5190108"/>
              <a:gd name="connsiteY4" fmla="*/ 3164891 h 5919694"/>
              <a:gd name="connsiteX5" fmla="*/ 2532 w 5190108"/>
              <a:gd name="connsiteY5" fmla="*/ 0 h 5919694"/>
              <a:gd name="connsiteX0" fmla="*/ 2464 w 5190040"/>
              <a:gd name="connsiteY0" fmla="*/ 0 h 5919694"/>
              <a:gd name="connsiteX1" fmla="*/ 5190040 w 5190040"/>
              <a:gd name="connsiteY1" fmla="*/ 0 h 5919694"/>
              <a:gd name="connsiteX2" fmla="*/ 5190040 w 5190040"/>
              <a:gd name="connsiteY2" fmla="*/ 5919694 h 5919694"/>
              <a:gd name="connsiteX3" fmla="*/ 2534388 w 5190040"/>
              <a:gd name="connsiteY3" fmla="*/ 5916707 h 5919694"/>
              <a:gd name="connsiteX4" fmla="*/ 59 w 5190040"/>
              <a:gd name="connsiteY4" fmla="*/ 3164891 h 5919694"/>
              <a:gd name="connsiteX5" fmla="*/ 2464 w 5190040"/>
              <a:gd name="connsiteY5" fmla="*/ 0 h 5919694"/>
              <a:gd name="connsiteX0" fmla="*/ 2512 w 5190088"/>
              <a:gd name="connsiteY0" fmla="*/ 0 h 5919694"/>
              <a:gd name="connsiteX1" fmla="*/ 5190088 w 5190088"/>
              <a:gd name="connsiteY1" fmla="*/ 0 h 5919694"/>
              <a:gd name="connsiteX2" fmla="*/ 5190088 w 5190088"/>
              <a:gd name="connsiteY2" fmla="*/ 5919694 h 5919694"/>
              <a:gd name="connsiteX3" fmla="*/ 2534436 w 5190088"/>
              <a:gd name="connsiteY3" fmla="*/ 5916707 h 5919694"/>
              <a:gd name="connsiteX4" fmla="*/ 107 w 5190088"/>
              <a:gd name="connsiteY4" fmla="*/ 3164891 h 5919694"/>
              <a:gd name="connsiteX5" fmla="*/ 2512 w 5190088"/>
              <a:gd name="connsiteY5" fmla="*/ 0 h 5919694"/>
              <a:gd name="connsiteX0" fmla="*/ 2406 w 5189982"/>
              <a:gd name="connsiteY0" fmla="*/ 0 h 5919694"/>
              <a:gd name="connsiteX1" fmla="*/ 5189982 w 5189982"/>
              <a:gd name="connsiteY1" fmla="*/ 0 h 5919694"/>
              <a:gd name="connsiteX2" fmla="*/ 5189982 w 5189982"/>
              <a:gd name="connsiteY2" fmla="*/ 5919694 h 5919694"/>
              <a:gd name="connsiteX3" fmla="*/ 2534330 w 5189982"/>
              <a:gd name="connsiteY3" fmla="*/ 5916707 h 5919694"/>
              <a:gd name="connsiteX4" fmla="*/ 1 w 5189982"/>
              <a:gd name="connsiteY4" fmla="*/ 3164891 h 5919694"/>
              <a:gd name="connsiteX5" fmla="*/ 2406 w 5189982"/>
              <a:gd name="connsiteY5" fmla="*/ 0 h 5919694"/>
              <a:gd name="connsiteX0" fmla="*/ 216 w 5198678"/>
              <a:gd name="connsiteY0" fmla="*/ 333321 h 5919694"/>
              <a:gd name="connsiteX1" fmla="*/ 5198678 w 5198678"/>
              <a:gd name="connsiteY1" fmla="*/ 0 h 5919694"/>
              <a:gd name="connsiteX2" fmla="*/ 5198678 w 5198678"/>
              <a:gd name="connsiteY2" fmla="*/ 5919694 h 5919694"/>
              <a:gd name="connsiteX3" fmla="*/ 2543026 w 5198678"/>
              <a:gd name="connsiteY3" fmla="*/ 5916707 h 5919694"/>
              <a:gd name="connsiteX4" fmla="*/ 8697 w 5198678"/>
              <a:gd name="connsiteY4" fmla="*/ 3164891 h 5919694"/>
              <a:gd name="connsiteX5" fmla="*/ 216 w 5198678"/>
              <a:gd name="connsiteY5" fmla="*/ 333321 h 5919694"/>
              <a:gd name="connsiteX0" fmla="*/ 216 w 5198678"/>
              <a:gd name="connsiteY0" fmla="*/ 0 h 5586373"/>
              <a:gd name="connsiteX1" fmla="*/ 5198678 w 5198678"/>
              <a:gd name="connsiteY1" fmla="*/ 28985 h 5586373"/>
              <a:gd name="connsiteX2" fmla="*/ 5198678 w 5198678"/>
              <a:gd name="connsiteY2" fmla="*/ 5586373 h 5586373"/>
              <a:gd name="connsiteX3" fmla="*/ 2543026 w 5198678"/>
              <a:gd name="connsiteY3" fmla="*/ 5583386 h 5586373"/>
              <a:gd name="connsiteX4" fmla="*/ 8697 w 5198678"/>
              <a:gd name="connsiteY4" fmla="*/ 2831570 h 5586373"/>
              <a:gd name="connsiteX5" fmla="*/ 216 w 5198678"/>
              <a:gd name="connsiteY5" fmla="*/ 0 h 5586373"/>
              <a:gd name="connsiteX0" fmla="*/ 216 w 5198678"/>
              <a:gd name="connsiteY0" fmla="*/ 0 h 5571881"/>
              <a:gd name="connsiteX1" fmla="*/ 5198678 w 5198678"/>
              <a:gd name="connsiteY1" fmla="*/ 14493 h 5571881"/>
              <a:gd name="connsiteX2" fmla="*/ 5198678 w 5198678"/>
              <a:gd name="connsiteY2" fmla="*/ 5571881 h 5571881"/>
              <a:gd name="connsiteX3" fmla="*/ 2543026 w 5198678"/>
              <a:gd name="connsiteY3" fmla="*/ 5568894 h 5571881"/>
              <a:gd name="connsiteX4" fmla="*/ 8697 w 5198678"/>
              <a:gd name="connsiteY4" fmla="*/ 2817078 h 5571881"/>
              <a:gd name="connsiteX5" fmla="*/ 216 w 5198678"/>
              <a:gd name="connsiteY5" fmla="*/ 0 h 5571881"/>
              <a:gd name="connsiteX0" fmla="*/ 216 w 5198678"/>
              <a:gd name="connsiteY0" fmla="*/ 15941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15941 h 5587822"/>
              <a:gd name="connsiteX0" fmla="*/ 216 w 5198678"/>
              <a:gd name="connsiteY0" fmla="*/ 629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629 h 5587822"/>
              <a:gd name="connsiteX0" fmla="*/ 454 w 5198916"/>
              <a:gd name="connsiteY0" fmla="*/ 629 h 5587822"/>
              <a:gd name="connsiteX1" fmla="*/ 5198916 w 5198916"/>
              <a:gd name="connsiteY1" fmla="*/ 0 h 5587822"/>
              <a:gd name="connsiteX2" fmla="*/ 5198916 w 5198916"/>
              <a:gd name="connsiteY2" fmla="*/ 5587822 h 5587822"/>
              <a:gd name="connsiteX3" fmla="*/ 2543264 w 5198916"/>
              <a:gd name="connsiteY3" fmla="*/ 5584835 h 5587822"/>
              <a:gd name="connsiteX4" fmla="*/ 1791 w 5198916"/>
              <a:gd name="connsiteY4" fmla="*/ 3144946 h 5587822"/>
              <a:gd name="connsiteX5" fmla="*/ 454 w 5198916"/>
              <a:gd name="connsiteY5" fmla="*/ 629 h 5587822"/>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4083303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4089175"/>
              <a:gd name="connsiteY0" fmla="*/ 629 h 5595711"/>
              <a:gd name="connsiteX1" fmla="*/ 4083303 w 4089175"/>
              <a:gd name="connsiteY1" fmla="*/ 0 h 5595711"/>
              <a:gd name="connsiteX2" fmla="*/ 4089175 w 4089175"/>
              <a:gd name="connsiteY2" fmla="*/ 5595711 h 5595711"/>
              <a:gd name="connsiteX3" fmla="*/ 1718207 w 4089175"/>
              <a:gd name="connsiteY3" fmla="*/ 5593381 h 5595711"/>
              <a:gd name="connsiteX4" fmla="*/ 1791 w 4089175"/>
              <a:gd name="connsiteY4" fmla="*/ 3144946 h 5595711"/>
              <a:gd name="connsiteX5" fmla="*/ 454 w 4089175"/>
              <a:gd name="connsiteY5" fmla="*/ 629 h 5595711"/>
              <a:gd name="connsiteX0" fmla="*/ 454 w 4083340"/>
              <a:gd name="connsiteY0" fmla="*/ 629 h 5593381"/>
              <a:gd name="connsiteX1" fmla="*/ 4083303 w 4083340"/>
              <a:gd name="connsiteY1" fmla="*/ 0 h 5593381"/>
              <a:gd name="connsiteX2" fmla="*/ 4012844 w 4083340"/>
              <a:gd name="connsiteY2" fmla="*/ 5591438 h 5593381"/>
              <a:gd name="connsiteX3" fmla="*/ 1718207 w 4083340"/>
              <a:gd name="connsiteY3" fmla="*/ 5593381 h 5593381"/>
              <a:gd name="connsiteX4" fmla="*/ 1791 w 4083340"/>
              <a:gd name="connsiteY4" fmla="*/ 3144946 h 5593381"/>
              <a:gd name="connsiteX5" fmla="*/ 454 w 4083340"/>
              <a:gd name="connsiteY5" fmla="*/ 629 h 5593381"/>
              <a:gd name="connsiteX0" fmla="*/ 454 w 4083459"/>
              <a:gd name="connsiteY0" fmla="*/ 629 h 5593381"/>
              <a:gd name="connsiteX1" fmla="*/ 4083303 w 4083459"/>
              <a:gd name="connsiteY1" fmla="*/ 0 h 5593381"/>
              <a:gd name="connsiteX2" fmla="*/ 4070093 w 4083459"/>
              <a:gd name="connsiteY2" fmla="*/ 5591439 h 5593381"/>
              <a:gd name="connsiteX3" fmla="*/ 1718207 w 4083459"/>
              <a:gd name="connsiteY3" fmla="*/ 5593381 h 5593381"/>
              <a:gd name="connsiteX4" fmla="*/ 1791 w 4083459"/>
              <a:gd name="connsiteY4" fmla="*/ 3144946 h 5593381"/>
              <a:gd name="connsiteX5" fmla="*/ 454 w 4083459"/>
              <a:gd name="connsiteY5" fmla="*/ 629 h 5593381"/>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454 w 4070093"/>
              <a:gd name="connsiteY0" fmla="*/ 0 h 5592752"/>
              <a:gd name="connsiteX1" fmla="*/ 3943363 w 4070093"/>
              <a:gd name="connsiteY1" fmla="*/ 324970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10480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51501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14049 w 4069424"/>
              <a:gd name="connsiteY0" fmla="*/ 174112 h 5602782"/>
              <a:gd name="connsiteX1" fmla="*/ 4068911 w 4069424"/>
              <a:gd name="connsiteY1" fmla="*/ 0 h 5602782"/>
              <a:gd name="connsiteX2" fmla="*/ 4068422 w 4069424"/>
              <a:gd name="connsiteY2" fmla="*/ 5600840 h 5602782"/>
              <a:gd name="connsiteX3" fmla="*/ 1716536 w 4069424"/>
              <a:gd name="connsiteY3" fmla="*/ 5602782 h 5602782"/>
              <a:gd name="connsiteX4" fmla="*/ 120 w 4069424"/>
              <a:gd name="connsiteY4" fmla="*/ 3154347 h 5602782"/>
              <a:gd name="connsiteX5" fmla="*/ 14049 w 4069424"/>
              <a:gd name="connsiteY5" fmla="*/ 174112 h 560278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454 w 4070093"/>
              <a:gd name="connsiteY0" fmla="*/ 0 h 5592752"/>
              <a:gd name="connsiteX1" fmla="*/ 4065493 w 4070093"/>
              <a:gd name="connsiteY1" fmla="*/ 51501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9341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4333 h 5597085"/>
              <a:gd name="connsiteX1" fmla="*/ 4070582 w 4071095"/>
              <a:gd name="connsiteY1" fmla="*/ 0 h 5597085"/>
              <a:gd name="connsiteX2" fmla="*/ 4070093 w 4071095"/>
              <a:gd name="connsiteY2" fmla="*/ 5595143 h 5597085"/>
              <a:gd name="connsiteX3" fmla="*/ 1718207 w 4071095"/>
              <a:gd name="connsiteY3" fmla="*/ 5597085 h 5597085"/>
              <a:gd name="connsiteX4" fmla="*/ 1791 w 4071095"/>
              <a:gd name="connsiteY4" fmla="*/ 3148650 h 5597085"/>
              <a:gd name="connsiteX5" fmla="*/ 454 w 4071095"/>
              <a:gd name="connsiteY5" fmla="*/ 4333 h 5597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71095" h="5597085">
                <a:moveTo>
                  <a:pt x="454" y="4333"/>
                </a:moveTo>
                <a:lnTo>
                  <a:pt x="4070582" y="0"/>
                </a:lnTo>
                <a:cubicBezTo>
                  <a:pt x="4072539" y="1865237"/>
                  <a:pt x="4068136" y="3729906"/>
                  <a:pt x="4070093" y="5595143"/>
                </a:cubicBezTo>
                <a:lnTo>
                  <a:pt x="1718207" y="5597085"/>
                </a:lnTo>
                <a:cubicBezTo>
                  <a:pt x="689093" y="5286953"/>
                  <a:pt x="-8821" y="4002321"/>
                  <a:pt x="1791" y="3148650"/>
                </a:cubicBezTo>
                <a:cubicBezTo>
                  <a:pt x="3783" y="1945387"/>
                  <a:pt x="-1538" y="1207596"/>
                  <a:pt x="454" y="4333"/>
                </a:cubicBezTo>
                <a:close/>
              </a:path>
            </a:pathLst>
          </a:custGeom>
          <a:solidFill>
            <a:schemeClr val="bg2"/>
          </a:solidFill>
        </p:spPr>
        <p:txBody>
          <a:bodyPr anchor="ctr"/>
          <a:lstStyle>
            <a:lvl1pPr algn="ctr">
              <a:defRPr sz="1200"/>
            </a:lvl1pPr>
          </a:lstStyle>
          <a:p>
            <a:r>
              <a:rPr lang="en-AU" dirty="0"/>
              <a:t> Click icon to insert picture</a:t>
            </a:r>
          </a:p>
          <a:p>
            <a:endParaRPr lang="en-AU" dirty="0"/>
          </a:p>
        </p:txBody>
      </p:sp>
      <p:sp>
        <p:nvSpPr>
          <p:cNvPr id="9" name="Text Placeholder 5">
            <a:extLst>
              <a:ext uri="{FF2B5EF4-FFF2-40B4-BE49-F238E27FC236}">
                <a16:creationId xmlns:a16="http://schemas.microsoft.com/office/drawing/2014/main" id="{9939388E-DE68-4319-9112-7BA5E2C40EB3}"/>
              </a:ext>
            </a:extLst>
          </p:cNvPr>
          <p:cNvSpPr>
            <a:spLocks noGrp="1"/>
          </p:cNvSpPr>
          <p:nvPr>
            <p:ph type="body" sz="quarter" idx="15"/>
          </p:nvPr>
        </p:nvSpPr>
        <p:spPr>
          <a:xfrm>
            <a:off x="695326" y="1700213"/>
            <a:ext cx="5208588" cy="4608515"/>
          </a:xfrm>
          <a:prstGeom prst="rect">
            <a:avLst/>
          </a:prstGeom>
        </p:spPr>
        <p:txBody>
          <a:bodyPr/>
          <a:lstStyle>
            <a:lvl1pPr>
              <a:lnSpc>
                <a:spcPct val="100000"/>
              </a:lnSpc>
              <a:defRPr lang="en-US" dirty="0"/>
            </a:lvl1pPr>
            <a:lvl2pPr>
              <a:defRPr lang="en-US" dirty="0"/>
            </a:lvl2pPr>
            <a:lvl3pPr>
              <a:defRPr lang="en-US" dirty="0"/>
            </a:lvl3pPr>
            <a:lvl4pPr>
              <a:defRPr lang="en-US" dirty="0"/>
            </a:lvl4pPr>
            <a:lvl5pPr>
              <a:spcAft>
                <a:spcPts val="600"/>
              </a:spcAft>
              <a:defRPr lang="en-US" dirty="0"/>
            </a:lvl5pPr>
            <a:lvl6pPr>
              <a:defRPr lang="en-AU" dirty="0"/>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1" name="Text Placeholder 5">
            <a:extLst>
              <a:ext uri="{FF2B5EF4-FFF2-40B4-BE49-F238E27FC236}">
                <a16:creationId xmlns:a16="http://schemas.microsoft.com/office/drawing/2014/main" id="{8E5BD460-2E08-418B-9ED2-FED7577890AA}"/>
              </a:ext>
            </a:extLst>
          </p:cNvPr>
          <p:cNvSpPr>
            <a:spLocks noGrp="1"/>
          </p:cNvSpPr>
          <p:nvPr>
            <p:ph type="body" sz="quarter" idx="17"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0" name="Rectangle 9">
            <a:extLst>
              <a:ext uri="{FF2B5EF4-FFF2-40B4-BE49-F238E27FC236}">
                <a16:creationId xmlns:a16="http://schemas.microsoft.com/office/drawing/2014/main" id="{9ED1E0F1-AFFA-42EB-BA75-DA2D4500467E}"/>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4" name="Picture 13">
            <a:extLst>
              <a:ext uri="{FF2B5EF4-FFF2-40B4-BE49-F238E27FC236}">
                <a16:creationId xmlns:a16="http://schemas.microsoft.com/office/drawing/2014/main" id="{9BE6FC7D-C34E-46C7-8941-E28D2138AB4A}"/>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13" name="Title 1">
            <a:extLst>
              <a:ext uri="{FF2B5EF4-FFF2-40B4-BE49-F238E27FC236}">
                <a16:creationId xmlns:a16="http://schemas.microsoft.com/office/drawing/2014/main" id="{080EDC1B-18C6-4124-ACB9-D441CF15FE5D}"/>
              </a:ext>
            </a:extLst>
          </p:cNvPr>
          <p:cNvSpPr>
            <a:spLocks noGrp="1"/>
          </p:cNvSpPr>
          <p:nvPr>
            <p:ph type="title"/>
          </p:nvPr>
        </p:nvSpPr>
        <p:spPr>
          <a:xfrm>
            <a:off x="695326" y="1052736"/>
            <a:ext cx="5208587" cy="468000"/>
          </a:xfrm>
        </p:spPr>
        <p:txBody>
          <a:bodyPr anchor="t"/>
          <a:lstStyle/>
          <a:p>
            <a:r>
              <a:rPr lang="en-US"/>
              <a:t>Click to edit Master title style</a:t>
            </a:r>
            <a:endParaRPr lang="en-AU" dirty="0"/>
          </a:p>
        </p:txBody>
      </p:sp>
      <p:sp>
        <p:nvSpPr>
          <p:cNvPr id="6" name="Footer Placeholder 5">
            <a:extLst>
              <a:ext uri="{FF2B5EF4-FFF2-40B4-BE49-F238E27FC236}">
                <a16:creationId xmlns:a16="http://schemas.microsoft.com/office/drawing/2014/main" id="{8734EC9E-80A6-4F00-A6C2-0211431E31A4}"/>
              </a:ext>
            </a:extLst>
          </p:cNvPr>
          <p:cNvSpPr>
            <a:spLocks noGrp="1"/>
          </p:cNvSpPr>
          <p:nvPr>
            <p:ph type="ftr" sz="quarter" idx="20"/>
          </p:nvPr>
        </p:nvSpPr>
        <p:spPr>
          <a:xfrm>
            <a:off x="695326" y="6519171"/>
            <a:ext cx="3360109" cy="240219"/>
          </a:xfrm>
          <a:prstGeom prst="rect">
            <a:avLst/>
          </a:prstGeom>
        </p:spPr>
        <p:txBody>
          <a:bodyPr/>
          <a:lstStyle/>
          <a:p>
            <a:r>
              <a:rPr lang="en-AU"/>
              <a:t>SLAT7806 Research Methods</a:t>
            </a:r>
            <a:endParaRPr lang="en-AU" dirty="0"/>
          </a:p>
        </p:txBody>
      </p:sp>
      <p:sp>
        <p:nvSpPr>
          <p:cNvPr id="7" name="Slide Number Placeholder 6">
            <a:extLst>
              <a:ext uri="{FF2B5EF4-FFF2-40B4-BE49-F238E27FC236}">
                <a16:creationId xmlns:a16="http://schemas.microsoft.com/office/drawing/2014/main" id="{EFD63467-2027-4D99-8858-F83AC8390523}"/>
              </a:ext>
            </a:extLst>
          </p:cNvPr>
          <p:cNvSpPr>
            <a:spLocks noGrp="1"/>
          </p:cNvSpPr>
          <p:nvPr>
            <p:ph type="sldNum" sz="quarter" idx="21"/>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38496778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with Image One Third">
    <p:spTree>
      <p:nvGrpSpPr>
        <p:cNvPr id="1" name=""/>
        <p:cNvGrpSpPr/>
        <p:nvPr/>
      </p:nvGrpSpPr>
      <p:grpSpPr>
        <a:xfrm>
          <a:off x="0" y="0"/>
          <a:ext cx="0" cy="0"/>
          <a:chOff x="0" y="0"/>
          <a:chExt cx="0" cy="0"/>
        </a:xfrm>
      </p:grpSpPr>
      <p:sp>
        <p:nvSpPr>
          <p:cNvPr id="12" name="Picture Placeholder 9">
            <a:extLst>
              <a:ext uri="{FF2B5EF4-FFF2-40B4-BE49-F238E27FC236}">
                <a16:creationId xmlns:a16="http://schemas.microsoft.com/office/drawing/2014/main" id="{8FB0C548-DD10-4ED1-BA05-293A119D2AEB}"/>
              </a:ext>
            </a:extLst>
          </p:cNvPr>
          <p:cNvSpPr>
            <a:spLocks noGrp="1"/>
          </p:cNvSpPr>
          <p:nvPr>
            <p:ph type="pic" sz="quarter" idx="18" hasCustomPrompt="1"/>
          </p:nvPr>
        </p:nvSpPr>
        <p:spPr>
          <a:xfrm>
            <a:off x="8127980" y="619866"/>
            <a:ext cx="4065161" cy="6239970"/>
          </a:xfrm>
          <a:custGeom>
            <a:avLst/>
            <a:gdLst>
              <a:gd name="connsiteX0" fmla="*/ 0 w 5187576"/>
              <a:gd name="connsiteY0" fmla="*/ 0 h 5919694"/>
              <a:gd name="connsiteX1" fmla="*/ 5187576 w 5187576"/>
              <a:gd name="connsiteY1" fmla="*/ 0 h 5919694"/>
              <a:gd name="connsiteX2" fmla="*/ 5187576 w 5187576"/>
              <a:gd name="connsiteY2" fmla="*/ 5919694 h 5919694"/>
              <a:gd name="connsiteX3" fmla="*/ 0 w 5187576"/>
              <a:gd name="connsiteY3" fmla="*/ 5919694 h 5919694"/>
              <a:gd name="connsiteX4" fmla="*/ 0 w 5187576"/>
              <a:gd name="connsiteY4" fmla="*/ 0 h 5919694"/>
              <a:gd name="connsiteX0" fmla="*/ 5977 w 5193553"/>
              <a:gd name="connsiteY0" fmla="*/ 0 h 5919694"/>
              <a:gd name="connsiteX1" fmla="*/ 5193553 w 5193553"/>
              <a:gd name="connsiteY1" fmla="*/ 0 h 5919694"/>
              <a:gd name="connsiteX2" fmla="*/ 5193553 w 5193553"/>
              <a:gd name="connsiteY2" fmla="*/ 5919694 h 5919694"/>
              <a:gd name="connsiteX3" fmla="*/ 5977 w 5193553"/>
              <a:gd name="connsiteY3" fmla="*/ 5919694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687921 w 5193555"/>
              <a:gd name="connsiteY3" fmla="*/ 5101592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537903 w 5193555"/>
              <a:gd name="connsiteY3" fmla="*/ 5916707 h 5919694"/>
              <a:gd name="connsiteX4" fmla="*/ 2 w 5193555"/>
              <a:gd name="connsiteY4" fmla="*/ 3609788 h 5919694"/>
              <a:gd name="connsiteX5" fmla="*/ 5979 w 5193555"/>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12 w 5187688"/>
              <a:gd name="connsiteY0" fmla="*/ 0 h 5919694"/>
              <a:gd name="connsiteX1" fmla="*/ 5187688 w 5187688"/>
              <a:gd name="connsiteY1" fmla="*/ 0 h 5919694"/>
              <a:gd name="connsiteX2" fmla="*/ 5187688 w 5187688"/>
              <a:gd name="connsiteY2" fmla="*/ 5919694 h 5919694"/>
              <a:gd name="connsiteX3" fmla="*/ 2532036 w 5187688"/>
              <a:gd name="connsiteY3" fmla="*/ 5916707 h 5919694"/>
              <a:gd name="connsiteX4" fmla="*/ 21520 w 5187688"/>
              <a:gd name="connsiteY4" fmla="*/ 3298360 h 5919694"/>
              <a:gd name="connsiteX5" fmla="*/ 112 w 5187688"/>
              <a:gd name="connsiteY5" fmla="*/ 0 h 5919694"/>
              <a:gd name="connsiteX0" fmla="*/ 2405 w 5189981"/>
              <a:gd name="connsiteY0" fmla="*/ 0 h 5919694"/>
              <a:gd name="connsiteX1" fmla="*/ 5189981 w 5189981"/>
              <a:gd name="connsiteY1" fmla="*/ 0 h 5919694"/>
              <a:gd name="connsiteX2" fmla="*/ 5189981 w 5189981"/>
              <a:gd name="connsiteY2" fmla="*/ 5919694 h 5919694"/>
              <a:gd name="connsiteX3" fmla="*/ 2534329 w 5189981"/>
              <a:gd name="connsiteY3" fmla="*/ 5916707 h 5919694"/>
              <a:gd name="connsiteX4" fmla="*/ 0 w 5189981"/>
              <a:gd name="connsiteY4" fmla="*/ 3164891 h 5919694"/>
              <a:gd name="connsiteX5" fmla="*/ 2405 w 5189981"/>
              <a:gd name="connsiteY5" fmla="*/ 0 h 5919694"/>
              <a:gd name="connsiteX0" fmla="*/ 2532 w 5190108"/>
              <a:gd name="connsiteY0" fmla="*/ 0 h 5919694"/>
              <a:gd name="connsiteX1" fmla="*/ 5190108 w 5190108"/>
              <a:gd name="connsiteY1" fmla="*/ 0 h 5919694"/>
              <a:gd name="connsiteX2" fmla="*/ 5190108 w 5190108"/>
              <a:gd name="connsiteY2" fmla="*/ 5919694 h 5919694"/>
              <a:gd name="connsiteX3" fmla="*/ 2534456 w 5190108"/>
              <a:gd name="connsiteY3" fmla="*/ 5916707 h 5919694"/>
              <a:gd name="connsiteX4" fmla="*/ 127 w 5190108"/>
              <a:gd name="connsiteY4" fmla="*/ 3164891 h 5919694"/>
              <a:gd name="connsiteX5" fmla="*/ 2532 w 5190108"/>
              <a:gd name="connsiteY5" fmla="*/ 0 h 5919694"/>
              <a:gd name="connsiteX0" fmla="*/ 2464 w 5190040"/>
              <a:gd name="connsiteY0" fmla="*/ 0 h 5919694"/>
              <a:gd name="connsiteX1" fmla="*/ 5190040 w 5190040"/>
              <a:gd name="connsiteY1" fmla="*/ 0 h 5919694"/>
              <a:gd name="connsiteX2" fmla="*/ 5190040 w 5190040"/>
              <a:gd name="connsiteY2" fmla="*/ 5919694 h 5919694"/>
              <a:gd name="connsiteX3" fmla="*/ 2534388 w 5190040"/>
              <a:gd name="connsiteY3" fmla="*/ 5916707 h 5919694"/>
              <a:gd name="connsiteX4" fmla="*/ 59 w 5190040"/>
              <a:gd name="connsiteY4" fmla="*/ 3164891 h 5919694"/>
              <a:gd name="connsiteX5" fmla="*/ 2464 w 5190040"/>
              <a:gd name="connsiteY5" fmla="*/ 0 h 5919694"/>
              <a:gd name="connsiteX0" fmla="*/ 2512 w 5190088"/>
              <a:gd name="connsiteY0" fmla="*/ 0 h 5919694"/>
              <a:gd name="connsiteX1" fmla="*/ 5190088 w 5190088"/>
              <a:gd name="connsiteY1" fmla="*/ 0 h 5919694"/>
              <a:gd name="connsiteX2" fmla="*/ 5190088 w 5190088"/>
              <a:gd name="connsiteY2" fmla="*/ 5919694 h 5919694"/>
              <a:gd name="connsiteX3" fmla="*/ 2534436 w 5190088"/>
              <a:gd name="connsiteY3" fmla="*/ 5916707 h 5919694"/>
              <a:gd name="connsiteX4" fmla="*/ 107 w 5190088"/>
              <a:gd name="connsiteY4" fmla="*/ 3164891 h 5919694"/>
              <a:gd name="connsiteX5" fmla="*/ 2512 w 5190088"/>
              <a:gd name="connsiteY5" fmla="*/ 0 h 5919694"/>
              <a:gd name="connsiteX0" fmla="*/ 2406 w 5189982"/>
              <a:gd name="connsiteY0" fmla="*/ 0 h 5919694"/>
              <a:gd name="connsiteX1" fmla="*/ 5189982 w 5189982"/>
              <a:gd name="connsiteY1" fmla="*/ 0 h 5919694"/>
              <a:gd name="connsiteX2" fmla="*/ 5189982 w 5189982"/>
              <a:gd name="connsiteY2" fmla="*/ 5919694 h 5919694"/>
              <a:gd name="connsiteX3" fmla="*/ 2534330 w 5189982"/>
              <a:gd name="connsiteY3" fmla="*/ 5916707 h 5919694"/>
              <a:gd name="connsiteX4" fmla="*/ 1 w 5189982"/>
              <a:gd name="connsiteY4" fmla="*/ 3164891 h 5919694"/>
              <a:gd name="connsiteX5" fmla="*/ 2406 w 5189982"/>
              <a:gd name="connsiteY5" fmla="*/ 0 h 5919694"/>
              <a:gd name="connsiteX0" fmla="*/ 216 w 5198678"/>
              <a:gd name="connsiteY0" fmla="*/ 333321 h 5919694"/>
              <a:gd name="connsiteX1" fmla="*/ 5198678 w 5198678"/>
              <a:gd name="connsiteY1" fmla="*/ 0 h 5919694"/>
              <a:gd name="connsiteX2" fmla="*/ 5198678 w 5198678"/>
              <a:gd name="connsiteY2" fmla="*/ 5919694 h 5919694"/>
              <a:gd name="connsiteX3" fmla="*/ 2543026 w 5198678"/>
              <a:gd name="connsiteY3" fmla="*/ 5916707 h 5919694"/>
              <a:gd name="connsiteX4" fmla="*/ 8697 w 5198678"/>
              <a:gd name="connsiteY4" fmla="*/ 3164891 h 5919694"/>
              <a:gd name="connsiteX5" fmla="*/ 216 w 5198678"/>
              <a:gd name="connsiteY5" fmla="*/ 333321 h 5919694"/>
              <a:gd name="connsiteX0" fmla="*/ 216 w 5198678"/>
              <a:gd name="connsiteY0" fmla="*/ 0 h 5586373"/>
              <a:gd name="connsiteX1" fmla="*/ 5198678 w 5198678"/>
              <a:gd name="connsiteY1" fmla="*/ 28985 h 5586373"/>
              <a:gd name="connsiteX2" fmla="*/ 5198678 w 5198678"/>
              <a:gd name="connsiteY2" fmla="*/ 5586373 h 5586373"/>
              <a:gd name="connsiteX3" fmla="*/ 2543026 w 5198678"/>
              <a:gd name="connsiteY3" fmla="*/ 5583386 h 5586373"/>
              <a:gd name="connsiteX4" fmla="*/ 8697 w 5198678"/>
              <a:gd name="connsiteY4" fmla="*/ 2831570 h 5586373"/>
              <a:gd name="connsiteX5" fmla="*/ 216 w 5198678"/>
              <a:gd name="connsiteY5" fmla="*/ 0 h 5586373"/>
              <a:gd name="connsiteX0" fmla="*/ 216 w 5198678"/>
              <a:gd name="connsiteY0" fmla="*/ 0 h 5571881"/>
              <a:gd name="connsiteX1" fmla="*/ 5198678 w 5198678"/>
              <a:gd name="connsiteY1" fmla="*/ 14493 h 5571881"/>
              <a:gd name="connsiteX2" fmla="*/ 5198678 w 5198678"/>
              <a:gd name="connsiteY2" fmla="*/ 5571881 h 5571881"/>
              <a:gd name="connsiteX3" fmla="*/ 2543026 w 5198678"/>
              <a:gd name="connsiteY3" fmla="*/ 5568894 h 5571881"/>
              <a:gd name="connsiteX4" fmla="*/ 8697 w 5198678"/>
              <a:gd name="connsiteY4" fmla="*/ 2817078 h 5571881"/>
              <a:gd name="connsiteX5" fmla="*/ 216 w 5198678"/>
              <a:gd name="connsiteY5" fmla="*/ 0 h 5571881"/>
              <a:gd name="connsiteX0" fmla="*/ 216 w 5198678"/>
              <a:gd name="connsiteY0" fmla="*/ 15941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15941 h 5587822"/>
              <a:gd name="connsiteX0" fmla="*/ 216 w 5198678"/>
              <a:gd name="connsiteY0" fmla="*/ 629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629 h 5587822"/>
              <a:gd name="connsiteX0" fmla="*/ 454 w 5198916"/>
              <a:gd name="connsiteY0" fmla="*/ 629 h 5587822"/>
              <a:gd name="connsiteX1" fmla="*/ 5198916 w 5198916"/>
              <a:gd name="connsiteY1" fmla="*/ 0 h 5587822"/>
              <a:gd name="connsiteX2" fmla="*/ 5198916 w 5198916"/>
              <a:gd name="connsiteY2" fmla="*/ 5587822 h 5587822"/>
              <a:gd name="connsiteX3" fmla="*/ 2543264 w 5198916"/>
              <a:gd name="connsiteY3" fmla="*/ 5584835 h 5587822"/>
              <a:gd name="connsiteX4" fmla="*/ 1791 w 5198916"/>
              <a:gd name="connsiteY4" fmla="*/ 3144946 h 5587822"/>
              <a:gd name="connsiteX5" fmla="*/ 454 w 5198916"/>
              <a:gd name="connsiteY5" fmla="*/ 629 h 5587822"/>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4083303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4089175"/>
              <a:gd name="connsiteY0" fmla="*/ 629 h 5595711"/>
              <a:gd name="connsiteX1" fmla="*/ 4083303 w 4089175"/>
              <a:gd name="connsiteY1" fmla="*/ 0 h 5595711"/>
              <a:gd name="connsiteX2" fmla="*/ 4089175 w 4089175"/>
              <a:gd name="connsiteY2" fmla="*/ 5595711 h 5595711"/>
              <a:gd name="connsiteX3" fmla="*/ 1718207 w 4089175"/>
              <a:gd name="connsiteY3" fmla="*/ 5593381 h 5595711"/>
              <a:gd name="connsiteX4" fmla="*/ 1791 w 4089175"/>
              <a:gd name="connsiteY4" fmla="*/ 3144946 h 5595711"/>
              <a:gd name="connsiteX5" fmla="*/ 454 w 4089175"/>
              <a:gd name="connsiteY5" fmla="*/ 629 h 5595711"/>
              <a:gd name="connsiteX0" fmla="*/ 454 w 4083340"/>
              <a:gd name="connsiteY0" fmla="*/ 629 h 5593381"/>
              <a:gd name="connsiteX1" fmla="*/ 4083303 w 4083340"/>
              <a:gd name="connsiteY1" fmla="*/ 0 h 5593381"/>
              <a:gd name="connsiteX2" fmla="*/ 4012844 w 4083340"/>
              <a:gd name="connsiteY2" fmla="*/ 5591438 h 5593381"/>
              <a:gd name="connsiteX3" fmla="*/ 1718207 w 4083340"/>
              <a:gd name="connsiteY3" fmla="*/ 5593381 h 5593381"/>
              <a:gd name="connsiteX4" fmla="*/ 1791 w 4083340"/>
              <a:gd name="connsiteY4" fmla="*/ 3144946 h 5593381"/>
              <a:gd name="connsiteX5" fmla="*/ 454 w 4083340"/>
              <a:gd name="connsiteY5" fmla="*/ 629 h 5593381"/>
              <a:gd name="connsiteX0" fmla="*/ 454 w 4083459"/>
              <a:gd name="connsiteY0" fmla="*/ 629 h 5593381"/>
              <a:gd name="connsiteX1" fmla="*/ 4083303 w 4083459"/>
              <a:gd name="connsiteY1" fmla="*/ 0 h 5593381"/>
              <a:gd name="connsiteX2" fmla="*/ 4070093 w 4083459"/>
              <a:gd name="connsiteY2" fmla="*/ 5591439 h 5593381"/>
              <a:gd name="connsiteX3" fmla="*/ 1718207 w 4083459"/>
              <a:gd name="connsiteY3" fmla="*/ 5593381 h 5593381"/>
              <a:gd name="connsiteX4" fmla="*/ 1791 w 4083459"/>
              <a:gd name="connsiteY4" fmla="*/ 3144946 h 5593381"/>
              <a:gd name="connsiteX5" fmla="*/ 454 w 4083459"/>
              <a:gd name="connsiteY5" fmla="*/ 629 h 5593381"/>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0093"/>
              <a:gd name="connsiteY0" fmla="*/ 0 h 5592752"/>
              <a:gd name="connsiteX1" fmla="*/ 2714232 w 4070093"/>
              <a:gd name="connsiteY1" fmla="*/ 3644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2714242"/>
              <a:gd name="connsiteY0" fmla="*/ 0 h 5592752"/>
              <a:gd name="connsiteX1" fmla="*/ 2714232 w 2714242"/>
              <a:gd name="connsiteY1" fmla="*/ 3644 h 5592752"/>
              <a:gd name="connsiteX2" fmla="*/ 2455391 w 2714242"/>
              <a:gd name="connsiteY2" fmla="*/ 5590810 h 5592752"/>
              <a:gd name="connsiteX3" fmla="*/ 1718207 w 2714242"/>
              <a:gd name="connsiteY3" fmla="*/ 5592752 h 5592752"/>
              <a:gd name="connsiteX4" fmla="*/ 1791 w 2714242"/>
              <a:gd name="connsiteY4" fmla="*/ 3144317 h 5592752"/>
              <a:gd name="connsiteX5" fmla="*/ 454 w 2714242"/>
              <a:gd name="connsiteY5" fmla="*/ 0 h 5592752"/>
              <a:gd name="connsiteX0" fmla="*/ 454 w 2714778"/>
              <a:gd name="connsiteY0" fmla="*/ 0 h 5596508"/>
              <a:gd name="connsiteX1" fmla="*/ 2714232 w 2714778"/>
              <a:gd name="connsiteY1" fmla="*/ 3644 h 5596508"/>
              <a:gd name="connsiteX2" fmla="*/ 2714070 w 2714778"/>
              <a:gd name="connsiteY2" fmla="*/ 5596508 h 5596508"/>
              <a:gd name="connsiteX3" fmla="*/ 1718207 w 2714778"/>
              <a:gd name="connsiteY3" fmla="*/ 5592752 h 5596508"/>
              <a:gd name="connsiteX4" fmla="*/ 1791 w 2714778"/>
              <a:gd name="connsiteY4" fmla="*/ 3144317 h 5596508"/>
              <a:gd name="connsiteX5" fmla="*/ 454 w 2714778"/>
              <a:gd name="connsiteY5" fmla="*/ 0 h 5596508"/>
              <a:gd name="connsiteX0" fmla="*/ 454 w 2714070"/>
              <a:gd name="connsiteY0" fmla="*/ 0 h 5596508"/>
              <a:gd name="connsiteX1" fmla="*/ 2709992 w 2714070"/>
              <a:gd name="connsiteY1" fmla="*/ 3644 h 5596508"/>
              <a:gd name="connsiteX2" fmla="*/ 2714070 w 2714070"/>
              <a:gd name="connsiteY2" fmla="*/ 5596508 h 5596508"/>
              <a:gd name="connsiteX3" fmla="*/ 1718207 w 2714070"/>
              <a:gd name="connsiteY3" fmla="*/ 5592752 h 5596508"/>
              <a:gd name="connsiteX4" fmla="*/ 1791 w 2714070"/>
              <a:gd name="connsiteY4" fmla="*/ 3144317 h 5596508"/>
              <a:gd name="connsiteX5" fmla="*/ 454 w 2714070"/>
              <a:gd name="connsiteY5" fmla="*/ 0 h 5596508"/>
              <a:gd name="connsiteX0" fmla="*/ 454 w 2714779"/>
              <a:gd name="connsiteY0" fmla="*/ 2054 h 5598562"/>
              <a:gd name="connsiteX1" fmla="*/ 2714233 w 2714779"/>
              <a:gd name="connsiteY1" fmla="*/ 0 h 5598562"/>
              <a:gd name="connsiteX2" fmla="*/ 2714070 w 2714779"/>
              <a:gd name="connsiteY2" fmla="*/ 5598562 h 5598562"/>
              <a:gd name="connsiteX3" fmla="*/ 1718207 w 2714779"/>
              <a:gd name="connsiteY3" fmla="*/ 5594806 h 5598562"/>
              <a:gd name="connsiteX4" fmla="*/ 1791 w 2714779"/>
              <a:gd name="connsiteY4" fmla="*/ 3146371 h 5598562"/>
              <a:gd name="connsiteX5" fmla="*/ 454 w 2714779"/>
              <a:gd name="connsiteY5" fmla="*/ 2054 h 5598562"/>
              <a:gd name="connsiteX0" fmla="*/ 454 w 2714779"/>
              <a:gd name="connsiteY0" fmla="*/ 7751 h 5598562"/>
              <a:gd name="connsiteX1" fmla="*/ 2714233 w 2714779"/>
              <a:gd name="connsiteY1" fmla="*/ 0 h 5598562"/>
              <a:gd name="connsiteX2" fmla="*/ 2714070 w 2714779"/>
              <a:gd name="connsiteY2" fmla="*/ 5598562 h 5598562"/>
              <a:gd name="connsiteX3" fmla="*/ 1718207 w 2714779"/>
              <a:gd name="connsiteY3" fmla="*/ 5594806 h 5598562"/>
              <a:gd name="connsiteX4" fmla="*/ 1791 w 2714779"/>
              <a:gd name="connsiteY4" fmla="*/ 3146371 h 5598562"/>
              <a:gd name="connsiteX5" fmla="*/ 454 w 2714779"/>
              <a:gd name="connsiteY5" fmla="*/ 7751 h 5598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14779" h="5598562">
                <a:moveTo>
                  <a:pt x="454" y="7751"/>
                </a:moveTo>
                <a:lnTo>
                  <a:pt x="2714233" y="0"/>
                </a:lnTo>
                <a:cubicBezTo>
                  <a:pt x="2716190" y="1865237"/>
                  <a:pt x="2712113" y="3733325"/>
                  <a:pt x="2714070" y="5598562"/>
                </a:cubicBezTo>
                <a:lnTo>
                  <a:pt x="1718207" y="5594806"/>
                </a:lnTo>
                <a:cubicBezTo>
                  <a:pt x="689093" y="5284674"/>
                  <a:pt x="-8821" y="4000042"/>
                  <a:pt x="1791" y="3146371"/>
                </a:cubicBezTo>
                <a:cubicBezTo>
                  <a:pt x="3783" y="1943108"/>
                  <a:pt x="-1538" y="1211014"/>
                  <a:pt x="454" y="7751"/>
                </a:cubicBezTo>
                <a:close/>
              </a:path>
            </a:pathLst>
          </a:custGeom>
          <a:solidFill>
            <a:schemeClr val="bg2"/>
          </a:solidFill>
        </p:spPr>
        <p:txBody>
          <a:bodyPr anchor="ctr"/>
          <a:lstStyle>
            <a:lvl1pPr algn="ctr">
              <a:defRPr sz="1200"/>
            </a:lvl1pPr>
          </a:lstStyle>
          <a:p>
            <a:r>
              <a:rPr lang="en-AU" dirty="0"/>
              <a:t> Click icon to insert picture</a:t>
            </a:r>
          </a:p>
          <a:p>
            <a:endParaRPr lang="en-AU" dirty="0"/>
          </a:p>
        </p:txBody>
      </p:sp>
      <p:sp>
        <p:nvSpPr>
          <p:cNvPr id="9" name="Text Placeholder 5">
            <a:extLst>
              <a:ext uri="{FF2B5EF4-FFF2-40B4-BE49-F238E27FC236}">
                <a16:creationId xmlns:a16="http://schemas.microsoft.com/office/drawing/2014/main" id="{9939388E-DE68-4319-9112-7BA5E2C40EB3}"/>
              </a:ext>
            </a:extLst>
          </p:cNvPr>
          <p:cNvSpPr>
            <a:spLocks noGrp="1"/>
          </p:cNvSpPr>
          <p:nvPr>
            <p:ph type="body" sz="quarter" idx="15"/>
          </p:nvPr>
        </p:nvSpPr>
        <p:spPr>
          <a:xfrm>
            <a:off x="695326" y="1700213"/>
            <a:ext cx="7089890" cy="4608515"/>
          </a:xfrm>
          <a:prstGeom prst="rect">
            <a:avLst/>
          </a:prstGeom>
        </p:spPr>
        <p:txBody>
          <a:bodyPr/>
          <a:lstStyle>
            <a:lvl1pPr>
              <a:lnSpc>
                <a:spcPct val="100000"/>
              </a:lnSpc>
              <a:defRPr lang="en-US" dirty="0" smtClean="0"/>
            </a:lvl1pPr>
            <a:lvl2pPr>
              <a:defRPr lang="en-US" dirty="0" smtClean="0"/>
            </a:lvl2pPr>
            <a:lvl3pPr>
              <a:defRPr lang="en-US" dirty="0" smtClean="0"/>
            </a:lvl3pPr>
            <a:lvl4pPr>
              <a:defRPr lang="en-US" dirty="0" smtClean="0"/>
            </a:lvl4pPr>
            <a:lvl5pPr>
              <a:spcAft>
                <a:spcPts val="600"/>
              </a:spcAft>
              <a:defRPr lang="en-US" dirty="0" smtClean="0"/>
            </a:lvl5pPr>
            <a:lvl6pPr>
              <a:defRPr lang="en-AU" dirty="0"/>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1" name="Text Placeholder 5">
            <a:extLst>
              <a:ext uri="{FF2B5EF4-FFF2-40B4-BE49-F238E27FC236}">
                <a16:creationId xmlns:a16="http://schemas.microsoft.com/office/drawing/2014/main" id="{8E5BD460-2E08-418B-9ED2-FED7577890AA}"/>
              </a:ext>
            </a:extLst>
          </p:cNvPr>
          <p:cNvSpPr>
            <a:spLocks noGrp="1"/>
          </p:cNvSpPr>
          <p:nvPr>
            <p:ph type="body" sz="quarter" idx="17"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0" name="Rectangle 9">
            <a:extLst>
              <a:ext uri="{FF2B5EF4-FFF2-40B4-BE49-F238E27FC236}">
                <a16:creationId xmlns:a16="http://schemas.microsoft.com/office/drawing/2014/main" id="{1FE2A31D-86B6-46B8-BB44-FE4A0151AFEC}"/>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4" name="Picture 13">
            <a:extLst>
              <a:ext uri="{FF2B5EF4-FFF2-40B4-BE49-F238E27FC236}">
                <a16:creationId xmlns:a16="http://schemas.microsoft.com/office/drawing/2014/main" id="{79DB1757-F26E-4E87-887C-D21CB8F0D41B}"/>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6" name="Title 5">
            <a:extLst>
              <a:ext uri="{FF2B5EF4-FFF2-40B4-BE49-F238E27FC236}">
                <a16:creationId xmlns:a16="http://schemas.microsoft.com/office/drawing/2014/main" id="{3322A0C3-D06A-4B53-BF2D-7247BE3F1E44}"/>
              </a:ext>
            </a:extLst>
          </p:cNvPr>
          <p:cNvSpPr>
            <a:spLocks noGrp="1"/>
          </p:cNvSpPr>
          <p:nvPr>
            <p:ph type="title"/>
          </p:nvPr>
        </p:nvSpPr>
        <p:spPr>
          <a:xfrm>
            <a:off x="695326" y="1052736"/>
            <a:ext cx="7089890" cy="469056"/>
          </a:xfrm>
        </p:spPr>
        <p:txBody>
          <a:bodyPr/>
          <a:lstStyle/>
          <a:p>
            <a:r>
              <a:rPr lang="en-US"/>
              <a:t>Click to edit Master title style</a:t>
            </a:r>
            <a:endParaRPr lang="en-AU" dirty="0"/>
          </a:p>
        </p:txBody>
      </p:sp>
      <p:sp>
        <p:nvSpPr>
          <p:cNvPr id="7" name="Footer Placeholder 6">
            <a:extLst>
              <a:ext uri="{FF2B5EF4-FFF2-40B4-BE49-F238E27FC236}">
                <a16:creationId xmlns:a16="http://schemas.microsoft.com/office/drawing/2014/main" id="{EEA16CAE-14B9-4A43-877B-E46EF044168C}"/>
              </a:ext>
            </a:extLst>
          </p:cNvPr>
          <p:cNvSpPr>
            <a:spLocks noGrp="1"/>
          </p:cNvSpPr>
          <p:nvPr>
            <p:ph type="ftr" sz="quarter" idx="20"/>
          </p:nvPr>
        </p:nvSpPr>
        <p:spPr>
          <a:xfrm>
            <a:off x="695326" y="6519171"/>
            <a:ext cx="3360109" cy="240219"/>
          </a:xfrm>
          <a:prstGeom prst="rect">
            <a:avLst/>
          </a:prstGeom>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195BFC0C-3AAF-4677-B586-CD5CBF731F79}"/>
              </a:ext>
            </a:extLst>
          </p:cNvPr>
          <p:cNvSpPr>
            <a:spLocks noGrp="1"/>
          </p:cNvSpPr>
          <p:nvPr>
            <p:ph type="sldNum" sz="quarter" idx="21"/>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431350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with Image Two Thirds Alt">
    <p:bg>
      <p:bgPr>
        <a:solidFill>
          <a:schemeClr val="accent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CB39BD51-2E8D-4FDD-8EEB-A7A9070EDD67}"/>
              </a:ext>
            </a:extLst>
          </p:cNvPr>
          <p:cNvSpPr>
            <a:spLocks noGrp="1"/>
          </p:cNvSpPr>
          <p:nvPr>
            <p:ph type="pic" sz="quarter" idx="12" hasCustomPrompt="1"/>
          </p:nvPr>
        </p:nvSpPr>
        <p:spPr>
          <a:xfrm>
            <a:off x="4409550" y="-3115"/>
            <a:ext cx="7782449" cy="6868289"/>
          </a:xfrm>
          <a:custGeom>
            <a:avLst/>
            <a:gdLst>
              <a:gd name="connsiteX0" fmla="*/ 0 w 5187576"/>
              <a:gd name="connsiteY0" fmla="*/ 0 h 5919694"/>
              <a:gd name="connsiteX1" fmla="*/ 5187576 w 5187576"/>
              <a:gd name="connsiteY1" fmla="*/ 0 h 5919694"/>
              <a:gd name="connsiteX2" fmla="*/ 5187576 w 5187576"/>
              <a:gd name="connsiteY2" fmla="*/ 5919694 h 5919694"/>
              <a:gd name="connsiteX3" fmla="*/ 0 w 5187576"/>
              <a:gd name="connsiteY3" fmla="*/ 5919694 h 5919694"/>
              <a:gd name="connsiteX4" fmla="*/ 0 w 5187576"/>
              <a:gd name="connsiteY4" fmla="*/ 0 h 5919694"/>
              <a:gd name="connsiteX0" fmla="*/ 5977 w 5193553"/>
              <a:gd name="connsiteY0" fmla="*/ 0 h 5919694"/>
              <a:gd name="connsiteX1" fmla="*/ 5193553 w 5193553"/>
              <a:gd name="connsiteY1" fmla="*/ 0 h 5919694"/>
              <a:gd name="connsiteX2" fmla="*/ 5193553 w 5193553"/>
              <a:gd name="connsiteY2" fmla="*/ 5919694 h 5919694"/>
              <a:gd name="connsiteX3" fmla="*/ 5977 w 5193553"/>
              <a:gd name="connsiteY3" fmla="*/ 5919694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687921 w 5193555"/>
              <a:gd name="connsiteY3" fmla="*/ 5101592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537903 w 5193555"/>
              <a:gd name="connsiteY3" fmla="*/ 5916707 h 5919694"/>
              <a:gd name="connsiteX4" fmla="*/ 2 w 5193555"/>
              <a:gd name="connsiteY4" fmla="*/ 3609788 h 5919694"/>
              <a:gd name="connsiteX5" fmla="*/ 5979 w 5193555"/>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12 w 5187688"/>
              <a:gd name="connsiteY0" fmla="*/ 0 h 5919694"/>
              <a:gd name="connsiteX1" fmla="*/ 5187688 w 5187688"/>
              <a:gd name="connsiteY1" fmla="*/ 0 h 5919694"/>
              <a:gd name="connsiteX2" fmla="*/ 5187688 w 5187688"/>
              <a:gd name="connsiteY2" fmla="*/ 5919694 h 5919694"/>
              <a:gd name="connsiteX3" fmla="*/ 2532036 w 5187688"/>
              <a:gd name="connsiteY3" fmla="*/ 5916707 h 5919694"/>
              <a:gd name="connsiteX4" fmla="*/ 21520 w 5187688"/>
              <a:gd name="connsiteY4" fmla="*/ 3298360 h 5919694"/>
              <a:gd name="connsiteX5" fmla="*/ 112 w 5187688"/>
              <a:gd name="connsiteY5" fmla="*/ 0 h 5919694"/>
              <a:gd name="connsiteX0" fmla="*/ 2405 w 5189981"/>
              <a:gd name="connsiteY0" fmla="*/ 0 h 5919694"/>
              <a:gd name="connsiteX1" fmla="*/ 5189981 w 5189981"/>
              <a:gd name="connsiteY1" fmla="*/ 0 h 5919694"/>
              <a:gd name="connsiteX2" fmla="*/ 5189981 w 5189981"/>
              <a:gd name="connsiteY2" fmla="*/ 5919694 h 5919694"/>
              <a:gd name="connsiteX3" fmla="*/ 2534329 w 5189981"/>
              <a:gd name="connsiteY3" fmla="*/ 5916707 h 5919694"/>
              <a:gd name="connsiteX4" fmla="*/ 0 w 5189981"/>
              <a:gd name="connsiteY4" fmla="*/ 3164891 h 5919694"/>
              <a:gd name="connsiteX5" fmla="*/ 2405 w 5189981"/>
              <a:gd name="connsiteY5" fmla="*/ 0 h 5919694"/>
              <a:gd name="connsiteX0" fmla="*/ 2532 w 5190108"/>
              <a:gd name="connsiteY0" fmla="*/ 0 h 5919694"/>
              <a:gd name="connsiteX1" fmla="*/ 5190108 w 5190108"/>
              <a:gd name="connsiteY1" fmla="*/ 0 h 5919694"/>
              <a:gd name="connsiteX2" fmla="*/ 5190108 w 5190108"/>
              <a:gd name="connsiteY2" fmla="*/ 5919694 h 5919694"/>
              <a:gd name="connsiteX3" fmla="*/ 2534456 w 5190108"/>
              <a:gd name="connsiteY3" fmla="*/ 5916707 h 5919694"/>
              <a:gd name="connsiteX4" fmla="*/ 127 w 5190108"/>
              <a:gd name="connsiteY4" fmla="*/ 3164891 h 5919694"/>
              <a:gd name="connsiteX5" fmla="*/ 2532 w 5190108"/>
              <a:gd name="connsiteY5" fmla="*/ 0 h 5919694"/>
              <a:gd name="connsiteX0" fmla="*/ 2464 w 5190040"/>
              <a:gd name="connsiteY0" fmla="*/ 0 h 5919694"/>
              <a:gd name="connsiteX1" fmla="*/ 5190040 w 5190040"/>
              <a:gd name="connsiteY1" fmla="*/ 0 h 5919694"/>
              <a:gd name="connsiteX2" fmla="*/ 5190040 w 5190040"/>
              <a:gd name="connsiteY2" fmla="*/ 5919694 h 5919694"/>
              <a:gd name="connsiteX3" fmla="*/ 2534388 w 5190040"/>
              <a:gd name="connsiteY3" fmla="*/ 5916707 h 5919694"/>
              <a:gd name="connsiteX4" fmla="*/ 59 w 5190040"/>
              <a:gd name="connsiteY4" fmla="*/ 3164891 h 5919694"/>
              <a:gd name="connsiteX5" fmla="*/ 2464 w 5190040"/>
              <a:gd name="connsiteY5" fmla="*/ 0 h 5919694"/>
              <a:gd name="connsiteX0" fmla="*/ 2512 w 5190088"/>
              <a:gd name="connsiteY0" fmla="*/ 0 h 5919694"/>
              <a:gd name="connsiteX1" fmla="*/ 5190088 w 5190088"/>
              <a:gd name="connsiteY1" fmla="*/ 0 h 5919694"/>
              <a:gd name="connsiteX2" fmla="*/ 5190088 w 5190088"/>
              <a:gd name="connsiteY2" fmla="*/ 5919694 h 5919694"/>
              <a:gd name="connsiteX3" fmla="*/ 2534436 w 5190088"/>
              <a:gd name="connsiteY3" fmla="*/ 5916707 h 5919694"/>
              <a:gd name="connsiteX4" fmla="*/ 107 w 5190088"/>
              <a:gd name="connsiteY4" fmla="*/ 3164891 h 5919694"/>
              <a:gd name="connsiteX5" fmla="*/ 2512 w 5190088"/>
              <a:gd name="connsiteY5" fmla="*/ 0 h 5919694"/>
              <a:gd name="connsiteX0" fmla="*/ 2406 w 5189982"/>
              <a:gd name="connsiteY0" fmla="*/ 0 h 5919694"/>
              <a:gd name="connsiteX1" fmla="*/ 5189982 w 5189982"/>
              <a:gd name="connsiteY1" fmla="*/ 0 h 5919694"/>
              <a:gd name="connsiteX2" fmla="*/ 5189982 w 5189982"/>
              <a:gd name="connsiteY2" fmla="*/ 5919694 h 5919694"/>
              <a:gd name="connsiteX3" fmla="*/ 2534330 w 5189982"/>
              <a:gd name="connsiteY3" fmla="*/ 5916707 h 5919694"/>
              <a:gd name="connsiteX4" fmla="*/ 1 w 5189982"/>
              <a:gd name="connsiteY4" fmla="*/ 3164891 h 5919694"/>
              <a:gd name="connsiteX5" fmla="*/ 2406 w 5189982"/>
              <a:gd name="connsiteY5" fmla="*/ 0 h 5919694"/>
              <a:gd name="connsiteX0" fmla="*/ 216 w 5198678"/>
              <a:gd name="connsiteY0" fmla="*/ 333321 h 5919694"/>
              <a:gd name="connsiteX1" fmla="*/ 5198678 w 5198678"/>
              <a:gd name="connsiteY1" fmla="*/ 0 h 5919694"/>
              <a:gd name="connsiteX2" fmla="*/ 5198678 w 5198678"/>
              <a:gd name="connsiteY2" fmla="*/ 5919694 h 5919694"/>
              <a:gd name="connsiteX3" fmla="*/ 2543026 w 5198678"/>
              <a:gd name="connsiteY3" fmla="*/ 5916707 h 5919694"/>
              <a:gd name="connsiteX4" fmla="*/ 8697 w 5198678"/>
              <a:gd name="connsiteY4" fmla="*/ 3164891 h 5919694"/>
              <a:gd name="connsiteX5" fmla="*/ 216 w 5198678"/>
              <a:gd name="connsiteY5" fmla="*/ 333321 h 5919694"/>
              <a:gd name="connsiteX0" fmla="*/ 216 w 5198678"/>
              <a:gd name="connsiteY0" fmla="*/ 0 h 5586373"/>
              <a:gd name="connsiteX1" fmla="*/ 5198678 w 5198678"/>
              <a:gd name="connsiteY1" fmla="*/ 28985 h 5586373"/>
              <a:gd name="connsiteX2" fmla="*/ 5198678 w 5198678"/>
              <a:gd name="connsiteY2" fmla="*/ 5586373 h 5586373"/>
              <a:gd name="connsiteX3" fmla="*/ 2543026 w 5198678"/>
              <a:gd name="connsiteY3" fmla="*/ 5583386 h 5586373"/>
              <a:gd name="connsiteX4" fmla="*/ 8697 w 5198678"/>
              <a:gd name="connsiteY4" fmla="*/ 2831570 h 5586373"/>
              <a:gd name="connsiteX5" fmla="*/ 216 w 5198678"/>
              <a:gd name="connsiteY5" fmla="*/ 0 h 5586373"/>
              <a:gd name="connsiteX0" fmla="*/ 216 w 5198678"/>
              <a:gd name="connsiteY0" fmla="*/ 0 h 5571881"/>
              <a:gd name="connsiteX1" fmla="*/ 5198678 w 5198678"/>
              <a:gd name="connsiteY1" fmla="*/ 14493 h 5571881"/>
              <a:gd name="connsiteX2" fmla="*/ 5198678 w 5198678"/>
              <a:gd name="connsiteY2" fmla="*/ 5571881 h 5571881"/>
              <a:gd name="connsiteX3" fmla="*/ 2543026 w 5198678"/>
              <a:gd name="connsiteY3" fmla="*/ 5568894 h 5571881"/>
              <a:gd name="connsiteX4" fmla="*/ 8697 w 5198678"/>
              <a:gd name="connsiteY4" fmla="*/ 2817078 h 5571881"/>
              <a:gd name="connsiteX5" fmla="*/ 216 w 5198678"/>
              <a:gd name="connsiteY5" fmla="*/ 0 h 5571881"/>
              <a:gd name="connsiteX0" fmla="*/ 216 w 5198678"/>
              <a:gd name="connsiteY0" fmla="*/ 15941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15941 h 5587822"/>
              <a:gd name="connsiteX0" fmla="*/ 216 w 5198678"/>
              <a:gd name="connsiteY0" fmla="*/ 629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629 h 5587822"/>
              <a:gd name="connsiteX0" fmla="*/ 454 w 5198916"/>
              <a:gd name="connsiteY0" fmla="*/ 629 h 5587822"/>
              <a:gd name="connsiteX1" fmla="*/ 5198916 w 5198916"/>
              <a:gd name="connsiteY1" fmla="*/ 0 h 5587822"/>
              <a:gd name="connsiteX2" fmla="*/ 5198916 w 5198916"/>
              <a:gd name="connsiteY2" fmla="*/ 5587822 h 5587822"/>
              <a:gd name="connsiteX3" fmla="*/ 2543264 w 5198916"/>
              <a:gd name="connsiteY3" fmla="*/ 5584835 h 5587822"/>
              <a:gd name="connsiteX4" fmla="*/ 1791 w 5198916"/>
              <a:gd name="connsiteY4" fmla="*/ 3144946 h 5587822"/>
              <a:gd name="connsiteX5" fmla="*/ 454 w 5198916"/>
              <a:gd name="connsiteY5" fmla="*/ 629 h 5587822"/>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586635 h 6179387"/>
              <a:gd name="connsiteX1" fmla="*/ 5198916 w 5198916"/>
              <a:gd name="connsiteY1" fmla="*/ 0 h 6179387"/>
              <a:gd name="connsiteX2" fmla="*/ 5198916 w 5198916"/>
              <a:gd name="connsiteY2" fmla="*/ 6173828 h 6179387"/>
              <a:gd name="connsiteX3" fmla="*/ 1718207 w 5198916"/>
              <a:gd name="connsiteY3" fmla="*/ 6179387 h 6179387"/>
              <a:gd name="connsiteX4" fmla="*/ 1791 w 5198916"/>
              <a:gd name="connsiteY4" fmla="*/ 3730952 h 6179387"/>
              <a:gd name="connsiteX5" fmla="*/ 454 w 5198916"/>
              <a:gd name="connsiteY5" fmla="*/ 586635 h 6179387"/>
              <a:gd name="connsiteX0" fmla="*/ 8476 w 5197245"/>
              <a:gd name="connsiteY0" fmla="*/ 39696 h 6179387"/>
              <a:gd name="connsiteX1" fmla="*/ 5197245 w 5197245"/>
              <a:gd name="connsiteY1" fmla="*/ 0 h 6179387"/>
              <a:gd name="connsiteX2" fmla="*/ 5197245 w 5197245"/>
              <a:gd name="connsiteY2" fmla="*/ 6173828 h 6179387"/>
              <a:gd name="connsiteX3" fmla="*/ 1716536 w 5197245"/>
              <a:gd name="connsiteY3" fmla="*/ 6179387 h 6179387"/>
              <a:gd name="connsiteX4" fmla="*/ 120 w 5197245"/>
              <a:gd name="connsiteY4" fmla="*/ 3730952 h 6179387"/>
              <a:gd name="connsiteX5" fmla="*/ 8476 w 5197245"/>
              <a:gd name="connsiteY5" fmla="*/ 39696 h 6179387"/>
              <a:gd name="connsiteX0" fmla="*/ 8476 w 5197245"/>
              <a:gd name="connsiteY0" fmla="*/ 0 h 6139691"/>
              <a:gd name="connsiteX1" fmla="*/ 5146357 w 5197245"/>
              <a:gd name="connsiteY1" fmla="*/ 191044 h 6139691"/>
              <a:gd name="connsiteX2" fmla="*/ 5197245 w 5197245"/>
              <a:gd name="connsiteY2" fmla="*/ 6134132 h 6139691"/>
              <a:gd name="connsiteX3" fmla="*/ 1716536 w 5197245"/>
              <a:gd name="connsiteY3" fmla="*/ 6139691 h 6139691"/>
              <a:gd name="connsiteX4" fmla="*/ 120 w 5197245"/>
              <a:gd name="connsiteY4" fmla="*/ 3691256 h 6139691"/>
              <a:gd name="connsiteX5" fmla="*/ 8476 w 5197245"/>
              <a:gd name="connsiteY5" fmla="*/ 0 h 6139691"/>
              <a:gd name="connsiteX0" fmla="*/ 8476 w 5197245"/>
              <a:gd name="connsiteY0" fmla="*/ 22604 h 6162295"/>
              <a:gd name="connsiteX1" fmla="*/ 5197245 w 5197245"/>
              <a:gd name="connsiteY1" fmla="*/ 0 h 6162295"/>
              <a:gd name="connsiteX2" fmla="*/ 5197245 w 5197245"/>
              <a:gd name="connsiteY2" fmla="*/ 6156736 h 6162295"/>
              <a:gd name="connsiteX3" fmla="*/ 1716536 w 5197245"/>
              <a:gd name="connsiteY3" fmla="*/ 6162295 h 6162295"/>
              <a:gd name="connsiteX4" fmla="*/ 120 w 5197245"/>
              <a:gd name="connsiteY4" fmla="*/ 3713860 h 6162295"/>
              <a:gd name="connsiteX5" fmla="*/ 8476 w 5197245"/>
              <a:gd name="connsiteY5" fmla="*/ 22604 h 6162295"/>
              <a:gd name="connsiteX0" fmla="*/ 2115 w 5197245"/>
              <a:gd name="connsiteY0" fmla="*/ 5512 h 6162295"/>
              <a:gd name="connsiteX1" fmla="*/ 5197245 w 5197245"/>
              <a:gd name="connsiteY1" fmla="*/ 0 h 6162295"/>
              <a:gd name="connsiteX2" fmla="*/ 5197245 w 5197245"/>
              <a:gd name="connsiteY2" fmla="*/ 6156736 h 6162295"/>
              <a:gd name="connsiteX3" fmla="*/ 1716536 w 5197245"/>
              <a:gd name="connsiteY3" fmla="*/ 6162295 h 6162295"/>
              <a:gd name="connsiteX4" fmla="*/ 120 w 5197245"/>
              <a:gd name="connsiteY4" fmla="*/ 3713860 h 6162295"/>
              <a:gd name="connsiteX5" fmla="*/ 2115 w 5197245"/>
              <a:gd name="connsiteY5" fmla="*/ 5512 h 616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197245" h="6162295">
                <a:moveTo>
                  <a:pt x="2115" y="5512"/>
                </a:moveTo>
                <a:lnTo>
                  <a:pt x="5197245" y="0"/>
                </a:lnTo>
                <a:lnTo>
                  <a:pt x="5197245" y="6156736"/>
                </a:lnTo>
                <a:lnTo>
                  <a:pt x="1716536" y="6162295"/>
                </a:lnTo>
                <a:cubicBezTo>
                  <a:pt x="687422" y="5852163"/>
                  <a:pt x="-10492" y="4567531"/>
                  <a:pt x="120" y="3713860"/>
                </a:cubicBezTo>
                <a:cubicBezTo>
                  <a:pt x="2112" y="2510597"/>
                  <a:pt x="123" y="1208775"/>
                  <a:pt x="2115" y="5512"/>
                </a:cubicBezTo>
                <a:close/>
              </a:path>
            </a:pathLst>
          </a:custGeom>
          <a:solidFill>
            <a:schemeClr val="bg2"/>
          </a:solidFill>
        </p:spPr>
        <p:txBody>
          <a:bodyPr anchor="ctr"/>
          <a:lstStyle>
            <a:lvl1pPr algn="ctr">
              <a:defRPr sz="1200"/>
            </a:lvl1pPr>
          </a:lstStyle>
          <a:p>
            <a:r>
              <a:rPr lang="en-AU" dirty="0"/>
              <a:t> Click icon to insert picture</a:t>
            </a:r>
          </a:p>
          <a:p>
            <a:endParaRPr lang="en-AU" dirty="0"/>
          </a:p>
        </p:txBody>
      </p:sp>
      <p:sp>
        <p:nvSpPr>
          <p:cNvPr id="3" name="Footer Placeholder 2">
            <a:extLst>
              <a:ext uri="{FF2B5EF4-FFF2-40B4-BE49-F238E27FC236}">
                <a16:creationId xmlns:a16="http://schemas.microsoft.com/office/drawing/2014/main" id="{BE05E8E5-FC3F-4B02-8560-314161E65934}"/>
              </a:ext>
            </a:extLst>
          </p:cNvPr>
          <p:cNvSpPr>
            <a:spLocks noGrp="1"/>
          </p:cNvSpPr>
          <p:nvPr>
            <p:ph type="ftr" sz="quarter" idx="10"/>
          </p:nvPr>
        </p:nvSpPr>
        <p:spPr>
          <a:xfrm>
            <a:off x="695326" y="6519171"/>
            <a:ext cx="3360109" cy="240219"/>
          </a:xfrm>
          <a:prstGeom prst="rect">
            <a:avLst/>
          </a:prstGeom>
        </p:spPr>
        <p:txBody>
          <a:bodyPr/>
          <a:lstStyle>
            <a:lvl1pPr>
              <a:defRPr b="0">
                <a:solidFill>
                  <a:schemeClr val="bg1"/>
                </a:solidFill>
              </a:defRPr>
            </a:lvl1pPr>
          </a:lstStyle>
          <a:p>
            <a:r>
              <a:rPr lang="en-AU"/>
              <a:t>SLAT7806 Research Methods</a:t>
            </a:r>
            <a:endParaRPr lang="en-AU" dirty="0"/>
          </a:p>
        </p:txBody>
      </p:sp>
      <p:sp>
        <p:nvSpPr>
          <p:cNvPr id="4" name="Slide Number Placeholder 3">
            <a:extLst>
              <a:ext uri="{FF2B5EF4-FFF2-40B4-BE49-F238E27FC236}">
                <a16:creationId xmlns:a16="http://schemas.microsoft.com/office/drawing/2014/main" id="{5B783E44-C534-44A2-8F6E-F9372FE5C6E2}"/>
              </a:ext>
            </a:extLst>
          </p:cNvPr>
          <p:cNvSpPr>
            <a:spLocks noGrp="1"/>
          </p:cNvSpPr>
          <p:nvPr>
            <p:ph type="sldNum" sz="quarter" idx="11"/>
          </p:nvPr>
        </p:nvSpPr>
        <p:spPr/>
        <p:txBody>
          <a:bodyPr/>
          <a:lstStyle/>
          <a:p>
            <a:fld id="{E917DE0E-AFB1-41FD-BC35-27DB61CA125F}" type="slidenum">
              <a:rPr lang="en-AU" smtClean="0"/>
              <a:pPr/>
              <a:t>‹#›</a:t>
            </a:fld>
            <a:endParaRPr lang="en-AU" dirty="0"/>
          </a:p>
        </p:txBody>
      </p:sp>
      <p:sp>
        <p:nvSpPr>
          <p:cNvPr id="6" name="Text Placeholder 5">
            <a:extLst>
              <a:ext uri="{FF2B5EF4-FFF2-40B4-BE49-F238E27FC236}">
                <a16:creationId xmlns:a16="http://schemas.microsoft.com/office/drawing/2014/main" id="{05B945E3-14E3-4804-9C19-FEC6CFB9A20D}"/>
              </a:ext>
            </a:extLst>
          </p:cNvPr>
          <p:cNvSpPr>
            <a:spLocks noGrp="1"/>
          </p:cNvSpPr>
          <p:nvPr>
            <p:ph type="body" sz="quarter" idx="13"/>
          </p:nvPr>
        </p:nvSpPr>
        <p:spPr>
          <a:xfrm>
            <a:off x="695326" y="2204864"/>
            <a:ext cx="3384000" cy="4093424"/>
          </a:xfrm>
          <a:prstGeom prst="rect">
            <a:avLst/>
          </a:prstGeom>
        </p:spPr>
        <p:txBody>
          <a:bodyPr/>
          <a:lstStyle>
            <a:lvl1pPr>
              <a:buNone/>
              <a:defRPr lang="en-US" dirty="0">
                <a:solidFill>
                  <a:schemeClr val="bg1"/>
                </a:solidFill>
              </a:defRPr>
            </a:lvl1pPr>
            <a:lvl2pPr>
              <a:buClr>
                <a:schemeClr val="bg1"/>
              </a:buClr>
              <a:defRPr lang="en-US" dirty="0">
                <a:solidFill>
                  <a:schemeClr val="bg1"/>
                </a:solidFill>
              </a:defRPr>
            </a:lvl2pPr>
            <a:lvl3pPr>
              <a:buClr>
                <a:schemeClr val="bg1"/>
              </a:buClr>
              <a:defRPr lang="en-US" dirty="0">
                <a:solidFill>
                  <a:schemeClr val="bg1"/>
                </a:solidFill>
              </a:defRPr>
            </a:lvl3pPr>
            <a:lvl4pPr>
              <a:defRPr lang="en-US" dirty="0">
                <a:solidFill>
                  <a:schemeClr val="bg1"/>
                </a:solidFill>
              </a:defRPr>
            </a:lvl4pPr>
            <a:lvl5pPr>
              <a:defRPr lang="en-US" dirty="0">
                <a:solidFill>
                  <a:schemeClr val="bg1"/>
                </a:solidFill>
              </a:defRPr>
            </a:lvl5pPr>
            <a:lvl6pPr>
              <a:defRPr lang="en-AU" dirty="0">
                <a:solidFill>
                  <a:schemeClr val="bg1"/>
                </a:solidFill>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9" name="TextBox 8">
            <a:extLst>
              <a:ext uri="{FF2B5EF4-FFF2-40B4-BE49-F238E27FC236}">
                <a16:creationId xmlns:a16="http://schemas.microsoft.com/office/drawing/2014/main" id="{43322D7A-8171-44C9-AFA6-24E34B78763E}"/>
              </a:ext>
            </a:extLst>
          </p:cNvPr>
          <p:cNvSpPr txBox="1"/>
          <p:nvPr userDrawn="1"/>
        </p:nvSpPr>
        <p:spPr>
          <a:xfrm>
            <a:off x="1" y="-1053499"/>
            <a:ext cx="7632171" cy="954107"/>
          </a:xfrm>
          <a:prstGeom prst="rect">
            <a:avLst/>
          </a:prstGeom>
          <a:solidFill>
            <a:schemeClr val="accent1"/>
          </a:solidFill>
        </p:spPr>
        <p:txBody>
          <a:bodyPr wrap="square" rtlCol="0">
            <a:spAutoFit/>
          </a:bodyPr>
          <a:lstStyle/>
          <a:p>
            <a:r>
              <a:rPr lang="en-AU" sz="1400" dirty="0">
                <a:solidFill>
                  <a:schemeClr val="bg1"/>
                </a:solidFill>
              </a:rPr>
              <a:t>For this slide design, you can change the background colour</a:t>
            </a:r>
          </a:p>
          <a:p>
            <a:r>
              <a:rPr lang="en-AU" sz="1400" dirty="0">
                <a:solidFill>
                  <a:schemeClr val="bg1"/>
                </a:solidFill>
              </a:rPr>
              <a:t>by right-clicking somewhere on the slide, not in a content placeholder.</a:t>
            </a:r>
          </a:p>
          <a:p>
            <a:r>
              <a:rPr lang="en-US" sz="1400" dirty="0">
                <a:solidFill>
                  <a:schemeClr val="bg1"/>
                </a:solidFill>
              </a:rPr>
              <a:t>‘Format Background</a:t>
            </a:r>
          </a:p>
          <a:p>
            <a:r>
              <a:rPr lang="en-US" sz="1400" dirty="0">
                <a:solidFill>
                  <a:schemeClr val="bg1"/>
                </a:solidFill>
              </a:rPr>
              <a:t>Under the ‘Fill’ menu, ‘change ‘Solid fill’ to a </a:t>
            </a:r>
            <a:r>
              <a:rPr lang="en-US" sz="1400" dirty="0" err="1">
                <a:solidFill>
                  <a:schemeClr val="bg1"/>
                </a:solidFill>
              </a:rPr>
              <a:t>colour</a:t>
            </a:r>
            <a:r>
              <a:rPr lang="en-US" sz="1400" dirty="0">
                <a:solidFill>
                  <a:schemeClr val="bg1"/>
                </a:solidFill>
              </a:rPr>
              <a:t> from the palette</a:t>
            </a:r>
            <a:endParaRPr lang="en-AU" sz="1400" dirty="0">
              <a:solidFill>
                <a:schemeClr val="bg1"/>
              </a:solidFill>
            </a:endParaRPr>
          </a:p>
        </p:txBody>
      </p:sp>
      <p:sp>
        <p:nvSpPr>
          <p:cNvPr id="11" name="Title 1">
            <a:extLst>
              <a:ext uri="{FF2B5EF4-FFF2-40B4-BE49-F238E27FC236}">
                <a16:creationId xmlns:a16="http://schemas.microsoft.com/office/drawing/2014/main" id="{7F45073E-2992-405B-AB05-A3E6ADD2877C}"/>
              </a:ext>
            </a:extLst>
          </p:cNvPr>
          <p:cNvSpPr>
            <a:spLocks noGrp="1"/>
          </p:cNvSpPr>
          <p:nvPr>
            <p:ph type="title"/>
          </p:nvPr>
        </p:nvSpPr>
        <p:spPr>
          <a:xfrm>
            <a:off x="695326" y="1052736"/>
            <a:ext cx="3384549" cy="1008112"/>
          </a:xfrm>
        </p:spPr>
        <p:txBody>
          <a:bodyPr anchor="t"/>
          <a:lstStyle>
            <a:lvl1pPr>
              <a:defRPr>
                <a:solidFill>
                  <a:schemeClr val="bg1"/>
                </a:solidFill>
              </a:defRPr>
            </a:lvl1pPr>
          </a:lstStyle>
          <a:p>
            <a:r>
              <a:rPr lang="en-US"/>
              <a:t>Click to edit Master title style</a:t>
            </a:r>
            <a:endParaRPr lang="en-AU" dirty="0"/>
          </a:p>
        </p:txBody>
      </p:sp>
    </p:spTree>
    <p:extLst>
      <p:ext uri="{BB962C8B-B14F-4D97-AF65-F5344CB8AC3E}">
        <p14:creationId xmlns:p14="http://schemas.microsoft.com/office/powerpoint/2010/main" val="1426045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xt with Image Half Alt">
    <p:bg>
      <p:bgPr>
        <a:solidFill>
          <a:schemeClr val="accent1"/>
        </a:solidFill>
        <a:effectLst/>
      </p:bgPr>
    </p:bg>
    <p:spTree>
      <p:nvGrpSpPr>
        <p:cNvPr id="1" name=""/>
        <p:cNvGrpSpPr/>
        <p:nvPr/>
      </p:nvGrpSpPr>
      <p:grpSpPr>
        <a:xfrm>
          <a:off x="0" y="0"/>
          <a:ext cx="0" cy="0"/>
          <a:chOff x="0" y="0"/>
          <a:chExt cx="0" cy="0"/>
        </a:xfrm>
      </p:grpSpPr>
      <p:sp>
        <p:nvSpPr>
          <p:cNvPr id="12" name="Picture Placeholder 9">
            <a:extLst>
              <a:ext uri="{FF2B5EF4-FFF2-40B4-BE49-F238E27FC236}">
                <a16:creationId xmlns:a16="http://schemas.microsoft.com/office/drawing/2014/main" id="{8FB0C548-DD10-4ED1-BA05-293A119D2AEB}"/>
              </a:ext>
            </a:extLst>
          </p:cNvPr>
          <p:cNvSpPr>
            <a:spLocks noGrp="1"/>
          </p:cNvSpPr>
          <p:nvPr>
            <p:ph type="pic" sz="quarter" idx="18" hasCustomPrompt="1"/>
          </p:nvPr>
        </p:nvSpPr>
        <p:spPr>
          <a:xfrm>
            <a:off x="6102278" y="-2778"/>
            <a:ext cx="6093632" cy="6860624"/>
          </a:xfrm>
          <a:custGeom>
            <a:avLst/>
            <a:gdLst>
              <a:gd name="connsiteX0" fmla="*/ 0 w 5187576"/>
              <a:gd name="connsiteY0" fmla="*/ 0 h 5919694"/>
              <a:gd name="connsiteX1" fmla="*/ 5187576 w 5187576"/>
              <a:gd name="connsiteY1" fmla="*/ 0 h 5919694"/>
              <a:gd name="connsiteX2" fmla="*/ 5187576 w 5187576"/>
              <a:gd name="connsiteY2" fmla="*/ 5919694 h 5919694"/>
              <a:gd name="connsiteX3" fmla="*/ 0 w 5187576"/>
              <a:gd name="connsiteY3" fmla="*/ 5919694 h 5919694"/>
              <a:gd name="connsiteX4" fmla="*/ 0 w 5187576"/>
              <a:gd name="connsiteY4" fmla="*/ 0 h 5919694"/>
              <a:gd name="connsiteX0" fmla="*/ 5977 w 5193553"/>
              <a:gd name="connsiteY0" fmla="*/ 0 h 5919694"/>
              <a:gd name="connsiteX1" fmla="*/ 5193553 w 5193553"/>
              <a:gd name="connsiteY1" fmla="*/ 0 h 5919694"/>
              <a:gd name="connsiteX2" fmla="*/ 5193553 w 5193553"/>
              <a:gd name="connsiteY2" fmla="*/ 5919694 h 5919694"/>
              <a:gd name="connsiteX3" fmla="*/ 5977 w 5193553"/>
              <a:gd name="connsiteY3" fmla="*/ 5919694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687921 w 5193555"/>
              <a:gd name="connsiteY3" fmla="*/ 5101592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537903 w 5193555"/>
              <a:gd name="connsiteY3" fmla="*/ 5916707 h 5919694"/>
              <a:gd name="connsiteX4" fmla="*/ 2 w 5193555"/>
              <a:gd name="connsiteY4" fmla="*/ 3609788 h 5919694"/>
              <a:gd name="connsiteX5" fmla="*/ 5979 w 5193555"/>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12 w 5187688"/>
              <a:gd name="connsiteY0" fmla="*/ 0 h 5919694"/>
              <a:gd name="connsiteX1" fmla="*/ 5187688 w 5187688"/>
              <a:gd name="connsiteY1" fmla="*/ 0 h 5919694"/>
              <a:gd name="connsiteX2" fmla="*/ 5187688 w 5187688"/>
              <a:gd name="connsiteY2" fmla="*/ 5919694 h 5919694"/>
              <a:gd name="connsiteX3" fmla="*/ 2532036 w 5187688"/>
              <a:gd name="connsiteY3" fmla="*/ 5916707 h 5919694"/>
              <a:gd name="connsiteX4" fmla="*/ 21520 w 5187688"/>
              <a:gd name="connsiteY4" fmla="*/ 3298360 h 5919694"/>
              <a:gd name="connsiteX5" fmla="*/ 112 w 5187688"/>
              <a:gd name="connsiteY5" fmla="*/ 0 h 5919694"/>
              <a:gd name="connsiteX0" fmla="*/ 2405 w 5189981"/>
              <a:gd name="connsiteY0" fmla="*/ 0 h 5919694"/>
              <a:gd name="connsiteX1" fmla="*/ 5189981 w 5189981"/>
              <a:gd name="connsiteY1" fmla="*/ 0 h 5919694"/>
              <a:gd name="connsiteX2" fmla="*/ 5189981 w 5189981"/>
              <a:gd name="connsiteY2" fmla="*/ 5919694 h 5919694"/>
              <a:gd name="connsiteX3" fmla="*/ 2534329 w 5189981"/>
              <a:gd name="connsiteY3" fmla="*/ 5916707 h 5919694"/>
              <a:gd name="connsiteX4" fmla="*/ 0 w 5189981"/>
              <a:gd name="connsiteY4" fmla="*/ 3164891 h 5919694"/>
              <a:gd name="connsiteX5" fmla="*/ 2405 w 5189981"/>
              <a:gd name="connsiteY5" fmla="*/ 0 h 5919694"/>
              <a:gd name="connsiteX0" fmla="*/ 2532 w 5190108"/>
              <a:gd name="connsiteY0" fmla="*/ 0 h 5919694"/>
              <a:gd name="connsiteX1" fmla="*/ 5190108 w 5190108"/>
              <a:gd name="connsiteY1" fmla="*/ 0 h 5919694"/>
              <a:gd name="connsiteX2" fmla="*/ 5190108 w 5190108"/>
              <a:gd name="connsiteY2" fmla="*/ 5919694 h 5919694"/>
              <a:gd name="connsiteX3" fmla="*/ 2534456 w 5190108"/>
              <a:gd name="connsiteY3" fmla="*/ 5916707 h 5919694"/>
              <a:gd name="connsiteX4" fmla="*/ 127 w 5190108"/>
              <a:gd name="connsiteY4" fmla="*/ 3164891 h 5919694"/>
              <a:gd name="connsiteX5" fmla="*/ 2532 w 5190108"/>
              <a:gd name="connsiteY5" fmla="*/ 0 h 5919694"/>
              <a:gd name="connsiteX0" fmla="*/ 2464 w 5190040"/>
              <a:gd name="connsiteY0" fmla="*/ 0 h 5919694"/>
              <a:gd name="connsiteX1" fmla="*/ 5190040 w 5190040"/>
              <a:gd name="connsiteY1" fmla="*/ 0 h 5919694"/>
              <a:gd name="connsiteX2" fmla="*/ 5190040 w 5190040"/>
              <a:gd name="connsiteY2" fmla="*/ 5919694 h 5919694"/>
              <a:gd name="connsiteX3" fmla="*/ 2534388 w 5190040"/>
              <a:gd name="connsiteY3" fmla="*/ 5916707 h 5919694"/>
              <a:gd name="connsiteX4" fmla="*/ 59 w 5190040"/>
              <a:gd name="connsiteY4" fmla="*/ 3164891 h 5919694"/>
              <a:gd name="connsiteX5" fmla="*/ 2464 w 5190040"/>
              <a:gd name="connsiteY5" fmla="*/ 0 h 5919694"/>
              <a:gd name="connsiteX0" fmla="*/ 2512 w 5190088"/>
              <a:gd name="connsiteY0" fmla="*/ 0 h 5919694"/>
              <a:gd name="connsiteX1" fmla="*/ 5190088 w 5190088"/>
              <a:gd name="connsiteY1" fmla="*/ 0 h 5919694"/>
              <a:gd name="connsiteX2" fmla="*/ 5190088 w 5190088"/>
              <a:gd name="connsiteY2" fmla="*/ 5919694 h 5919694"/>
              <a:gd name="connsiteX3" fmla="*/ 2534436 w 5190088"/>
              <a:gd name="connsiteY3" fmla="*/ 5916707 h 5919694"/>
              <a:gd name="connsiteX4" fmla="*/ 107 w 5190088"/>
              <a:gd name="connsiteY4" fmla="*/ 3164891 h 5919694"/>
              <a:gd name="connsiteX5" fmla="*/ 2512 w 5190088"/>
              <a:gd name="connsiteY5" fmla="*/ 0 h 5919694"/>
              <a:gd name="connsiteX0" fmla="*/ 2406 w 5189982"/>
              <a:gd name="connsiteY0" fmla="*/ 0 h 5919694"/>
              <a:gd name="connsiteX1" fmla="*/ 5189982 w 5189982"/>
              <a:gd name="connsiteY1" fmla="*/ 0 h 5919694"/>
              <a:gd name="connsiteX2" fmla="*/ 5189982 w 5189982"/>
              <a:gd name="connsiteY2" fmla="*/ 5919694 h 5919694"/>
              <a:gd name="connsiteX3" fmla="*/ 2534330 w 5189982"/>
              <a:gd name="connsiteY3" fmla="*/ 5916707 h 5919694"/>
              <a:gd name="connsiteX4" fmla="*/ 1 w 5189982"/>
              <a:gd name="connsiteY4" fmla="*/ 3164891 h 5919694"/>
              <a:gd name="connsiteX5" fmla="*/ 2406 w 5189982"/>
              <a:gd name="connsiteY5" fmla="*/ 0 h 5919694"/>
              <a:gd name="connsiteX0" fmla="*/ 216 w 5198678"/>
              <a:gd name="connsiteY0" fmla="*/ 333321 h 5919694"/>
              <a:gd name="connsiteX1" fmla="*/ 5198678 w 5198678"/>
              <a:gd name="connsiteY1" fmla="*/ 0 h 5919694"/>
              <a:gd name="connsiteX2" fmla="*/ 5198678 w 5198678"/>
              <a:gd name="connsiteY2" fmla="*/ 5919694 h 5919694"/>
              <a:gd name="connsiteX3" fmla="*/ 2543026 w 5198678"/>
              <a:gd name="connsiteY3" fmla="*/ 5916707 h 5919694"/>
              <a:gd name="connsiteX4" fmla="*/ 8697 w 5198678"/>
              <a:gd name="connsiteY4" fmla="*/ 3164891 h 5919694"/>
              <a:gd name="connsiteX5" fmla="*/ 216 w 5198678"/>
              <a:gd name="connsiteY5" fmla="*/ 333321 h 5919694"/>
              <a:gd name="connsiteX0" fmla="*/ 216 w 5198678"/>
              <a:gd name="connsiteY0" fmla="*/ 0 h 5586373"/>
              <a:gd name="connsiteX1" fmla="*/ 5198678 w 5198678"/>
              <a:gd name="connsiteY1" fmla="*/ 28985 h 5586373"/>
              <a:gd name="connsiteX2" fmla="*/ 5198678 w 5198678"/>
              <a:gd name="connsiteY2" fmla="*/ 5586373 h 5586373"/>
              <a:gd name="connsiteX3" fmla="*/ 2543026 w 5198678"/>
              <a:gd name="connsiteY3" fmla="*/ 5583386 h 5586373"/>
              <a:gd name="connsiteX4" fmla="*/ 8697 w 5198678"/>
              <a:gd name="connsiteY4" fmla="*/ 2831570 h 5586373"/>
              <a:gd name="connsiteX5" fmla="*/ 216 w 5198678"/>
              <a:gd name="connsiteY5" fmla="*/ 0 h 5586373"/>
              <a:gd name="connsiteX0" fmla="*/ 216 w 5198678"/>
              <a:gd name="connsiteY0" fmla="*/ 0 h 5571881"/>
              <a:gd name="connsiteX1" fmla="*/ 5198678 w 5198678"/>
              <a:gd name="connsiteY1" fmla="*/ 14493 h 5571881"/>
              <a:gd name="connsiteX2" fmla="*/ 5198678 w 5198678"/>
              <a:gd name="connsiteY2" fmla="*/ 5571881 h 5571881"/>
              <a:gd name="connsiteX3" fmla="*/ 2543026 w 5198678"/>
              <a:gd name="connsiteY3" fmla="*/ 5568894 h 5571881"/>
              <a:gd name="connsiteX4" fmla="*/ 8697 w 5198678"/>
              <a:gd name="connsiteY4" fmla="*/ 2817078 h 5571881"/>
              <a:gd name="connsiteX5" fmla="*/ 216 w 5198678"/>
              <a:gd name="connsiteY5" fmla="*/ 0 h 5571881"/>
              <a:gd name="connsiteX0" fmla="*/ 216 w 5198678"/>
              <a:gd name="connsiteY0" fmla="*/ 15941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15941 h 5587822"/>
              <a:gd name="connsiteX0" fmla="*/ 216 w 5198678"/>
              <a:gd name="connsiteY0" fmla="*/ 629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629 h 5587822"/>
              <a:gd name="connsiteX0" fmla="*/ 454 w 5198916"/>
              <a:gd name="connsiteY0" fmla="*/ 629 h 5587822"/>
              <a:gd name="connsiteX1" fmla="*/ 5198916 w 5198916"/>
              <a:gd name="connsiteY1" fmla="*/ 0 h 5587822"/>
              <a:gd name="connsiteX2" fmla="*/ 5198916 w 5198916"/>
              <a:gd name="connsiteY2" fmla="*/ 5587822 h 5587822"/>
              <a:gd name="connsiteX3" fmla="*/ 2543264 w 5198916"/>
              <a:gd name="connsiteY3" fmla="*/ 5584835 h 5587822"/>
              <a:gd name="connsiteX4" fmla="*/ 1791 w 5198916"/>
              <a:gd name="connsiteY4" fmla="*/ 3144946 h 5587822"/>
              <a:gd name="connsiteX5" fmla="*/ 454 w 5198916"/>
              <a:gd name="connsiteY5" fmla="*/ 629 h 5587822"/>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4083303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4089175"/>
              <a:gd name="connsiteY0" fmla="*/ 629 h 5595711"/>
              <a:gd name="connsiteX1" fmla="*/ 4083303 w 4089175"/>
              <a:gd name="connsiteY1" fmla="*/ 0 h 5595711"/>
              <a:gd name="connsiteX2" fmla="*/ 4089175 w 4089175"/>
              <a:gd name="connsiteY2" fmla="*/ 5595711 h 5595711"/>
              <a:gd name="connsiteX3" fmla="*/ 1718207 w 4089175"/>
              <a:gd name="connsiteY3" fmla="*/ 5593381 h 5595711"/>
              <a:gd name="connsiteX4" fmla="*/ 1791 w 4089175"/>
              <a:gd name="connsiteY4" fmla="*/ 3144946 h 5595711"/>
              <a:gd name="connsiteX5" fmla="*/ 454 w 4089175"/>
              <a:gd name="connsiteY5" fmla="*/ 629 h 5595711"/>
              <a:gd name="connsiteX0" fmla="*/ 454 w 4083340"/>
              <a:gd name="connsiteY0" fmla="*/ 629 h 5593381"/>
              <a:gd name="connsiteX1" fmla="*/ 4083303 w 4083340"/>
              <a:gd name="connsiteY1" fmla="*/ 0 h 5593381"/>
              <a:gd name="connsiteX2" fmla="*/ 4012844 w 4083340"/>
              <a:gd name="connsiteY2" fmla="*/ 5591438 h 5593381"/>
              <a:gd name="connsiteX3" fmla="*/ 1718207 w 4083340"/>
              <a:gd name="connsiteY3" fmla="*/ 5593381 h 5593381"/>
              <a:gd name="connsiteX4" fmla="*/ 1791 w 4083340"/>
              <a:gd name="connsiteY4" fmla="*/ 3144946 h 5593381"/>
              <a:gd name="connsiteX5" fmla="*/ 454 w 4083340"/>
              <a:gd name="connsiteY5" fmla="*/ 629 h 5593381"/>
              <a:gd name="connsiteX0" fmla="*/ 454 w 4083459"/>
              <a:gd name="connsiteY0" fmla="*/ 629 h 5593381"/>
              <a:gd name="connsiteX1" fmla="*/ 4083303 w 4083459"/>
              <a:gd name="connsiteY1" fmla="*/ 0 h 5593381"/>
              <a:gd name="connsiteX2" fmla="*/ 4070093 w 4083459"/>
              <a:gd name="connsiteY2" fmla="*/ 5591439 h 5593381"/>
              <a:gd name="connsiteX3" fmla="*/ 1718207 w 4083459"/>
              <a:gd name="connsiteY3" fmla="*/ 5593381 h 5593381"/>
              <a:gd name="connsiteX4" fmla="*/ 1791 w 4083459"/>
              <a:gd name="connsiteY4" fmla="*/ 3144946 h 5593381"/>
              <a:gd name="connsiteX5" fmla="*/ 454 w 4083459"/>
              <a:gd name="connsiteY5" fmla="*/ 629 h 5593381"/>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454 w 4070093"/>
              <a:gd name="connsiteY0" fmla="*/ 0 h 5592752"/>
              <a:gd name="connsiteX1" fmla="*/ 3943363 w 4070093"/>
              <a:gd name="connsiteY1" fmla="*/ 324970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10480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51501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14049 w 4069424"/>
              <a:gd name="connsiteY0" fmla="*/ 174112 h 5602782"/>
              <a:gd name="connsiteX1" fmla="*/ 4068911 w 4069424"/>
              <a:gd name="connsiteY1" fmla="*/ 0 h 5602782"/>
              <a:gd name="connsiteX2" fmla="*/ 4068422 w 4069424"/>
              <a:gd name="connsiteY2" fmla="*/ 5600840 h 5602782"/>
              <a:gd name="connsiteX3" fmla="*/ 1716536 w 4069424"/>
              <a:gd name="connsiteY3" fmla="*/ 5602782 h 5602782"/>
              <a:gd name="connsiteX4" fmla="*/ 120 w 4069424"/>
              <a:gd name="connsiteY4" fmla="*/ 3154347 h 5602782"/>
              <a:gd name="connsiteX5" fmla="*/ 14049 w 4069424"/>
              <a:gd name="connsiteY5" fmla="*/ 174112 h 560278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454 w 4070093"/>
              <a:gd name="connsiteY0" fmla="*/ 0 h 5592752"/>
              <a:gd name="connsiteX1" fmla="*/ 4065493 w 4070093"/>
              <a:gd name="connsiteY1" fmla="*/ 51501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9341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4333 h 5597085"/>
              <a:gd name="connsiteX1" fmla="*/ 4070582 w 4071095"/>
              <a:gd name="connsiteY1" fmla="*/ 0 h 5597085"/>
              <a:gd name="connsiteX2" fmla="*/ 4070093 w 4071095"/>
              <a:gd name="connsiteY2" fmla="*/ 5595143 h 5597085"/>
              <a:gd name="connsiteX3" fmla="*/ 1718207 w 4071095"/>
              <a:gd name="connsiteY3" fmla="*/ 5597085 h 5597085"/>
              <a:gd name="connsiteX4" fmla="*/ 1791 w 4071095"/>
              <a:gd name="connsiteY4" fmla="*/ 3148650 h 5597085"/>
              <a:gd name="connsiteX5" fmla="*/ 454 w 4071095"/>
              <a:gd name="connsiteY5" fmla="*/ 4333 h 5597085"/>
              <a:gd name="connsiteX0" fmla="*/ 454 w 4070093"/>
              <a:gd name="connsiteY0" fmla="*/ 562667 h 6155419"/>
              <a:gd name="connsiteX1" fmla="*/ 4062101 w 4070093"/>
              <a:gd name="connsiteY1" fmla="*/ 0 h 6155419"/>
              <a:gd name="connsiteX2" fmla="*/ 4070093 w 4070093"/>
              <a:gd name="connsiteY2" fmla="*/ 6153477 h 6155419"/>
              <a:gd name="connsiteX3" fmla="*/ 1718207 w 4070093"/>
              <a:gd name="connsiteY3" fmla="*/ 6155419 h 6155419"/>
              <a:gd name="connsiteX4" fmla="*/ 1791 w 4070093"/>
              <a:gd name="connsiteY4" fmla="*/ 3706984 h 6155419"/>
              <a:gd name="connsiteX5" fmla="*/ 454 w 4070093"/>
              <a:gd name="connsiteY5" fmla="*/ 562667 h 6155419"/>
              <a:gd name="connsiteX0" fmla="*/ 7264 w 4068422"/>
              <a:gd name="connsiteY0" fmla="*/ 15728 h 6155419"/>
              <a:gd name="connsiteX1" fmla="*/ 4060430 w 4068422"/>
              <a:gd name="connsiteY1" fmla="*/ 0 h 6155419"/>
              <a:gd name="connsiteX2" fmla="*/ 4068422 w 4068422"/>
              <a:gd name="connsiteY2" fmla="*/ 6153477 h 6155419"/>
              <a:gd name="connsiteX3" fmla="*/ 1716536 w 4068422"/>
              <a:gd name="connsiteY3" fmla="*/ 6155419 h 6155419"/>
              <a:gd name="connsiteX4" fmla="*/ 120 w 4068422"/>
              <a:gd name="connsiteY4" fmla="*/ 3706984 h 6155419"/>
              <a:gd name="connsiteX5" fmla="*/ 7264 w 4068422"/>
              <a:gd name="connsiteY5" fmla="*/ 15728 h 6155419"/>
              <a:gd name="connsiteX0" fmla="*/ 7264 w 4069425"/>
              <a:gd name="connsiteY0" fmla="*/ 15728 h 6155419"/>
              <a:gd name="connsiteX1" fmla="*/ 4068912 w 4069425"/>
              <a:gd name="connsiteY1" fmla="*/ 0 h 6155419"/>
              <a:gd name="connsiteX2" fmla="*/ 4068422 w 4069425"/>
              <a:gd name="connsiteY2" fmla="*/ 6153477 h 6155419"/>
              <a:gd name="connsiteX3" fmla="*/ 1716536 w 4069425"/>
              <a:gd name="connsiteY3" fmla="*/ 6155419 h 6155419"/>
              <a:gd name="connsiteX4" fmla="*/ 120 w 4069425"/>
              <a:gd name="connsiteY4" fmla="*/ 3706984 h 6155419"/>
              <a:gd name="connsiteX5" fmla="*/ 7264 w 4069425"/>
              <a:gd name="connsiteY5" fmla="*/ 15728 h 6155419"/>
              <a:gd name="connsiteX0" fmla="*/ 3023 w 4069425"/>
              <a:gd name="connsiteY0" fmla="*/ 4334 h 6155419"/>
              <a:gd name="connsiteX1" fmla="*/ 4068912 w 4069425"/>
              <a:gd name="connsiteY1" fmla="*/ 0 h 6155419"/>
              <a:gd name="connsiteX2" fmla="*/ 4068422 w 4069425"/>
              <a:gd name="connsiteY2" fmla="*/ 6153477 h 6155419"/>
              <a:gd name="connsiteX3" fmla="*/ 1716536 w 4069425"/>
              <a:gd name="connsiteY3" fmla="*/ 6155419 h 6155419"/>
              <a:gd name="connsiteX4" fmla="*/ 120 w 4069425"/>
              <a:gd name="connsiteY4" fmla="*/ 3706984 h 6155419"/>
              <a:gd name="connsiteX5" fmla="*/ 3023 w 4069425"/>
              <a:gd name="connsiteY5" fmla="*/ 4334 h 6155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69425" h="6155419">
                <a:moveTo>
                  <a:pt x="3023" y="4334"/>
                </a:moveTo>
                <a:lnTo>
                  <a:pt x="4068912" y="0"/>
                </a:lnTo>
                <a:cubicBezTo>
                  <a:pt x="4070869" y="1865237"/>
                  <a:pt x="4066465" y="4288240"/>
                  <a:pt x="4068422" y="6153477"/>
                </a:cubicBezTo>
                <a:lnTo>
                  <a:pt x="1716536" y="6155419"/>
                </a:lnTo>
                <a:cubicBezTo>
                  <a:pt x="687422" y="5845287"/>
                  <a:pt x="-10492" y="4560655"/>
                  <a:pt x="120" y="3706984"/>
                </a:cubicBezTo>
                <a:cubicBezTo>
                  <a:pt x="2112" y="2503721"/>
                  <a:pt x="1031" y="1207597"/>
                  <a:pt x="3023" y="4334"/>
                </a:cubicBezTo>
                <a:close/>
              </a:path>
            </a:pathLst>
          </a:custGeom>
          <a:solidFill>
            <a:schemeClr val="bg2"/>
          </a:solidFill>
        </p:spPr>
        <p:txBody>
          <a:bodyPr anchor="ctr"/>
          <a:lstStyle>
            <a:lvl1pPr algn="ctr">
              <a:defRPr sz="1200"/>
            </a:lvl1pPr>
          </a:lstStyle>
          <a:p>
            <a:r>
              <a:rPr lang="en-AU" dirty="0"/>
              <a:t> Click icon to insert picture</a:t>
            </a:r>
          </a:p>
          <a:p>
            <a:endParaRPr lang="en-AU" dirty="0"/>
          </a:p>
        </p:txBody>
      </p:sp>
      <p:sp>
        <p:nvSpPr>
          <p:cNvPr id="3" name="Footer Placeholder 2">
            <a:extLst>
              <a:ext uri="{FF2B5EF4-FFF2-40B4-BE49-F238E27FC236}">
                <a16:creationId xmlns:a16="http://schemas.microsoft.com/office/drawing/2014/main" id="{BE05E8E5-FC3F-4B02-8560-314161E65934}"/>
              </a:ext>
            </a:extLst>
          </p:cNvPr>
          <p:cNvSpPr>
            <a:spLocks noGrp="1"/>
          </p:cNvSpPr>
          <p:nvPr>
            <p:ph type="ftr" sz="quarter" idx="10"/>
          </p:nvPr>
        </p:nvSpPr>
        <p:spPr>
          <a:xfrm>
            <a:off x="695326" y="6519171"/>
            <a:ext cx="3360109" cy="240219"/>
          </a:xfrm>
          <a:prstGeom prst="rect">
            <a:avLst/>
          </a:prstGeom>
        </p:spPr>
        <p:txBody>
          <a:bodyPr/>
          <a:lstStyle>
            <a:lvl1pPr>
              <a:defRPr b="0">
                <a:solidFill>
                  <a:schemeClr val="bg1"/>
                </a:solidFill>
              </a:defRPr>
            </a:lvl1pPr>
          </a:lstStyle>
          <a:p>
            <a:r>
              <a:rPr lang="en-AU"/>
              <a:t>SLAT7806 Research Methods</a:t>
            </a:r>
            <a:endParaRPr lang="en-AU" dirty="0"/>
          </a:p>
        </p:txBody>
      </p:sp>
      <p:sp>
        <p:nvSpPr>
          <p:cNvPr id="4" name="Slide Number Placeholder 3">
            <a:extLst>
              <a:ext uri="{FF2B5EF4-FFF2-40B4-BE49-F238E27FC236}">
                <a16:creationId xmlns:a16="http://schemas.microsoft.com/office/drawing/2014/main" id="{5B783E44-C534-44A2-8F6E-F9372FE5C6E2}"/>
              </a:ext>
            </a:extLst>
          </p:cNvPr>
          <p:cNvSpPr>
            <a:spLocks noGrp="1"/>
          </p:cNvSpPr>
          <p:nvPr>
            <p:ph type="sldNum" sz="quarter" idx="11"/>
          </p:nvPr>
        </p:nvSpPr>
        <p:spPr/>
        <p:txBody>
          <a:bodyPr/>
          <a:lstStyle/>
          <a:p>
            <a:fld id="{E917DE0E-AFB1-41FD-BC35-27DB61CA125F}" type="slidenum">
              <a:rPr lang="en-AU" smtClean="0"/>
              <a:pPr/>
              <a:t>‹#›</a:t>
            </a:fld>
            <a:endParaRPr lang="en-AU" dirty="0"/>
          </a:p>
        </p:txBody>
      </p:sp>
      <p:sp>
        <p:nvSpPr>
          <p:cNvPr id="11" name="Text Placeholder 5">
            <a:extLst>
              <a:ext uri="{FF2B5EF4-FFF2-40B4-BE49-F238E27FC236}">
                <a16:creationId xmlns:a16="http://schemas.microsoft.com/office/drawing/2014/main" id="{8E5BD460-2E08-418B-9ED2-FED7577890AA}"/>
              </a:ext>
            </a:extLst>
          </p:cNvPr>
          <p:cNvSpPr>
            <a:spLocks noGrp="1"/>
          </p:cNvSpPr>
          <p:nvPr>
            <p:ph type="body" sz="quarter" idx="17" hasCustomPrompt="1"/>
          </p:nvPr>
        </p:nvSpPr>
        <p:spPr>
          <a:xfrm>
            <a:off x="4400550" y="6524625"/>
            <a:ext cx="3384667" cy="241300"/>
          </a:xfrm>
        </p:spPr>
        <p:txBody>
          <a:bodyPr anchor="ctr">
            <a:normAutofit/>
          </a:bodyPr>
          <a:lstStyle>
            <a:lvl1pPr algn="ctr">
              <a:defRPr sz="1000" b="1">
                <a:solidFill>
                  <a:schemeClr val="bg1"/>
                </a:solidFill>
              </a:defRPr>
            </a:lvl1pPr>
          </a:lstStyle>
          <a:p>
            <a:pPr lvl="0"/>
            <a:r>
              <a:rPr lang="en-US" dirty="0"/>
              <a:t>#[Hashtag text]</a:t>
            </a:r>
          </a:p>
        </p:txBody>
      </p:sp>
      <p:sp>
        <p:nvSpPr>
          <p:cNvPr id="10" name="Text Placeholder 5">
            <a:extLst>
              <a:ext uri="{FF2B5EF4-FFF2-40B4-BE49-F238E27FC236}">
                <a16:creationId xmlns:a16="http://schemas.microsoft.com/office/drawing/2014/main" id="{D06BD81E-48A0-488B-B875-7D993A64CC4D}"/>
              </a:ext>
            </a:extLst>
          </p:cNvPr>
          <p:cNvSpPr>
            <a:spLocks noGrp="1"/>
          </p:cNvSpPr>
          <p:nvPr>
            <p:ph type="body" sz="quarter" idx="13"/>
          </p:nvPr>
        </p:nvSpPr>
        <p:spPr>
          <a:xfrm>
            <a:off x="695325" y="1700213"/>
            <a:ext cx="5208587" cy="4598075"/>
          </a:xfrm>
          <a:prstGeom prst="rect">
            <a:avLst/>
          </a:prstGeom>
        </p:spPr>
        <p:txBody>
          <a:bodyPr/>
          <a:lstStyle>
            <a:lvl1pPr>
              <a:buNone/>
              <a:defRPr lang="en-US" dirty="0">
                <a:solidFill>
                  <a:schemeClr val="bg1"/>
                </a:solidFill>
              </a:defRPr>
            </a:lvl1pPr>
            <a:lvl2pPr>
              <a:buClr>
                <a:schemeClr val="bg1"/>
              </a:buClr>
              <a:defRPr lang="en-US" dirty="0">
                <a:solidFill>
                  <a:schemeClr val="bg1"/>
                </a:solidFill>
              </a:defRPr>
            </a:lvl2pPr>
            <a:lvl3pPr>
              <a:buClr>
                <a:schemeClr val="bg1"/>
              </a:buClr>
              <a:defRPr lang="en-US" dirty="0">
                <a:solidFill>
                  <a:schemeClr val="bg1"/>
                </a:solidFill>
              </a:defRPr>
            </a:lvl3pPr>
            <a:lvl4pPr>
              <a:defRPr lang="en-US" dirty="0">
                <a:solidFill>
                  <a:schemeClr val="bg1"/>
                </a:solidFill>
              </a:defRPr>
            </a:lvl4pPr>
            <a:lvl5pPr>
              <a:defRPr lang="en-US" dirty="0">
                <a:solidFill>
                  <a:schemeClr val="bg1"/>
                </a:solidFill>
              </a:defRPr>
            </a:lvl5pPr>
            <a:lvl6pPr>
              <a:defRPr lang="en-AU" dirty="0">
                <a:solidFill>
                  <a:schemeClr val="bg1"/>
                </a:solidFill>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4" name="TextBox 13">
            <a:extLst>
              <a:ext uri="{FF2B5EF4-FFF2-40B4-BE49-F238E27FC236}">
                <a16:creationId xmlns:a16="http://schemas.microsoft.com/office/drawing/2014/main" id="{54B152F0-B857-4837-AD26-E55058B68A12}"/>
              </a:ext>
            </a:extLst>
          </p:cNvPr>
          <p:cNvSpPr txBox="1"/>
          <p:nvPr userDrawn="1"/>
        </p:nvSpPr>
        <p:spPr>
          <a:xfrm>
            <a:off x="1" y="-1053499"/>
            <a:ext cx="7632171" cy="954107"/>
          </a:xfrm>
          <a:prstGeom prst="rect">
            <a:avLst/>
          </a:prstGeom>
          <a:solidFill>
            <a:schemeClr val="accent1"/>
          </a:solidFill>
        </p:spPr>
        <p:txBody>
          <a:bodyPr wrap="square" rtlCol="0">
            <a:spAutoFit/>
          </a:bodyPr>
          <a:lstStyle/>
          <a:p>
            <a:r>
              <a:rPr lang="en-AU" sz="1400" dirty="0">
                <a:solidFill>
                  <a:schemeClr val="bg1"/>
                </a:solidFill>
              </a:rPr>
              <a:t>For this slide design, you can change the background colour</a:t>
            </a:r>
          </a:p>
          <a:p>
            <a:r>
              <a:rPr lang="en-AU" sz="1400" dirty="0">
                <a:solidFill>
                  <a:schemeClr val="bg1"/>
                </a:solidFill>
              </a:rPr>
              <a:t>by right-clicking somewhere on the slide, not in a content placeholder.</a:t>
            </a:r>
          </a:p>
          <a:p>
            <a:r>
              <a:rPr lang="en-US" sz="1400" dirty="0">
                <a:solidFill>
                  <a:schemeClr val="bg1"/>
                </a:solidFill>
              </a:rPr>
              <a:t>‘Format Background</a:t>
            </a:r>
          </a:p>
          <a:p>
            <a:r>
              <a:rPr lang="en-US" sz="1400" dirty="0">
                <a:solidFill>
                  <a:schemeClr val="bg1"/>
                </a:solidFill>
              </a:rPr>
              <a:t>Under the ‘Fill’ menu, ‘change ‘Solid fill’ to a </a:t>
            </a:r>
            <a:r>
              <a:rPr lang="en-US" sz="1400" dirty="0" err="1">
                <a:solidFill>
                  <a:schemeClr val="bg1"/>
                </a:solidFill>
              </a:rPr>
              <a:t>colour</a:t>
            </a:r>
            <a:r>
              <a:rPr lang="en-US" sz="1400" dirty="0">
                <a:solidFill>
                  <a:schemeClr val="bg1"/>
                </a:solidFill>
              </a:rPr>
              <a:t> from the palette</a:t>
            </a:r>
            <a:endParaRPr lang="en-AU" sz="1400" dirty="0">
              <a:solidFill>
                <a:schemeClr val="bg1"/>
              </a:solidFill>
            </a:endParaRPr>
          </a:p>
        </p:txBody>
      </p:sp>
      <p:sp>
        <p:nvSpPr>
          <p:cNvPr id="13" name="Title 1">
            <a:extLst>
              <a:ext uri="{FF2B5EF4-FFF2-40B4-BE49-F238E27FC236}">
                <a16:creationId xmlns:a16="http://schemas.microsoft.com/office/drawing/2014/main" id="{407296C6-F9EC-4B3A-9119-76D6C67094A9}"/>
              </a:ext>
            </a:extLst>
          </p:cNvPr>
          <p:cNvSpPr>
            <a:spLocks noGrp="1"/>
          </p:cNvSpPr>
          <p:nvPr>
            <p:ph type="title"/>
          </p:nvPr>
        </p:nvSpPr>
        <p:spPr>
          <a:xfrm>
            <a:off x="695326" y="1052736"/>
            <a:ext cx="5208586" cy="468000"/>
          </a:xfrm>
        </p:spPr>
        <p:txBody>
          <a:bodyPr anchor="t"/>
          <a:lstStyle>
            <a:lvl1pPr>
              <a:defRPr>
                <a:solidFill>
                  <a:schemeClr val="bg1"/>
                </a:solidFill>
              </a:defRPr>
            </a:lvl1pPr>
          </a:lstStyle>
          <a:p>
            <a:r>
              <a:rPr lang="en-US"/>
              <a:t>Click to edit Master title style</a:t>
            </a:r>
            <a:endParaRPr lang="en-AU" dirty="0"/>
          </a:p>
        </p:txBody>
      </p:sp>
    </p:spTree>
    <p:extLst>
      <p:ext uri="{BB962C8B-B14F-4D97-AF65-F5344CB8AC3E}">
        <p14:creationId xmlns:p14="http://schemas.microsoft.com/office/powerpoint/2010/main" val="2333367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ext with Image One Third Alt">
    <p:bg>
      <p:bgPr>
        <a:solidFill>
          <a:schemeClr val="accent1"/>
        </a:solidFill>
        <a:effectLst/>
      </p:bgPr>
    </p:bg>
    <p:spTree>
      <p:nvGrpSpPr>
        <p:cNvPr id="1" name=""/>
        <p:cNvGrpSpPr/>
        <p:nvPr/>
      </p:nvGrpSpPr>
      <p:grpSpPr>
        <a:xfrm>
          <a:off x="0" y="0"/>
          <a:ext cx="0" cy="0"/>
          <a:chOff x="0" y="0"/>
          <a:chExt cx="0" cy="0"/>
        </a:xfrm>
      </p:grpSpPr>
      <p:sp>
        <p:nvSpPr>
          <p:cNvPr id="13" name="Text Placeholder 16">
            <a:extLst>
              <a:ext uri="{FF2B5EF4-FFF2-40B4-BE49-F238E27FC236}">
                <a16:creationId xmlns:a16="http://schemas.microsoft.com/office/drawing/2014/main" id="{B4FA68DC-FEFE-4790-B4A5-75AF5CDBE1D5}"/>
              </a:ext>
            </a:extLst>
          </p:cNvPr>
          <p:cNvSpPr>
            <a:spLocks noGrp="1"/>
          </p:cNvSpPr>
          <p:nvPr>
            <p:ph type="body" sz="quarter" idx="22" hasCustomPrompt="1"/>
          </p:nvPr>
        </p:nvSpPr>
        <p:spPr bwMode="invGray">
          <a:xfrm>
            <a:off x="0" y="0"/>
            <a:ext cx="10704513" cy="6869113"/>
          </a:xfrm>
          <a:solidFill>
            <a:schemeClr val="accent1"/>
          </a:solidFill>
        </p:spPr>
        <p:txBody>
          <a:bodyPr>
            <a:normAutofit/>
          </a:bodyPr>
          <a:lstStyle>
            <a:lvl1pPr>
              <a:defRPr sz="100">
                <a:solidFill>
                  <a:schemeClr val="accent1"/>
                </a:solidFill>
              </a:defRPr>
            </a:lvl1pPr>
          </a:lstStyle>
          <a:p>
            <a:pPr lvl="0"/>
            <a:r>
              <a:rPr lang="en-AU" dirty="0"/>
              <a:t> </a:t>
            </a:r>
          </a:p>
        </p:txBody>
      </p:sp>
      <p:sp>
        <p:nvSpPr>
          <p:cNvPr id="15" name="TextBox 14">
            <a:extLst>
              <a:ext uri="{FF2B5EF4-FFF2-40B4-BE49-F238E27FC236}">
                <a16:creationId xmlns:a16="http://schemas.microsoft.com/office/drawing/2014/main" id="{52BEE3ED-5C13-4151-AFC4-04F14BD9ECA3}"/>
              </a:ext>
            </a:extLst>
          </p:cNvPr>
          <p:cNvSpPr txBox="1"/>
          <p:nvPr userDrawn="1"/>
        </p:nvSpPr>
        <p:spPr>
          <a:xfrm>
            <a:off x="1" y="-622612"/>
            <a:ext cx="7632171" cy="523220"/>
          </a:xfrm>
          <a:prstGeom prst="rect">
            <a:avLst/>
          </a:prstGeom>
          <a:solidFill>
            <a:schemeClr val="accent1"/>
          </a:solidFill>
        </p:spPr>
        <p:txBody>
          <a:bodyPr wrap="square" rtlCol="0">
            <a:spAutoFit/>
          </a:bodyPr>
          <a:lstStyle/>
          <a:p>
            <a:r>
              <a:rPr lang="en-AU" sz="1400" dirty="0">
                <a:solidFill>
                  <a:schemeClr val="bg1"/>
                </a:solidFill>
              </a:rPr>
              <a:t>For this slide design, you can change the background colour</a:t>
            </a:r>
          </a:p>
          <a:p>
            <a:r>
              <a:rPr lang="en-AU" sz="1400" dirty="0">
                <a:solidFill>
                  <a:schemeClr val="bg1"/>
                </a:solidFill>
              </a:rPr>
              <a:t>Clicking along the edge of purple container and change the shape fill colour.</a:t>
            </a:r>
          </a:p>
        </p:txBody>
      </p:sp>
      <p:sp>
        <p:nvSpPr>
          <p:cNvPr id="12" name="Picture Placeholder 9">
            <a:extLst>
              <a:ext uri="{FF2B5EF4-FFF2-40B4-BE49-F238E27FC236}">
                <a16:creationId xmlns:a16="http://schemas.microsoft.com/office/drawing/2014/main" id="{8FB0C548-DD10-4ED1-BA05-293A119D2AEB}"/>
              </a:ext>
            </a:extLst>
          </p:cNvPr>
          <p:cNvSpPr>
            <a:spLocks noGrp="1"/>
          </p:cNvSpPr>
          <p:nvPr>
            <p:ph type="pic" sz="quarter" idx="18" hasCustomPrompt="1"/>
          </p:nvPr>
        </p:nvSpPr>
        <p:spPr>
          <a:xfrm>
            <a:off x="8108851" y="-8784"/>
            <a:ext cx="4083149" cy="6868620"/>
          </a:xfrm>
          <a:custGeom>
            <a:avLst/>
            <a:gdLst>
              <a:gd name="connsiteX0" fmla="*/ 0 w 5187576"/>
              <a:gd name="connsiteY0" fmla="*/ 0 h 5919694"/>
              <a:gd name="connsiteX1" fmla="*/ 5187576 w 5187576"/>
              <a:gd name="connsiteY1" fmla="*/ 0 h 5919694"/>
              <a:gd name="connsiteX2" fmla="*/ 5187576 w 5187576"/>
              <a:gd name="connsiteY2" fmla="*/ 5919694 h 5919694"/>
              <a:gd name="connsiteX3" fmla="*/ 0 w 5187576"/>
              <a:gd name="connsiteY3" fmla="*/ 5919694 h 5919694"/>
              <a:gd name="connsiteX4" fmla="*/ 0 w 5187576"/>
              <a:gd name="connsiteY4" fmla="*/ 0 h 5919694"/>
              <a:gd name="connsiteX0" fmla="*/ 5977 w 5193553"/>
              <a:gd name="connsiteY0" fmla="*/ 0 h 5919694"/>
              <a:gd name="connsiteX1" fmla="*/ 5193553 w 5193553"/>
              <a:gd name="connsiteY1" fmla="*/ 0 h 5919694"/>
              <a:gd name="connsiteX2" fmla="*/ 5193553 w 5193553"/>
              <a:gd name="connsiteY2" fmla="*/ 5919694 h 5919694"/>
              <a:gd name="connsiteX3" fmla="*/ 5977 w 5193553"/>
              <a:gd name="connsiteY3" fmla="*/ 5919694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687921 w 5193555"/>
              <a:gd name="connsiteY3" fmla="*/ 5101592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537903 w 5193555"/>
              <a:gd name="connsiteY3" fmla="*/ 5916707 h 5919694"/>
              <a:gd name="connsiteX4" fmla="*/ 2 w 5193555"/>
              <a:gd name="connsiteY4" fmla="*/ 3609788 h 5919694"/>
              <a:gd name="connsiteX5" fmla="*/ 5979 w 5193555"/>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12 w 5187688"/>
              <a:gd name="connsiteY0" fmla="*/ 0 h 5919694"/>
              <a:gd name="connsiteX1" fmla="*/ 5187688 w 5187688"/>
              <a:gd name="connsiteY1" fmla="*/ 0 h 5919694"/>
              <a:gd name="connsiteX2" fmla="*/ 5187688 w 5187688"/>
              <a:gd name="connsiteY2" fmla="*/ 5919694 h 5919694"/>
              <a:gd name="connsiteX3" fmla="*/ 2532036 w 5187688"/>
              <a:gd name="connsiteY3" fmla="*/ 5916707 h 5919694"/>
              <a:gd name="connsiteX4" fmla="*/ 21520 w 5187688"/>
              <a:gd name="connsiteY4" fmla="*/ 3298360 h 5919694"/>
              <a:gd name="connsiteX5" fmla="*/ 112 w 5187688"/>
              <a:gd name="connsiteY5" fmla="*/ 0 h 5919694"/>
              <a:gd name="connsiteX0" fmla="*/ 2405 w 5189981"/>
              <a:gd name="connsiteY0" fmla="*/ 0 h 5919694"/>
              <a:gd name="connsiteX1" fmla="*/ 5189981 w 5189981"/>
              <a:gd name="connsiteY1" fmla="*/ 0 h 5919694"/>
              <a:gd name="connsiteX2" fmla="*/ 5189981 w 5189981"/>
              <a:gd name="connsiteY2" fmla="*/ 5919694 h 5919694"/>
              <a:gd name="connsiteX3" fmla="*/ 2534329 w 5189981"/>
              <a:gd name="connsiteY3" fmla="*/ 5916707 h 5919694"/>
              <a:gd name="connsiteX4" fmla="*/ 0 w 5189981"/>
              <a:gd name="connsiteY4" fmla="*/ 3164891 h 5919694"/>
              <a:gd name="connsiteX5" fmla="*/ 2405 w 5189981"/>
              <a:gd name="connsiteY5" fmla="*/ 0 h 5919694"/>
              <a:gd name="connsiteX0" fmla="*/ 2532 w 5190108"/>
              <a:gd name="connsiteY0" fmla="*/ 0 h 5919694"/>
              <a:gd name="connsiteX1" fmla="*/ 5190108 w 5190108"/>
              <a:gd name="connsiteY1" fmla="*/ 0 h 5919694"/>
              <a:gd name="connsiteX2" fmla="*/ 5190108 w 5190108"/>
              <a:gd name="connsiteY2" fmla="*/ 5919694 h 5919694"/>
              <a:gd name="connsiteX3" fmla="*/ 2534456 w 5190108"/>
              <a:gd name="connsiteY3" fmla="*/ 5916707 h 5919694"/>
              <a:gd name="connsiteX4" fmla="*/ 127 w 5190108"/>
              <a:gd name="connsiteY4" fmla="*/ 3164891 h 5919694"/>
              <a:gd name="connsiteX5" fmla="*/ 2532 w 5190108"/>
              <a:gd name="connsiteY5" fmla="*/ 0 h 5919694"/>
              <a:gd name="connsiteX0" fmla="*/ 2464 w 5190040"/>
              <a:gd name="connsiteY0" fmla="*/ 0 h 5919694"/>
              <a:gd name="connsiteX1" fmla="*/ 5190040 w 5190040"/>
              <a:gd name="connsiteY1" fmla="*/ 0 h 5919694"/>
              <a:gd name="connsiteX2" fmla="*/ 5190040 w 5190040"/>
              <a:gd name="connsiteY2" fmla="*/ 5919694 h 5919694"/>
              <a:gd name="connsiteX3" fmla="*/ 2534388 w 5190040"/>
              <a:gd name="connsiteY3" fmla="*/ 5916707 h 5919694"/>
              <a:gd name="connsiteX4" fmla="*/ 59 w 5190040"/>
              <a:gd name="connsiteY4" fmla="*/ 3164891 h 5919694"/>
              <a:gd name="connsiteX5" fmla="*/ 2464 w 5190040"/>
              <a:gd name="connsiteY5" fmla="*/ 0 h 5919694"/>
              <a:gd name="connsiteX0" fmla="*/ 2512 w 5190088"/>
              <a:gd name="connsiteY0" fmla="*/ 0 h 5919694"/>
              <a:gd name="connsiteX1" fmla="*/ 5190088 w 5190088"/>
              <a:gd name="connsiteY1" fmla="*/ 0 h 5919694"/>
              <a:gd name="connsiteX2" fmla="*/ 5190088 w 5190088"/>
              <a:gd name="connsiteY2" fmla="*/ 5919694 h 5919694"/>
              <a:gd name="connsiteX3" fmla="*/ 2534436 w 5190088"/>
              <a:gd name="connsiteY3" fmla="*/ 5916707 h 5919694"/>
              <a:gd name="connsiteX4" fmla="*/ 107 w 5190088"/>
              <a:gd name="connsiteY4" fmla="*/ 3164891 h 5919694"/>
              <a:gd name="connsiteX5" fmla="*/ 2512 w 5190088"/>
              <a:gd name="connsiteY5" fmla="*/ 0 h 5919694"/>
              <a:gd name="connsiteX0" fmla="*/ 2406 w 5189982"/>
              <a:gd name="connsiteY0" fmla="*/ 0 h 5919694"/>
              <a:gd name="connsiteX1" fmla="*/ 5189982 w 5189982"/>
              <a:gd name="connsiteY1" fmla="*/ 0 h 5919694"/>
              <a:gd name="connsiteX2" fmla="*/ 5189982 w 5189982"/>
              <a:gd name="connsiteY2" fmla="*/ 5919694 h 5919694"/>
              <a:gd name="connsiteX3" fmla="*/ 2534330 w 5189982"/>
              <a:gd name="connsiteY3" fmla="*/ 5916707 h 5919694"/>
              <a:gd name="connsiteX4" fmla="*/ 1 w 5189982"/>
              <a:gd name="connsiteY4" fmla="*/ 3164891 h 5919694"/>
              <a:gd name="connsiteX5" fmla="*/ 2406 w 5189982"/>
              <a:gd name="connsiteY5" fmla="*/ 0 h 5919694"/>
              <a:gd name="connsiteX0" fmla="*/ 216 w 5198678"/>
              <a:gd name="connsiteY0" fmla="*/ 333321 h 5919694"/>
              <a:gd name="connsiteX1" fmla="*/ 5198678 w 5198678"/>
              <a:gd name="connsiteY1" fmla="*/ 0 h 5919694"/>
              <a:gd name="connsiteX2" fmla="*/ 5198678 w 5198678"/>
              <a:gd name="connsiteY2" fmla="*/ 5919694 h 5919694"/>
              <a:gd name="connsiteX3" fmla="*/ 2543026 w 5198678"/>
              <a:gd name="connsiteY3" fmla="*/ 5916707 h 5919694"/>
              <a:gd name="connsiteX4" fmla="*/ 8697 w 5198678"/>
              <a:gd name="connsiteY4" fmla="*/ 3164891 h 5919694"/>
              <a:gd name="connsiteX5" fmla="*/ 216 w 5198678"/>
              <a:gd name="connsiteY5" fmla="*/ 333321 h 5919694"/>
              <a:gd name="connsiteX0" fmla="*/ 216 w 5198678"/>
              <a:gd name="connsiteY0" fmla="*/ 0 h 5586373"/>
              <a:gd name="connsiteX1" fmla="*/ 5198678 w 5198678"/>
              <a:gd name="connsiteY1" fmla="*/ 28985 h 5586373"/>
              <a:gd name="connsiteX2" fmla="*/ 5198678 w 5198678"/>
              <a:gd name="connsiteY2" fmla="*/ 5586373 h 5586373"/>
              <a:gd name="connsiteX3" fmla="*/ 2543026 w 5198678"/>
              <a:gd name="connsiteY3" fmla="*/ 5583386 h 5586373"/>
              <a:gd name="connsiteX4" fmla="*/ 8697 w 5198678"/>
              <a:gd name="connsiteY4" fmla="*/ 2831570 h 5586373"/>
              <a:gd name="connsiteX5" fmla="*/ 216 w 5198678"/>
              <a:gd name="connsiteY5" fmla="*/ 0 h 5586373"/>
              <a:gd name="connsiteX0" fmla="*/ 216 w 5198678"/>
              <a:gd name="connsiteY0" fmla="*/ 0 h 5571881"/>
              <a:gd name="connsiteX1" fmla="*/ 5198678 w 5198678"/>
              <a:gd name="connsiteY1" fmla="*/ 14493 h 5571881"/>
              <a:gd name="connsiteX2" fmla="*/ 5198678 w 5198678"/>
              <a:gd name="connsiteY2" fmla="*/ 5571881 h 5571881"/>
              <a:gd name="connsiteX3" fmla="*/ 2543026 w 5198678"/>
              <a:gd name="connsiteY3" fmla="*/ 5568894 h 5571881"/>
              <a:gd name="connsiteX4" fmla="*/ 8697 w 5198678"/>
              <a:gd name="connsiteY4" fmla="*/ 2817078 h 5571881"/>
              <a:gd name="connsiteX5" fmla="*/ 216 w 5198678"/>
              <a:gd name="connsiteY5" fmla="*/ 0 h 5571881"/>
              <a:gd name="connsiteX0" fmla="*/ 216 w 5198678"/>
              <a:gd name="connsiteY0" fmla="*/ 15941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15941 h 5587822"/>
              <a:gd name="connsiteX0" fmla="*/ 216 w 5198678"/>
              <a:gd name="connsiteY0" fmla="*/ 629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629 h 5587822"/>
              <a:gd name="connsiteX0" fmla="*/ 454 w 5198916"/>
              <a:gd name="connsiteY0" fmla="*/ 629 h 5587822"/>
              <a:gd name="connsiteX1" fmla="*/ 5198916 w 5198916"/>
              <a:gd name="connsiteY1" fmla="*/ 0 h 5587822"/>
              <a:gd name="connsiteX2" fmla="*/ 5198916 w 5198916"/>
              <a:gd name="connsiteY2" fmla="*/ 5587822 h 5587822"/>
              <a:gd name="connsiteX3" fmla="*/ 2543264 w 5198916"/>
              <a:gd name="connsiteY3" fmla="*/ 5584835 h 5587822"/>
              <a:gd name="connsiteX4" fmla="*/ 1791 w 5198916"/>
              <a:gd name="connsiteY4" fmla="*/ 3144946 h 5587822"/>
              <a:gd name="connsiteX5" fmla="*/ 454 w 5198916"/>
              <a:gd name="connsiteY5" fmla="*/ 629 h 5587822"/>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4083303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4089175"/>
              <a:gd name="connsiteY0" fmla="*/ 629 h 5595711"/>
              <a:gd name="connsiteX1" fmla="*/ 4083303 w 4089175"/>
              <a:gd name="connsiteY1" fmla="*/ 0 h 5595711"/>
              <a:gd name="connsiteX2" fmla="*/ 4089175 w 4089175"/>
              <a:gd name="connsiteY2" fmla="*/ 5595711 h 5595711"/>
              <a:gd name="connsiteX3" fmla="*/ 1718207 w 4089175"/>
              <a:gd name="connsiteY3" fmla="*/ 5593381 h 5595711"/>
              <a:gd name="connsiteX4" fmla="*/ 1791 w 4089175"/>
              <a:gd name="connsiteY4" fmla="*/ 3144946 h 5595711"/>
              <a:gd name="connsiteX5" fmla="*/ 454 w 4089175"/>
              <a:gd name="connsiteY5" fmla="*/ 629 h 5595711"/>
              <a:gd name="connsiteX0" fmla="*/ 454 w 4083340"/>
              <a:gd name="connsiteY0" fmla="*/ 629 h 5593381"/>
              <a:gd name="connsiteX1" fmla="*/ 4083303 w 4083340"/>
              <a:gd name="connsiteY1" fmla="*/ 0 h 5593381"/>
              <a:gd name="connsiteX2" fmla="*/ 4012844 w 4083340"/>
              <a:gd name="connsiteY2" fmla="*/ 5591438 h 5593381"/>
              <a:gd name="connsiteX3" fmla="*/ 1718207 w 4083340"/>
              <a:gd name="connsiteY3" fmla="*/ 5593381 h 5593381"/>
              <a:gd name="connsiteX4" fmla="*/ 1791 w 4083340"/>
              <a:gd name="connsiteY4" fmla="*/ 3144946 h 5593381"/>
              <a:gd name="connsiteX5" fmla="*/ 454 w 4083340"/>
              <a:gd name="connsiteY5" fmla="*/ 629 h 5593381"/>
              <a:gd name="connsiteX0" fmla="*/ 454 w 4083459"/>
              <a:gd name="connsiteY0" fmla="*/ 629 h 5593381"/>
              <a:gd name="connsiteX1" fmla="*/ 4083303 w 4083459"/>
              <a:gd name="connsiteY1" fmla="*/ 0 h 5593381"/>
              <a:gd name="connsiteX2" fmla="*/ 4070093 w 4083459"/>
              <a:gd name="connsiteY2" fmla="*/ 5591439 h 5593381"/>
              <a:gd name="connsiteX3" fmla="*/ 1718207 w 4083459"/>
              <a:gd name="connsiteY3" fmla="*/ 5593381 h 5593381"/>
              <a:gd name="connsiteX4" fmla="*/ 1791 w 4083459"/>
              <a:gd name="connsiteY4" fmla="*/ 3144946 h 5593381"/>
              <a:gd name="connsiteX5" fmla="*/ 454 w 4083459"/>
              <a:gd name="connsiteY5" fmla="*/ 629 h 5593381"/>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0093"/>
              <a:gd name="connsiteY0" fmla="*/ 0 h 5592752"/>
              <a:gd name="connsiteX1" fmla="*/ 2714232 w 4070093"/>
              <a:gd name="connsiteY1" fmla="*/ 3644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2714242"/>
              <a:gd name="connsiteY0" fmla="*/ 0 h 5592752"/>
              <a:gd name="connsiteX1" fmla="*/ 2714232 w 2714242"/>
              <a:gd name="connsiteY1" fmla="*/ 3644 h 5592752"/>
              <a:gd name="connsiteX2" fmla="*/ 2455391 w 2714242"/>
              <a:gd name="connsiteY2" fmla="*/ 5590810 h 5592752"/>
              <a:gd name="connsiteX3" fmla="*/ 1718207 w 2714242"/>
              <a:gd name="connsiteY3" fmla="*/ 5592752 h 5592752"/>
              <a:gd name="connsiteX4" fmla="*/ 1791 w 2714242"/>
              <a:gd name="connsiteY4" fmla="*/ 3144317 h 5592752"/>
              <a:gd name="connsiteX5" fmla="*/ 454 w 2714242"/>
              <a:gd name="connsiteY5" fmla="*/ 0 h 5592752"/>
              <a:gd name="connsiteX0" fmla="*/ 454 w 2714778"/>
              <a:gd name="connsiteY0" fmla="*/ 0 h 5596508"/>
              <a:gd name="connsiteX1" fmla="*/ 2714232 w 2714778"/>
              <a:gd name="connsiteY1" fmla="*/ 3644 h 5596508"/>
              <a:gd name="connsiteX2" fmla="*/ 2714070 w 2714778"/>
              <a:gd name="connsiteY2" fmla="*/ 5596508 h 5596508"/>
              <a:gd name="connsiteX3" fmla="*/ 1718207 w 2714778"/>
              <a:gd name="connsiteY3" fmla="*/ 5592752 h 5596508"/>
              <a:gd name="connsiteX4" fmla="*/ 1791 w 2714778"/>
              <a:gd name="connsiteY4" fmla="*/ 3144317 h 5596508"/>
              <a:gd name="connsiteX5" fmla="*/ 454 w 2714778"/>
              <a:gd name="connsiteY5" fmla="*/ 0 h 5596508"/>
              <a:gd name="connsiteX0" fmla="*/ 454 w 2714070"/>
              <a:gd name="connsiteY0" fmla="*/ 0 h 5596508"/>
              <a:gd name="connsiteX1" fmla="*/ 2709992 w 2714070"/>
              <a:gd name="connsiteY1" fmla="*/ 3644 h 5596508"/>
              <a:gd name="connsiteX2" fmla="*/ 2714070 w 2714070"/>
              <a:gd name="connsiteY2" fmla="*/ 5596508 h 5596508"/>
              <a:gd name="connsiteX3" fmla="*/ 1718207 w 2714070"/>
              <a:gd name="connsiteY3" fmla="*/ 5592752 h 5596508"/>
              <a:gd name="connsiteX4" fmla="*/ 1791 w 2714070"/>
              <a:gd name="connsiteY4" fmla="*/ 3144317 h 5596508"/>
              <a:gd name="connsiteX5" fmla="*/ 454 w 2714070"/>
              <a:gd name="connsiteY5" fmla="*/ 0 h 5596508"/>
              <a:gd name="connsiteX0" fmla="*/ 454 w 2714779"/>
              <a:gd name="connsiteY0" fmla="*/ 2054 h 5598562"/>
              <a:gd name="connsiteX1" fmla="*/ 2714233 w 2714779"/>
              <a:gd name="connsiteY1" fmla="*/ 0 h 5598562"/>
              <a:gd name="connsiteX2" fmla="*/ 2714070 w 2714779"/>
              <a:gd name="connsiteY2" fmla="*/ 5598562 h 5598562"/>
              <a:gd name="connsiteX3" fmla="*/ 1718207 w 2714779"/>
              <a:gd name="connsiteY3" fmla="*/ 5594806 h 5598562"/>
              <a:gd name="connsiteX4" fmla="*/ 1791 w 2714779"/>
              <a:gd name="connsiteY4" fmla="*/ 3146371 h 5598562"/>
              <a:gd name="connsiteX5" fmla="*/ 454 w 2714779"/>
              <a:gd name="connsiteY5" fmla="*/ 2054 h 5598562"/>
              <a:gd name="connsiteX0" fmla="*/ 454 w 2714779"/>
              <a:gd name="connsiteY0" fmla="*/ 7751 h 5598562"/>
              <a:gd name="connsiteX1" fmla="*/ 2714233 w 2714779"/>
              <a:gd name="connsiteY1" fmla="*/ 0 h 5598562"/>
              <a:gd name="connsiteX2" fmla="*/ 2714070 w 2714779"/>
              <a:gd name="connsiteY2" fmla="*/ 5598562 h 5598562"/>
              <a:gd name="connsiteX3" fmla="*/ 1718207 w 2714779"/>
              <a:gd name="connsiteY3" fmla="*/ 5594806 h 5598562"/>
              <a:gd name="connsiteX4" fmla="*/ 1791 w 2714779"/>
              <a:gd name="connsiteY4" fmla="*/ 3146371 h 5598562"/>
              <a:gd name="connsiteX5" fmla="*/ 454 w 2714779"/>
              <a:gd name="connsiteY5" fmla="*/ 7751 h 5598562"/>
              <a:gd name="connsiteX0" fmla="*/ 454 w 2714070"/>
              <a:gd name="connsiteY0" fmla="*/ 571782 h 6162593"/>
              <a:gd name="connsiteX1" fmla="*/ 2707872 w 2714070"/>
              <a:gd name="connsiteY1" fmla="*/ 0 h 6162593"/>
              <a:gd name="connsiteX2" fmla="*/ 2714070 w 2714070"/>
              <a:gd name="connsiteY2" fmla="*/ 6162593 h 6162593"/>
              <a:gd name="connsiteX3" fmla="*/ 1718207 w 2714070"/>
              <a:gd name="connsiteY3" fmla="*/ 6158837 h 6162593"/>
              <a:gd name="connsiteX4" fmla="*/ 1791 w 2714070"/>
              <a:gd name="connsiteY4" fmla="*/ 3710402 h 6162593"/>
              <a:gd name="connsiteX5" fmla="*/ 454 w 2714070"/>
              <a:gd name="connsiteY5" fmla="*/ 571782 h 6162593"/>
              <a:gd name="connsiteX0" fmla="*/ 454 w 2714070"/>
              <a:gd name="connsiteY0" fmla="*/ 7751 h 6162593"/>
              <a:gd name="connsiteX1" fmla="*/ 2707872 w 2714070"/>
              <a:gd name="connsiteY1" fmla="*/ 0 h 6162593"/>
              <a:gd name="connsiteX2" fmla="*/ 2714070 w 2714070"/>
              <a:gd name="connsiteY2" fmla="*/ 6162593 h 6162593"/>
              <a:gd name="connsiteX3" fmla="*/ 1718207 w 2714070"/>
              <a:gd name="connsiteY3" fmla="*/ 6158837 h 6162593"/>
              <a:gd name="connsiteX4" fmla="*/ 1791 w 2714070"/>
              <a:gd name="connsiteY4" fmla="*/ 3710402 h 6162593"/>
              <a:gd name="connsiteX5" fmla="*/ 454 w 2714070"/>
              <a:gd name="connsiteY5" fmla="*/ 7751 h 6162593"/>
              <a:gd name="connsiteX0" fmla="*/ 454 w 2720839"/>
              <a:gd name="connsiteY0" fmla="*/ 7751 h 6162593"/>
              <a:gd name="connsiteX1" fmla="*/ 2720594 w 2720839"/>
              <a:gd name="connsiteY1" fmla="*/ 0 h 6162593"/>
              <a:gd name="connsiteX2" fmla="*/ 2714070 w 2720839"/>
              <a:gd name="connsiteY2" fmla="*/ 6162593 h 6162593"/>
              <a:gd name="connsiteX3" fmla="*/ 1718207 w 2720839"/>
              <a:gd name="connsiteY3" fmla="*/ 6158837 h 6162593"/>
              <a:gd name="connsiteX4" fmla="*/ 1791 w 2720839"/>
              <a:gd name="connsiteY4" fmla="*/ 3710402 h 6162593"/>
              <a:gd name="connsiteX5" fmla="*/ 454 w 2720839"/>
              <a:gd name="connsiteY5" fmla="*/ 7751 h 6162593"/>
              <a:gd name="connsiteX0" fmla="*/ 454 w 2726792"/>
              <a:gd name="connsiteY0" fmla="*/ 7751 h 6162593"/>
              <a:gd name="connsiteX1" fmla="*/ 2720594 w 2726792"/>
              <a:gd name="connsiteY1" fmla="*/ 0 h 6162593"/>
              <a:gd name="connsiteX2" fmla="*/ 2726792 w 2726792"/>
              <a:gd name="connsiteY2" fmla="*/ 6162593 h 6162593"/>
              <a:gd name="connsiteX3" fmla="*/ 1718207 w 2726792"/>
              <a:gd name="connsiteY3" fmla="*/ 6158837 h 6162593"/>
              <a:gd name="connsiteX4" fmla="*/ 1791 w 2726792"/>
              <a:gd name="connsiteY4" fmla="*/ 3710402 h 6162593"/>
              <a:gd name="connsiteX5" fmla="*/ 454 w 2726792"/>
              <a:gd name="connsiteY5" fmla="*/ 7751 h 61625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26792" h="6162593">
                <a:moveTo>
                  <a:pt x="454" y="7751"/>
                </a:moveTo>
                <a:lnTo>
                  <a:pt x="2720594" y="0"/>
                </a:lnTo>
                <a:cubicBezTo>
                  <a:pt x="2722551" y="1865237"/>
                  <a:pt x="2724835" y="4297356"/>
                  <a:pt x="2726792" y="6162593"/>
                </a:cubicBezTo>
                <a:lnTo>
                  <a:pt x="1718207" y="6158837"/>
                </a:lnTo>
                <a:cubicBezTo>
                  <a:pt x="689093" y="5848705"/>
                  <a:pt x="-8821" y="4564073"/>
                  <a:pt x="1791" y="3710402"/>
                </a:cubicBezTo>
                <a:cubicBezTo>
                  <a:pt x="3783" y="2507139"/>
                  <a:pt x="-1538" y="1211014"/>
                  <a:pt x="454" y="7751"/>
                </a:cubicBezTo>
                <a:close/>
              </a:path>
            </a:pathLst>
          </a:custGeom>
          <a:solidFill>
            <a:schemeClr val="bg2"/>
          </a:solidFill>
        </p:spPr>
        <p:txBody>
          <a:bodyPr anchor="ctr"/>
          <a:lstStyle>
            <a:lvl1pPr algn="ctr">
              <a:defRPr sz="1200"/>
            </a:lvl1pPr>
          </a:lstStyle>
          <a:p>
            <a:r>
              <a:rPr lang="en-AU" dirty="0"/>
              <a:t> Click icon to insert picture</a:t>
            </a:r>
          </a:p>
          <a:p>
            <a:endParaRPr lang="en-AU" dirty="0"/>
          </a:p>
        </p:txBody>
      </p:sp>
      <p:sp>
        <p:nvSpPr>
          <p:cNvPr id="11" name="Text Placeholder 5">
            <a:extLst>
              <a:ext uri="{FF2B5EF4-FFF2-40B4-BE49-F238E27FC236}">
                <a16:creationId xmlns:a16="http://schemas.microsoft.com/office/drawing/2014/main" id="{8E5BD460-2E08-418B-9ED2-FED7577890AA}"/>
              </a:ext>
            </a:extLst>
          </p:cNvPr>
          <p:cNvSpPr>
            <a:spLocks noGrp="1"/>
          </p:cNvSpPr>
          <p:nvPr>
            <p:ph type="body" sz="quarter" idx="17" hasCustomPrompt="1"/>
          </p:nvPr>
        </p:nvSpPr>
        <p:spPr bwMode="white">
          <a:xfrm>
            <a:off x="4400550" y="6524625"/>
            <a:ext cx="3384667" cy="241300"/>
          </a:xfrm>
        </p:spPr>
        <p:txBody>
          <a:bodyPr anchor="ctr">
            <a:normAutofit/>
          </a:bodyPr>
          <a:lstStyle>
            <a:lvl1pPr algn="ctr">
              <a:defRPr sz="1000" b="1">
                <a:solidFill>
                  <a:schemeClr val="bg1"/>
                </a:solidFill>
              </a:defRPr>
            </a:lvl1pPr>
          </a:lstStyle>
          <a:p>
            <a:pPr lvl="0"/>
            <a:r>
              <a:rPr lang="en-US" dirty="0"/>
              <a:t>#[Hashtag text]</a:t>
            </a:r>
          </a:p>
        </p:txBody>
      </p:sp>
      <p:sp>
        <p:nvSpPr>
          <p:cNvPr id="10" name="Text Placeholder 5">
            <a:extLst>
              <a:ext uri="{FF2B5EF4-FFF2-40B4-BE49-F238E27FC236}">
                <a16:creationId xmlns:a16="http://schemas.microsoft.com/office/drawing/2014/main" id="{468C9D50-7928-4CA0-BFA2-1AB0032BF14E}"/>
              </a:ext>
            </a:extLst>
          </p:cNvPr>
          <p:cNvSpPr>
            <a:spLocks noGrp="1"/>
          </p:cNvSpPr>
          <p:nvPr>
            <p:ph type="body" sz="quarter" idx="13"/>
          </p:nvPr>
        </p:nvSpPr>
        <p:spPr bwMode="white">
          <a:xfrm>
            <a:off x="695325" y="1700213"/>
            <a:ext cx="7089891" cy="4598075"/>
          </a:xfrm>
          <a:prstGeom prst="rect">
            <a:avLst/>
          </a:prstGeom>
        </p:spPr>
        <p:txBody>
          <a:bodyPr/>
          <a:lstStyle>
            <a:lvl1pPr>
              <a:buNone/>
              <a:defRPr lang="en-US" dirty="0">
                <a:solidFill>
                  <a:schemeClr val="bg1"/>
                </a:solidFill>
              </a:defRPr>
            </a:lvl1pPr>
            <a:lvl2pPr>
              <a:buClr>
                <a:schemeClr val="bg1"/>
              </a:buClr>
              <a:defRPr lang="en-US" dirty="0">
                <a:solidFill>
                  <a:schemeClr val="bg1"/>
                </a:solidFill>
              </a:defRPr>
            </a:lvl2pPr>
            <a:lvl3pPr>
              <a:buClr>
                <a:schemeClr val="bg1"/>
              </a:buClr>
              <a:defRPr lang="en-US" dirty="0">
                <a:solidFill>
                  <a:schemeClr val="bg1"/>
                </a:solidFill>
              </a:defRPr>
            </a:lvl3pPr>
            <a:lvl4pPr>
              <a:defRPr lang="en-US" dirty="0">
                <a:solidFill>
                  <a:schemeClr val="bg1"/>
                </a:solidFill>
              </a:defRPr>
            </a:lvl4pPr>
            <a:lvl5pPr>
              <a:defRPr lang="en-US" dirty="0">
                <a:solidFill>
                  <a:schemeClr val="bg1"/>
                </a:solidFill>
              </a:defRPr>
            </a:lvl5pPr>
            <a:lvl6pPr>
              <a:defRPr lang="en-AU" dirty="0">
                <a:solidFill>
                  <a:schemeClr val="bg1"/>
                </a:solidFill>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2" name="Title 1">
            <a:extLst>
              <a:ext uri="{FF2B5EF4-FFF2-40B4-BE49-F238E27FC236}">
                <a16:creationId xmlns:a16="http://schemas.microsoft.com/office/drawing/2014/main" id="{2AF87536-1667-4319-A130-CF6578DB2C85}"/>
              </a:ext>
            </a:extLst>
          </p:cNvPr>
          <p:cNvSpPr>
            <a:spLocks noGrp="1"/>
          </p:cNvSpPr>
          <p:nvPr>
            <p:ph type="title"/>
          </p:nvPr>
        </p:nvSpPr>
        <p:spPr bwMode="white">
          <a:xfrm>
            <a:off x="695326" y="1052736"/>
            <a:ext cx="7096124" cy="469056"/>
          </a:xfrm>
        </p:spPr>
        <p:txBody>
          <a:bodyPr/>
          <a:lstStyle>
            <a:lvl1pPr>
              <a:defRPr>
                <a:solidFill>
                  <a:schemeClr val="bg1"/>
                </a:solidFill>
              </a:defRPr>
            </a:lvl1pPr>
          </a:lstStyle>
          <a:p>
            <a:r>
              <a:rPr lang="en-US" dirty="0"/>
              <a:t>Click to edit Master title style</a:t>
            </a:r>
            <a:endParaRPr lang="en-AU" dirty="0"/>
          </a:p>
        </p:txBody>
      </p:sp>
      <p:sp>
        <p:nvSpPr>
          <p:cNvPr id="7" name="Footer Placeholder 6">
            <a:extLst>
              <a:ext uri="{FF2B5EF4-FFF2-40B4-BE49-F238E27FC236}">
                <a16:creationId xmlns:a16="http://schemas.microsoft.com/office/drawing/2014/main" id="{68508C9E-FE7C-44AA-84C7-0471A04346C4}"/>
              </a:ext>
            </a:extLst>
          </p:cNvPr>
          <p:cNvSpPr>
            <a:spLocks noGrp="1"/>
          </p:cNvSpPr>
          <p:nvPr>
            <p:ph type="ftr" sz="quarter" idx="20"/>
          </p:nvPr>
        </p:nvSpPr>
        <p:spPr bwMode="white">
          <a:xfrm>
            <a:off x="695326" y="6519171"/>
            <a:ext cx="3360109" cy="240219"/>
          </a:xfrm>
          <a:prstGeom prst="rect">
            <a:avLst/>
          </a:prstGeom>
        </p:spPr>
        <p:txBody>
          <a:bodyPr/>
          <a:lstStyle>
            <a:lvl1pPr>
              <a:defRPr>
                <a:solidFill>
                  <a:schemeClr val="bg1"/>
                </a:solidFill>
              </a:defRPr>
            </a:lvl1p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F52737AE-AB1C-425B-82B5-B5D4E1208032}"/>
              </a:ext>
            </a:extLst>
          </p:cNvPr>
          <p:cNvSpPr>
            <a:spLocks noGrp="1"/>
          </p:cNvSpPr>
          <p:nvPr>
            <p:ph type="sldNum" sz="quarter" idx="21"/>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777427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ext with 4 Image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CB39BD51-2E8D-4FDD-8EEB-A7A9070EDD67}"/>
              </a:ext>
            </a:extLst>
          </p:cNvPr>
          <p:cNvSpPr>
            <a:spLocks noGrp="1"/>
          </p:cNvSpPr>
          <p:nvPr>
            <p:ph type="pic" sz="quarter" idx="12" hasCustomPrompt="1"/>
          </p:nvPr>
        </p:nvSpPr>
        <p:spPr>
          <a:xfrm>
            <a:off x="4407049" y="630978"/>
            <a:ext cx="3888000" cy="2844000"/>
          </a:xfrm>
          <a:prstGeom prst="rect">
            <a:avLst/>
          </a:prstGeom>
          <a:solidFill>
            <a:schemeClr val="bg2"/>
          </a:solidFill>
        </p:spPr>
        <p:txBody>
          <a:bodyPr anchor="ctr"/>
          <a:lstStyle>
            <a:lvl1pPr algn="ctr">
              <a:defRPr sz="1200"/>
            </a:lvl1pPr>
          </a:lstStyle>
          <a:p>
            <a:r>
              <a:rPr lang="en-AU" dirty="0"/>
              <a:t> Click icon to insert picture</a:t>
            </a:r>
          </a:p>
          <a:p>
            <a:endParaRPr lang="en-AU" dirty="0"/>
          </a:p>
        </p:txBody>
      </p:sp>
      <p:sp>
        <p:nvSpPr>
          <p:cNvPr id="6" name="Text Placeholder 5">
            <a:extLst>
              <a:ext uri="{FF2B5EF4-FFF2-40B4-BE49-F238E27FC236}">
                <a16:creationId xmlns:a16="http://schemas.microsoft.com/office/drawing/2014/main" id="{05B945E3-14E3-4804-9C19-FEC6CFB9A20D}"/>
              </a:ext>
            </a:extLst>
          </p:cNvPr>
          <p:cNvSpPr>
            <a:spLocks noGrp="1"/>
          </p:cNvSpPr>
          <p:nvPr>
            <p:ph type="body" sz="quarter" idx="13"/>
          </p:nvPr>
        </p:nvSpPr>
        <p:spPr>
          <a:xfrm>
            <a:off x="695326" y="2204864"/>
            <a:ext cx="3384000" cy="4093424"/>
          </a:xfrm>
          <a:prstGeom prst="rect">
            <a:avLst/>
          </a:prstGeom>
        </p:spPr>
        <p:txBody>
          <a:bodyPr/>
          <a:lstStyle>
            <a:lvl1pPr>
              <a:buNone/>
              <a:defRPr lang="en-US" dirty="0"/>
            </a:lvl1pPr>
            <a:lvl2pPr>
              <a:defRPr lang="en-US" dirty="0"/>
            </a:lvl2pPr>
            <a:lvl3pPr>
              <a:defRPr lang="en-US" dirty="0"/>
            </a:lvl3pPr>
            <a:lvl4pPr>
              <a:defRPr lang="en-US" dirty="0"/>
            </a:lvl4pPr>
            <a:lvl5pPr>
              <a:defRPr lang="en-US" dirty="0"/>
            </a:lvl5pPr>
            <a:lvl6pPr>
              <a:defRPr lang="en-AU" dirty="0"/>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5">
            <a:extLst>
              <a:ext uri="{FF2B5EF4-FFF2-40B4-BE49-F238E27FC236}">
                <a16:creationId xmlns:a16="http://schemas.microsoft.com/office/drawing/2014/main" id="{DA8ABAA8-126B-459D-B960-B85E22F49DF4}"/>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9" name="Picture Placeholder 9">
            <a:extLst>
              <a:ext uri="{FF2B5EF4-FFF2-40B4-BE49-F238E27FC236}">
                <a16:creationId xmlns:a16="http://schemas.microsoft.com/office/drawing/2014/main" id="{86B950FF-5CC1-4A3A-ABA9-ADF58494DD0A}"/>
              </a:ext>
            </a:extLst>
          </p:cNvPr>
          <p:cNvSpPr>
            <a:spLocks noGrp="1"/>
          </p:cNvSpPr>
          <p:nvPr>
            <p:ph type="pic" sz="quarter" idx="16" hasCustomPrompt="1"/>
          </p:nvPr>
        </p:nvSpPr>
        <p:spPr>
          <a:xfrm>
            <a:off x="4407049" y="3485752"/>
            <a:ext cx="3888000" cy="2844000"/>
          </a:xfrm>
          <a:prstGeom prst="rect">
            <a:avLst/>
          </a:prstGeom>
          <a:solidFill>
            <a:schemeClr val="bg2"/>
          </a:solidFill>
        </p:spPr>
        <p:txBody>
          <a:bodyPr anchor="ctr"/>
          <a:lstStyle>
            <a:lvl1pPr algn="ctr">
              <a:defRPr sz="1200"/>
            </a:lvl1pPr>
          </a:lstStyle>
          <a:p>
            <a:r>
              <a:rPr lang="en-AU" dirty="0"/>
              <a:t> Click icon to insert picture</a:t>
            </a:r>
          </a:p>
          <a:p>
            <a:endParaRPr lang="en-AU" dirty="0"/>
          </a:p>
        </p:txBody>
      </p:sp>
      <p:sp>
        <p:nvSpPr>
          <p:cNvPr id="11" name="Picture Placeholder 9">
            <a:extLst>
              <a:ext uri="{FF2B5EF4-FFF2-40B4-BE49-F238E27FC236}">
                <a16:creationId xmlns:a16="http://schemas.microsoft.com/office/drawing/2014/main" id="{BA2B0415-0383-4B33-9E29-9ADFC2A05427}"/>
              </a:ext>
            </a:extLst>
          </p:cNvPr>
          <p:cNvSpPr>
            <a:spLocks noGrp="1"/>
          </p:cNvSpPr>
          <p:nvPr>
            <p:ph type="pic" sz="quarter" idx="17" hasCustomPrompt="1"/>
          </p:nvPr>
        </p:nvSpPr>
        <p:spPr>
          <a:xfrm>
            <a:off x="8304000" y="630978"/>
            <a:ext cx="3888000" cy="2844000"/>
          </a:xfrm>
          <a:prstGeom prst="rect">
            <a:avLst/>
          </a:prstGeom>
          <a:solidFill>
            <a:schemeClr val="bg2"/>
          </a:solidFill>
        </p:spPr>
        <p:txBody>
          <a:bodyPr anchor="ctr"/>
          <a:lstStyle>
            <a:lvl1pPr algn="ctr">
              <a:defRPr sz="1200"/>
            </a:lvl1pPr>
          </a:lstStyle>
          <a:p>
            <a:r>
              <a:rPr lang="en-AU" dirty="0"/>
              <a:t> Click icon to insert picture</a:t>
            </a:r>
          </a:p>
          <a:p>
            <a:endParaRPr lang="en-AU" dirty="0"/>
          </a:p>
        </p:txBody>
      </p:sp>
      <p:sp>
        <p:nvSpPr>
          <p:cNvPr id="13" name="Picture Placeholder 9">
            <a:extLst>
              <a:ext uri="{FF2B5EF4-FFF2-40B4-BE49-F238E27FC236}">
                <a16:creationId xmlns:a16="http://schemas.microsoft.com/office/drawing/2014/main" id="{4966C236-904D-498D-801E-8C4057C0A034}"/>
              </a:ext>
            </a:extLst>
          </p:cNvPr>
          <p:cNvSpPr>
            <a:spLocks noGrp="1"/>
          </p:cNvSpPr>
          <p:nvPr>
            <p:ph type="pic" sz="quarter" idx="18" hasCustomPrompt="1"/>
          </p:nvPr>
        </p:nvSpPr>
        <p:spPr>
          <a:xfrm>
            <a:off x="8304000" y="3485752"/>
            <a:ext cx="3888000" cy="2844000"/>
          </a:xfrm>
          <a:prstGeom prst="rect">
            <a:avLst/>
          </a:prstGeom>
          <a:solidFill>
            <a:schemeClr val="bg2"/>
          </a:solidFill>
        </p:spPr>
        <p:txBody>
          <a:bodyPr anchor="ctr"/>
          <a:lstStyle>
            <a:lvl1pPr algn="ctr">
              <a:defRPr sz="1200"/>
            </a:lvl1pPr>
          </a:lstStyle>
          <a:p>
            <a:r>
              <a:rPr lang="en-AU" dirty="0"/>
              <a:t> Click icon to insert picture</a:t>
            </a:r>
          </a:p>
          <a:p>
            <a:endParaRPr lang="en-AU" dirty="0"/>
          </a:p>
        </p:txBody>
      </p:sp>
      <p:sp>
        <p:nvSpPr>
          <p:cNvPr id="14" name="Rectangle 13">
            <a:extLst>
              <a:ext uri="{FF2B5EF4-FFF2-40B4-BE49-F238E27FC236}">
                <a16:creationId xmlns:a16="http://schemas.microsoft.com/office/drawing/2014/main" id="{377D8A62-4A58-4C23-B0E5-AEF193611E4D}"/>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6" name="Picture 15">
            <a:extLst>
              <a:ext uri="{FF2B5EF4-FFF2-40B4-BE49-F238E27FC236}">
                <a16:creationId xmlns:a16="http://schemas.microsoft.com/office/drawing/2014/main" id="{EDEB74D7-CB6B-47FE-A2A8-7AE5F1DED986}"/>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15" name="Title 1">
            <a:extLst>
              <a:ext uri="{FF2B5EF4-FFF2-40B4-BE49-F238E27FC236}">
                <a16:creationId xmlns:a16="http://schemas.microsoft.com/office/drawing/2014/main" id="{E061BA70-9BEA-4AF5-8B24-03EBB3F28710}"/>
              </a:ext>
            </a:extLst>
          </p:cNvPr>
          <p:cNvSpPr>
            <a:spLocks noGrp="1"/>
          </p:cNvSpPr>
          <p:nvPr>
            <p:ph type="title"/>
          </p:nvPr>
        </p:nvSpPr>
        <p:spPr>
          <a:xfrm>
            <a:off x="695326" y="1052736"/>
            <a:ext cx="3384549" cy="1008112"/>
          </a:xfrm>
        </p:spPr>
        <p:txBody>
          <a:bodyPr anchor="t"/>
          <a:lstStyle/>
          <a:p>
            <a:r>
              <a:rPr lang="en-US"/>
              <a:t>Click to edit Master title style</a:t>
            </a:r>
            <a:endParaRPr lang="en-AU" dirty="0"/>
          </a:p>
        </p:txBody>
      </p:sp>
      <p:sp>
        <p:nvSpPr>
          <p:cNvPr id="7" name="Footer Placeholder 6">
            <a:extLst>
              <a:ext uri="{FF2B5EF4-FFF2-40B4-BE49-F238E27FC236}">
                <a16:creationId xmlns:a16="http://schemas.microsoft.com/office/drawing/2014/main" id="{AF4FF51F-8DC8-4E19-BB72-27E7B862578F}"/>
              </a:ext>
            </a:extLst>
          </p:cNvPr>
          <p:cNvSpPr>
            <a:spLocks noGrp="1"/>
          </p:cNvSpPr>
          <p:nvPr>
            <p:ph type="ftr" sz="quarter" idx="20"/>
          </p:nvPr>
        </p:nvSpPr>
        <p:spPr>
          <a:xfrm>
            <a:off x="695326" y="6519171"/>
            <a:ext cx="3360109" cy="240219"/>
          </a:xfrm>
          <a:prstGeom prst="rect">
            <a:avLst/>
          </a:prstGeom>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21CA045B-79DD-4F1E-A5D5-56CC7F67455E}"/>
              </a:ext>
            </a:extLst>
          </p:cNvPr>
          <p:cNvSpPr>
            <a:spLocks noGrp="1"/>
          </p:cNvSpPr>
          <p:nvPr>
            <p:ph type="sldNum" sz="quarter" idx="21"/>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3738466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hree Column Text &amp; Images">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B44D1A49-1FEC-4FD2-B560-402C9B2E281A}"/>
              </a:ext>
            </a:extLst>
          </p:cNvPr>
          <p:cNvSpPr>
            <a:spLocks noGrp="1"/>
          </p:cNvSpPr>
          <p:nvPr>
            <p:ph type="pic" sz="quarter" idx="14" hasCustomPrompt="1"/>
          </p:nvPr>
        </p:nvSpPr>
        <p:spPr>
          <a:xfrm>
            <a:off x="695326" y="3447000"/>
            <a:ext cx="3384000" cy="2861725"/>
          </a:xfrm>
          <a:prstGeom prst="rect">
            <a:avLst/>
          </a:prstGeom>
          <a:solidFill>
            <a:schemeClr val="bg2"/>
          </a:solidFill>
        </p:spPr>
        <p:txBody>
          <a:bodyPr anchor="ctr"/>
          <a:lstStyle>
            <a:lvl1pPr algn="ctr">
              <a:defRPr sz="1200"/>
            </a:lvl1pPr>
          </a:lstStyle>
          <a:p>
            <a:r>
              <a:rPr lang="en-AU" dirty="0"/>
              <a:t>Click icon to insert picture</a:t>
            </a:r>
          </a:p>
          <a:p>
            <a:endParaRPr lang="en-AU" dirty="0"/>
          </a:p>
        </p:txBody>
      </p:sp>
      <p:sp>
        <p:nvSpPr>
          <p:cNvPr id="11" name="Picture Placeholder 8">
            <a:extLst>
              <a:ext uri="{FF2B5EF4-FFF2-40B4-BE49-F238E27FC236}">
                <a16:creationId xmlns:a16="http://schemas.microsoft.com/office/drawing/2014/main" id="{C59B66CF-A807-44F1-A681-793122F8A033}"/>
              </a:ext>
            </a:extLst>
          </p:cNvPr>
          <p:cNvSpPr>
            <a:spLocks noGrp="1"/>
          </p:cNvSpPr>
          <p:nvPr>
            <p:ph type="pic" sz="quarter" idx="16" hasCustomPrompt="1"/>
          </p:nvPr>
        </p:nvSpPr>
        <p:spPr>
          <a:xfrm>
            <a:off x="4409626" y="3447000"/>
            <a:ext cx="3384000" cy="2861725"/>
          </a:xfrm>
          <a:prstGeom prst="rect">
            <a:avLst/>
          </a:prstGeom>
          <a:solidFill>
            <a:schemeClr val="bg2"/>
          </a:solidFill>
        </p:spPr>
        <p:txBody>
          <a:bodyPr anchor="ctr"/>
          <a:lstStyle>
            <a:lvl1pPr algn="ctr">
              <a:defRPr sz="1200"/>
            </a:lvl1pPr>
          </a:lstStyle>
          <a:p>
            <a:r>
              <a:rPr lang="en-AU" dirty="0"/>
              <a:t>Click icon to insert picture</a:t>
            </a:r>
          </a:p>
          <a:p>
            <a:endParaRPr lang="en-AU" dirty="0"/>
          </a:p>
        </p:txBody>
      </p:sp>
      <p:sp>
        <p:nvSpPr>
          <p:cNvPr id="13" name="Picture Placeholder 8">
            <a:extLst>
              <a:ext uri="{FF2B5EF4-FFF2-40B4-BE49-F238E27FC236}">
                <a16:creationId xmlns:a16="http://schemas.microsoft.com/office/drawing/2014/main" id="{6B4B4A83-90AC-42EA-83C2-FA8462468851}"/>
              </a:ext>
            </a:extLst>
          </p:cNvPr>
          <p:cNvSpPr>
            <a:spLocks noGrp="1"/>
          </p:cNvSpPr>
          <p:nvPr>
            <p:ph type="pic" sz="quarter" idx="18" hasCustomPrompt="1"/>
          </p:nvPr>
        </p:nvSpPr>
        <p:spPr>
          <a:xfrm>
            <a:off x="8112676" y="3446253"/>
            <a:ext cx="3384000" cy="2861725"/>
          </a:xfrm>
          <a:prstGeom prst="rect">
            <a:avLst/>
          </a:prstGeom>
          <a:solidFill>
            <a:schemeClr val="bg2"/>
          </a:solidFill>
        </p:spPr>
        <p:txBody>
          <a:bodyPr anchor="ctr"/>
          <a:lstStyle>
            <a:lvl1pPr algn="ctr">
              <a:defRPr sz="1200"/>
            </a:lvl1pPr>
          </a:lstStyle>
          <a:p>
            <a:r>
              <a:rPr lang="en-AU" dirty="0"/>
              <a:t>Click icon to insert picture</a:t>
            </a:r>
          </a:p>
          <a:p>
            <a:endParaRPr lang="en-AU" dirty="0"/>
          </a:p>
        </p:txBody>
      </p:sp>
      <p:sp>
        <p:nvSpPr>
          <p:cNvPr id="15" name="Text Placeholder 14">
            <a:extLst>
              <a:ext uri="{FF2B5EF4-FFF2-40B4-BE49-F238E27FC236}">
                <a16:creationId xmlns:a16="http://schemas.microsoft.com/office/drawing/2014/main" id="{91089730-A73F-422F-BD54-BF23888B1D53}"/>
              </a:ext>
            </a:extLst>
          </p:cNvPr>
          <p:cNvSpPr>
            <a:spLocks noGrp="1"/>
          </p:cNvSpPr>
          <p:nvPr>
            <p:ph type="body" sz="quarter" idx="19"/>
          </p:nvPr>
        </p:nvSpPr>
        <p:spPr>
          <a:xfrm>
            <a:off x="695325" y="1700212"/>
            <a:ext cx="3384000" cy="1728787"/>
          </a:xfrm>
          <a:prstGeom prst="rect">
            <a:avLst/>
          </a:prstGeom>
        </p:spPr>
        <p:txBody>
          <a:bodyPr/>
          <a:lstStyle>
            <a:lvl1pPr>
              <a:lnSpc>
                <a:spcPct val="100000"/>
              </a:lnSpc>
              <a:defRPr lang="en-US" dirty="0"/>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a:t>Edit Master text styles</a:t>
            </a:r>
          </a:p>
          <a:p>
            <a:pPr lvl="1"/>
            <a:r>
              <a:rPr lang="en-US"/>
              <a:t>Second level</a:t>
            </a:r>
          </a:p>
        </p:txBody>
      </p:sp>
      <p:sp>
        <p:nvSpPr>
          <p:cNvPr id="16" name="Text Placeholder 14">
            <a:extLst>
              <a:ext uri="{FF2B5EF4-FFF2-40B4-BE49-F238E27FC236}">
                <a16:creationId xmlns:a16="http://schemas.microsoft.com/office/drawing/2014/main" id="{9BA9F9C4-C84A-43FB-A465-E020A9EB63D8}"/>
              </a:ext>
            </a:extLst>
          </p:cNvPr>
          <p:cNvSpPr>
            <a:spLocks noGrp="1"/>
          </p:cNvSpPr>
          <p:nvPr>
            <p:ph type="body" sz="quarter" idx="20"/>
          </p:nvPr>
        </p:nvSpPr>
        <p:spPr>
          <a:xfrm>
            <a:off x="4409626" y="1700212"/>
            <a:ext cx="3384000" cy="1728787"/>
          </a:xfrm>
          <a:prstGeom prst="rect">
            <a:avLst/>
          </a:prstGeom>
        </p:spPr>
        <p:txBody>
          <a:bodyPr/>
          <a:lstStyle>
            <a:lvl1pPr>
              <a:lnSpc>
                <a:spcPct val="100000"/>
              </a:lnSpc>
              <a:defRPr lang="en-US" dirty="0"/>
            </a:lvl1pPr>
            <a:lvl2pPr marL="171450" indent="-171450">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17" name="Text Placeholder 14">
            <a:extLst>
              <a:ext uri="{FF2B5EF4-FFF2-40B4-BE49-F238E27FC236}">
                <a16:creationId xmlns:a16="http://schemas.microsoft.com/office/drawing/2014/main" id="{564335FC-BD53-4794-8DA5-8FFBAE1F28B6}"/>
              </a:ext>
            </a:extLst>
          </p:cNvPr>
          <p:cNvSpPr>
            <a:spLocks noGrp="1"/>
          </p:cNvSpPr>
          <p:nvPr>
            <p:ph type="body" sz="quarter" idx="21"/>
          </p:nvPr>
        </p:nvSpPr>
        <p:spPr>
          <a:xfrm>
            <a:off x="8112676" y="1700212"/>
            <a:ext cx="3384000" cy="1728787"/>
          </a:xfrm>
          <a:prstGeom prst="rect">
            <a:avLst/>
          </a:prstGeom>
        </p:spPr>
        <p:txBody>
          <a:bodyPr/>
          <a:lstStyle>
            <a:lvl1pPr>
              <a:lnSpc>
                <a:spcPct val="100000"/>
              </a:lnSpc>
              <a:defRPr lang="en-US" dirty="0"/>
            </a:lvl1pPr>
            <a:lvl2pPr marL="171450" indent="-171450">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20" name="Text Placeholder 5">
            <a:extLst>
              <a:ext uri="{FF2B5EF4-FFF2-40B4-BE49-F238E27FC236}">
                <a16:creationId xmlns:a16="http://schemas.microsoft.com/office/drawing/2014/main" id="{0BBC08AD-280F-4174-A0CE-490AAFB979A2}"/>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4" name="Rectangle 13">
            <a:extLst>
              <a:ext uri="{FF2B5EF4-FFF2-40B4-BE49-F238E27FC236}">
                <a16:creationId xmlns:a16="http://schemas.microsoft.com/office/drawing/2014/main" id="{2DC1E423-DB93-432A-8BB7-4B2613DBF942}"/>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9" name="Picture 18">
            <a:extLst>
              <a:ext uri="{FF2B5EF4-FFF2-40B4-BE49-F238E27FC236}">
                <a16:creationId xmlns:a16="http://schemas.microsoft.com/office/drawing/2014/main" id="{7E590DBB-90A7-43BF-BDD1-CF1C6212FAF1}"/>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6" name="Title 5">
            <a:extLst>
              <a:ext uri="{FF2B5EF4-FFF2-40B4-BE49-F238E27FC236}">
                <a16:creationId xmlns:a16="http://schemas.microsoft.com/office/drawing/2014/main" id="{C882AF12-58DE-43D7-9E95-F90A1203C4FE}"/>
              </a:ext>
            </a:extLst>
          </p:cNvPr>
          <p:cNvSpPr>
            <a:spLocks noGrp="1"/>
          </p:cNvSpPr>
          <p:nvPr>
            <p:ph type="title"/>
          </p:nvPr>
        </p:nvSpPr>
        <p:spPr/>
        <p:txBody>
          <a:bodyPr/>
          <a:lstStyle/>
          <a:p>
            <a:r>
              <a:rPr lang="en-US"/>
              <a:t>Click to edit Master title style</a:t>
            </a:r>
            <a:endParaRPr lang="en-AU" dirty="0"/>
          </a:p>
        </p:txBody>
      </p:sp>
      <p:sp>
        <p:nvSpPr>
          <p:cNvPr id="7" name="Footer Placeholder 6">
            <a:extLst>
              <a:ext uri="{FF2B5EF4-FFF2-40B4-BE49-F238E27FC236}">
                <a16:creationId xmlns:a16="http://schemas.microsoft.com/office/drawing/2014/main" id="{B91E1143-CBAC-4E3D-95E2-1F1E3980ADDC}"/>
              </a:ext>
            </a:extLst>
          </p:cNvPr>
          <p:cNvSpPr>
            <a:spLocks noGrp="1"/>
          </p:cNvSpPr>
          <p:nvPr>
            <p:ph type="ftr" sz="quarter" idx="23"/>
          </p:nvPr>
        </p:nvSpPr>
        <p:spPr>
          <a:xfrm>
            <a:off x="695326" y="6519171"/>
            <a:ext cx="3360109" cy="240219"/>
          </a:xfrm>
          <a:prstGeom prst="rect">
            <a:avLst/>
          </a:prstGeom>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24035F6F-B1C5-4CB7-9CF1-E5C49956EAC7}"/>
              </a:ext>
            </a:extLst>
          </p:cNvPr>
          <p:cNvSpPr>
            <a:spLocks noGrp="1"/>
          </p:cNvSpPr>
          <p:nvPr>
            <p:ph type="sldNum" sz="quarter" idx="24"/>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16025559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cons &amp; Tex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B44D1A49-1FEC-4FD2-B560-402C9B2E281A}"/>
              </a:ext>
            </a:extLst>
          </p:cNvPr>
          <p:cNvSpPr>
            <a:spLocks noGrp="1"/>
          </p:cNvSpPr>
          <p:nvPr>
            <p:ph type="pic" sz="quarter" idx="14" hasCustomPrompt="1"/>
          </p:nvPr>
        </p:nvSpPr>
        <p:spPr>
          <a:xfrm>
            <a:off x="1691720" y="1700808"/>
            <a:ext cx="1439897" cy="1199578"/>
          </a:xfrm>
          <a:prstGeom prst="rect">
            <a:avLst/>
          </a:prstGeom>
          <a:solidFill>
            <a:schemeClr val="bg2"/>
          </a:solidFill>
        </p:spPr>
        <p:txBody>
          <a:bodyPr anchor="ctr"/>
          <a:lstStyle>
            <a:lvl1pPr algn="ctr">
              <a:defRPr sz="1200"/>
            </a:lvl1pPr>
          </a:lstStyle>
          <a:p>
            <a:r>
              <a:rPr lang="en-AU" dirty="0"/>
              <a:t>Click icon to insert icon</a:t>
            </a:r>
          </a:p>
          <a:p>
            <a:endParaRPr lang="en-AU" dirty="0"/>
          </a:p>
        </p:txBody>
      </p:sp>
      <p:sp>
        <p:nvSpPr>
          <p:cNvPr id="15" name="Text Placeholder 14">
            <a:extLst>
              <a:ext uri="{FF2B5EF4-FFF2-40B4-BE49-F238E27FC236}">
                <a16:creationId xmlns:a16="http://schemas.microsoft.com/office/drawing/2014/main" id="{91089730-A73F-422F-BD54-BF23888B1D53}"/>
              </a:ext>
            </a:extLst>
          </p:cNvPr>
          <p:cNvSpPr>
            <a:spLocks noGrp="1"/>
          </p:cNvSpPr>
          <p:nvPr>
            <p:ph type="body" sz="quarter" idx="19" hasCustomPrompt="1"/>
          </p:nvPr>
        </p:nvSpPr>
        <p:spPr>
          <a:xfrm>
            <a:off x="719668" y="2996952"/>
            <a:ext cx="3384000"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16" name="Text Placeholder 14">
            <a:extLst>
              <a:ext uri="{FF2B5EF4-FFF2-40B4-BE49-F238E27FC236}">
                <a16:creationId xmlns:a16="http://schemas.microsoft.com/office/drawing/2014/main" id="{9BA9F9C4-C84A-43FB-A465-E020A9EB63D8}"/>
              </a:ext>
            </a:extLst>
          </p:cNvPr>
          <p:cNvSpPr>
            <a:spLocks noGrp="1"/>
          </p:cNvSpPr>
          <p:nvPr>
            <p:ph type="body" sz="quarter" idx="20"/>
          </p:nvPr>
        </p:nvSpPr>
        <p:spPr>
          <a:xfrm>
            <a:off x="719668" y="3271090"/>
            <a:ext cx="3384000" cy="648000"/>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20" name="Text Placeholder 5">
            <a:extLst>
              <a:ext uri="{FF2B5EF4-FFF2-40B4-BE49-F238E27FC236}">
                <a16:creationId xmlns:a16="http://schemas.microsoft.com/office/drawing/2014/main" id="{0BBC08AD-280F-4174-A0CE-490AAFB979A2}"/>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4" name="Picture Placeholder 8">
            <a:extLst>
              <a:ext uri="{FF2B5EF4-FFF2-40B4-BE49-F238E27FC236}">
                <a16:creationId xmlns:a16="http://schemas.microsoft.com/office/drawing/2014/main" id="{49164FB8-D4B8-4D90-B308-464FB278E97B}"/>
              </a:ext>
            </a:extLst>
          </p:cNvPr>
          <p:cNvSpPr>
            <a:spLocks noGrp="1"/>
          </p:cNvSpPr>
          <p:nvPr>
            <p:ph type="pic" sz="quarter" idx="23" hasCustomPrompt="1"/>
          </p:nvPr>
        </p:nvSpPr>
        <p:spPr>
          <a:xfrm>
            <a:off x="5376051" y="1700808"/>
            <a:ext cx="1439897" cy="1199578"/>
          </a:xfrm>
          <a:prstGeom prst="rect">
            <a:avLst/>
          </a:prstGeom>
          <a:solidFill>
            <a:schemeClr val="bg2"/>
          </a:solidFill>
        </p:spPr>
        <p:txBody>
          <a:bodyPr anchor="ctr"/>
          <a:lstStyle>
            <a:lvl1pPr algn="ctr">
              <a:defRPr sz="1200"/>
            </a:lvl1pPr>
          </a:lstStyle>
          <a:p>
            <a:r>
              <a:rPr lang="en-AU" dirty="0"/>
              <a:t>Click icon to insert icon</a:t>
            </a:r>
          </a:p>
          <a:p>
            <a:endParaRPr lang="en-AU" dirty="0"/>
          </a:p>
        </p:txBody>
      </p:sp>
      <p:sp>
        <p:nvSpPr>
          <p:cNvPr id="18" name="Text Placeholder 14">
            <a:extLst>
              <a:ext uri="{FF2B5EF4-FFF2-40B4-BE49-F238E27FC236}">
                <a16:creationId xmlns:a16="http://schemas.microsoft.com/office/drawing/2014/main" id="{B01E9CDC-2523-40AE-AF29-5A44EBFD8919}"/>
              </a:ext>
            </a:extLst>
          </p:cNvPr>
          <p:cNvSpPr>
            <a:spLocks noGrp="1"/>
          </p:cNvSpPr>
          <p:nvPr>
            <p:ph type="body" sz="quarter" idx="24" hasCustomPrompt="1"/>
          </p:nvPr>
        </p:nvSpPr>
        <p:spPr>
          <a:xfrm>
            <a:off x="4403999" y="2996952"/>
            <a:ext cx="3384000"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19" name="Text Placeholder 14">
            <a:extLst>
              <a:ext uri="{FF2B5EF4-FFF2-40B4-BE49-F238E27FC236}">
                <a16:creationId xmlns:a16="http://schemas.microsoft.com/office/drawing/2014/main" id="{4ADAC2D7-6D0E-46B8-9F7A-B4DB99B8900F}"/>
              </a:ext>
            </a:extLst>
          </p:cNvPr>
          <p:cNvSpPr>
            <a:spLocks noGrp="1"/>
          </p:cNvSpPr>
          <p:nvPr>
            <p:ph type="body" sz="quarter" idx="25"/>
          </p:nvPr>
        </p:nvSpPr>
        <p:spPr>
          <a:xfrm>
            <a:off x="4403999" y="3271090"/>
            <a:ext cx="3384000" cy="648000"/>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21" name="Picture Placeholder 8">
            <a:extLst>
              <a:ext uri="{FF2B5EF4-FFF2-40B4-BE49-F238E27FC236}">
                <a16:creationId xmlns:a16="http://schemas.microsoft.com/office/drawing/2014/main" id="{EFE4D8B1-EBB1-4B03-B440-81D22A8A0339}"/>
              </a:ext>
            </a:extLst>
          </p:cNvPr>
          <p:cNvSpPr>
            <a:spLocks noGrp="1"/>
          </p:cNvSpPr>
          <p:nvPr>
            <p:ph type="pic" sz="quarter" idx="26" hasCustomPrompt="1"/>
          </p:nvPr>
        </p:nvSpPr>
        <p:spPr>
          <a:xfrm>
            <a:off x="9063158" y="1700907"/>
            <a:ext cx="1439897" cy="1199578"/>
          </a:xfrm>
          <a:prstGeom prst="rect">
            <a:avLst/>
          </a:prstGeom>
          <a:solidFill>
            <a:schemeClr val="bg2"/>
          </a:solidFill>
        </p:spPr>
        <p:txBody>
          <a:bodyPr anchor="ctr"/>
          <a:lstStyle>
            <a:lvl1pPr algn="ctr">
              <a:defRPr sz="1200"/>
            </a:lvl1pPr>
          </a:lstStyle>
          <a:p>
            <a:r>
              <a:rPr lang="en-AU" dirty="0"/>
              <a:t>Click icon to insert icon</a:t>
            </a:r>
          </a:p>
          <a:p>
            <a:endParaRPr lang="en-AU" dirty="0"/>
          </a:p>
        </p:txBody>
      </p:sp>
      <p:sp>
        <p:nvSpPr>
          <p:cNvPr id="22" name="Text Placeholder 14">
            <a:extLst>
              <a:ext uri="{FF2B5EF4-FFF2-40B4-BE49-F238E27FC236}">
                <a16:creationId xmlns:a16="http://schemas.microsoft.com/office/drawing/2014/main" id="{9FADD90A-0B64-4F90-9B57-FE13E0FCA228}"/>
              </a:ext>
            </a:extLst>
          </p:cNvPr>
          <p:cNvSpPr>
            <a:spLocks noGrp="1"/>
          </p:cNvSpPr>
          <p:nvPr>
            <p:ph type="body" sz="quarter" idx="27" hasCustomPrompt="1"/>
          </p:nvPr>
        </p:nvSpPr>
        <p:spPr>
          <a:xfrm>
            <a:off x="8091106" y="2997051"/>
            <a:ext cx="3384000"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23" name="Text Placeholder 14">
            <a:extLst>
              <a:ext uri="{FF2B5EF4-FFF2-40B4-BE49-F238E27FC236}">
                <a16:creationId xmlns:a16="http://schemas.microsoft.com/office/drawing/2014/main" id="{ABE4C7F0-C749-4520-AA04-DB6CA99155AA}"/>
              </a:ext>
            </a:extLst>
          </p:cNvPr>
          <p:cNvSpPr>
            <a:spLocks noGrp="1"/>
          </p:cNvSpPr>
          <p:nvPr>
            <p:ph type="body" sz="quarter" idx="28"/>
          </p:nvPr>
        </p:nvSpPr>
        <p:spPr>
          <a:xfrm>
            <a:off x="8091106" y="3271189"/>
            <a:ext cx="3384000" cy="648000"/>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24" name="Picture Placeholder 8">
            <a:extLst>
              <a:ext uri="{FF2B5EF4-FFF2-40B4-BE49-F238E27FC236}">
                <a16:creationId xmlns:a16="http://schemas.microsoft.com/office/drawing/2014/main" id="{10240862-4D4B-4BB9-8F4B-AA856CD17F50}"/>
              </a:ext>
            </a:extLst>
          </p:cNvPr>
          <p:cNvSpPr>
            <a:spLocks noGrp="1"/>
          </p:cNvSpPr>
          <p:nvPr>
            <p:ph type="pic" sz="quarter" idx="29" hasCustomPrompt="1"/>
          </p:nvPr>
        </p:nvSpPr>
        <p:spPr>
          <a:xfrm>
            <a:off x="1691720" y="4077242"/>
            <a:ext cx="1439897" cy="1199578"/>
          </a:xfrm>
          <a:prstGeom prst="rect">
            <a:avLst/>
          </a:prstGeom>
          <a:solidFill>
            <a:schemeClr val="bg2"/>
          </a:solidFill>
        </p:spPr>
        <p:txBody>
          <a:bodyPr anchor="ctr"/>
          <a:lstStyle>
            <a:lvl1pPr algn="ctr">
              <a:defRPr sz="1200"/>
            </a:lvl1pPr>
          </a:lstStyle>
          <a:p>
            <a:r>
              <a:rPr lang="en-AU" dirty="0"/>
              <a:t>Click icon to insert icon</a:t>
            </a:r>
          </a:p>
          <a:p>
            <a:endParaRPr lang="en-AU" dirty="0"/>
          </a:p>
        </p:txBody>
      </p:sp>
      <p:sp>
        <p:nvSpPr>
          <p:cNvPr id="25" name="Text Placeholder 14">
            <a:extLst>
              <a:ext uri="{FF2B5EF4-FFF2-40B4-BE49-F238E27FC236}">
                <a16:creationId xmlns:a16="http://schemas.microsoft.com/office/drawing/2014/main" id="{58449337-35B4-44F8-8D00-F0C15EFB9CE5}"/>
              </a:ext>
            </a:extLst>
          </p:cNvPr>
          <p:cNvSpPr>
            <a:spLocks noGrp="1"/>
          </p:cNvSpPr>
          <p:nvPr>
            <p:ph type="body" sz="quarter" idx="30" hasCustomPrompt="1"/>
          </p:nvPr>
        </p:nvSpPr>
        <p:spPr>
          <a:xfrm>
            <a:off x="719668" y="5373386"/>
            <a:ext cx="3384000"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26" name="Text Placeholder 14">
            <a:extLst>
              <a:ext uri="{FF2B5EF4-FFF2-40B4-BE49-F238E27FC236}">
                <a16:creationId xmlns:a16="http://schemas.microsoft.com/office/drawing/2014/main" id="{2477189D-83D5-4749-BD7C-CADC0D1471D9}"/>
              </a:ext>
            </a:extLst>
          </p:cNvPr>
          <p:cNvSpPr>
            <a:spLocks noGrp="1"/>
          </p:cNvSpPr>
          <p:nvPr>
            <p:ph type="body" sz="quarter" idx="31"/>
          </p:nvPr>
        </p:nvSpPr>
        <p:spPr>
          <a:xfrm>
            <a:off x="719668" y="5647524"/>
            <a:ext cx="3384000" cy="648000"/>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27" name="Picture Placeholder 8">
            <a:extLst>
              <a:ext uri="{FF2B5EF4-FFF2-40B4-BE49-F238E27FC236}">
                <a16:creationId xmlns:a16="http://schemas.microsoft.com/office/drawing/2014/main" id="{6618C35F-5F01-46A6-BF04-0CA9BDBAAB65}"/>
              </a:ext>
            </a:extLst>
          </p:cNvPr>
          <p:cNvSpPr>
            <a:spLocks noGrp="1"/>
          </p:cNvSpPr>
          <p:nvPr>
            <p:ph type="pic" sz="quarter" idx="32" hasCustomPrompt="1"/>
          </p:nvPr>
        </p:nvSpPr>
        <p:spPr>
          <a:xfrm>
            <a:off x="5376051" y="4077242"/>
            <a:ext cx="1439897" cy="1199578"/>
          </a:xfrm>
          <a:prstGeom prst="rect">
            <a:avLst/>
          </a:prstGeom>
          <a:solidFill>
            <a:schemeClr val="bg2"/>
          </a:solidFill>
        </p:spPr>
        <p:txBody>
          <a:bodyPr anchor="ctr"/>
          <a:lstStyle>
            <a:lvl1pPr algn="ctr">
              <a:defRPr sz="1200"/>
            </a:lvl1pPr>
          </a:lstStyle>
          <a:p>
            <a:r>
              <a:rPr lang="en-AU" dirty="0"/>
              <a:t>Click icon to insert icon</a:t>
            </a:r>
          </a:p>
          <a:p>
            <a:endParaRPr lang="en-AU" dirty="0"/>
          </a:p>
        </p:txBody>
      </p:sp>
      <p:sp>
        <p:nvSpPr>
          <p:cNvPr id="28" name="Text Placeholder 14">
            <a:extLst>
              <a:ext uri="{FF2B5EF4-FFF2-40B4-BE49-F238E27FC236}">
                <a16:creationId xmlns:a16="http://schemas.microsoft.com/office/drawing/2014/main" id="{B63A3128-4CA8-48D5-B82E-7EDA918D7F39}"/>
              </a:ext>
            </a:extLst>
          </p:cNvPr>
          <p:cNvSpPr>
            <a:spLocks noGrp="1"/>
          </p:cNvSpPr>
          <p:nvPr>
            <p:ph type="body" sz="quarter" idx="33" hasCustomPrompt="1"/>
          </p:nvPr>
        </p:nvSpPr>
        <p:spPr>
          <a:xfrm>
            <a:off x="4403999" y="5373386"/>
            <a:ext cx="3384000"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29" name="Text Placeholder 14">
            <a:extLst>
              <a:ext uri="{FF2B5EF4-FFF2-40B4-BE49-F238E27FC236}">
                <a16:creationId xmlns:a16="http://schemas.microsoft.com/office/drawing/2014/main" id="{AB7F5300-022A-4183-A132-AA8EB6534A61}"/>
              </a:ext>
            </a:extLst>
          </p:cNvPr>
          <p:cNvSpPr>
            <a:spLocks noGrp="1"/>
          </p:cNvSpPr>
          <p:nvPr>
            <p:ph type="body" sz="quarter" idx="34"/>
          </p:nvPr>
        </p:nvSpPr>
        <p:spPr>
          <a:xfrm>
            <a:off x="4403999" y="5647524"/>
            <a:ext cx="3384000" cy="648000"/>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30" name="Picture Placeholder 8">
            <a:extLst>
              <a:ext uri="{FF2B5EF4-FFF2-40B4-BE49-F238E27FC236}">
                <a16:creationId xmlns:a16="http://schemas.microsoft.com/office/drawing/2014/main" id="{CE2DF1AF-9EAD-40B3-B73C-07649220BF03}"/>
              </a:ext>
            </a:extLst>
          </p:cNvPr>
          <p:cNvSpPr>
            <a:spLocks noGrp="1"/>
          </p:cNvSpPr>
          <p:nvPr>
            <p:ph type="pic" sz="quarter" idx="35" hasCustomPrompt="1"/>
          </p:nvPr>
        </p:nvSpPr>
        <p:spPr>
          <a:xfrm>
            <a:off x="9063158" y="4077341"/>
            <a:ext cx="1439897" cy="1199578"/>
          </a:xfrm>
          <a:prstGeom prst="rect">
            <a:avLst/>
          </a:prstGeom>
          <a:solidFill>
            <a:schemeClr val="bg2"/>
          </a:solidFill>
        </p:spPr>
        <p:txBody>
          <a:bodyPr anchor="ctr"/>
          <a:lstStyle>
            <a:lvl1pPr algn="ctr">
              <a:defRPr sz="1200"/>
            </a:lvl1pPr>
          </a:lstStyle>
          <a:p>
            <a:r>
              <a:rPr lang="en-AU" dirty="0"/>
              <a:t>Click icon to insert icon</a:t>
            </a:r>
          </a:p>
          <a:p>
            <a:endParaRPr lang="en-AU" dirty="0"/>
          </a:p>
        </p:txBody>
      </p:sp>
      <p:sp>
        <p:nvSpPr>
          <p:cNvPr id="31" name="Text Placeholder 14">
            <a:extLst>
              <a:ext uri="{FF2B5EF4-FFF2-40B4-BE49-F238E27FC236}">
                <a16:creationId xmlns:a16="http://schemas.microsoft.com/office/drawing/2014/main" id="{40CD5A08-CA4F-41B8-A1B0-488A6EC44817}"/>
              </a:ext>
            </a:extLst>
          </p:cNvPr>
          <p:cNvSpPr>
            <a:spLocks noGrp="1"/>
          </p:cNvSpPr>
          <p:nvPr>
            <p:ph type="body" sz="quarter" idx="36" hasCustomPrompt="1"/>
          </p:nvPr>
        </p:nvSpPr>
        <p:spPr>
          <a:xfrm>
            <a:off x="8091106" y="5373485"/>
            <a:ext cx="3384000"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32" name="Text Placeholder 14">
            <a:extLst>
              <a:ext uri="{FF2B5EF4-FFF2-40B4-BE49-F238E27FC236}">
                <a16:creationId xmlns:a16="http://schemas.microsoft.com/office/drawing/2014/main" id="{B722C2B9-2C83-4877-A90D-0CA01537B08C}"/>
              </a:ext>
            </a:extLst>
          </p:cNvPr>
          <p:cNvSpPr>
            <a:spLocks noGrp="1"/>
          </p:cNvSpPr>
          <p:nvPr>
            <p:ph type="body" sz="quarter" idx="37"/>
          </p:nvPr>
        </p:nvSpPr>
        <p:spPr>
          <a:xfrm>
            <a:off x="8091106" y="5647623"/>
            <a:ext cx="3384000" cy="648000"/>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33" name="Rectangle 32">
            <a:extLst>
              <a:ext uri="{FF2B5EF4-FFF2-40B4-BE49-F238E27FC236}">
                <a16:creationId xmlns:a16="http://schemas.microsoft.com/office/drawing/2014/main" id="{6FF019EB-FA99-486B-BA02-92BE76012990}"/>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35" name="Picture 34">
            <a:extLst>
              <a:ext uri="{FF2B5EF4-FFF2-40B4-BE49-F238E27FC236}">
                <a16:creationId xmlns:a16="http://schemas.microsoft.com/office/drawing/2014/main" id="{F1882F53-3639-4FFE-AFD1-5428267B6B9D}"/>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6" name="Title 5">
            <a:extLst>
              <a:ext uri="{FF2B5EF4-FFF2-40B4-BE49-F238E27FC236}">
                <a16:creationId xmlns:a16="http://schemas.microsoft.com/office/drawing/2014/main" id="{3D2A4C4A-3642-4CE3-8FB6-AFE5A9CA81FA}"/>
              </a:ext>
            </a:extLst>
          </p:cNvPr>
          <p:cNvSpPr>
            <a:spLocks noGrp="1"/>
          </p:cNvSpPr>
          <p:nvPr>
            <p:ph type="title"/>
          </p:nvPr>
        </p:nvSpPr>
        <p:spPr/>
        <p:txBody>
          <a:bodyPr/>
          <a:lstStyle/>
          <a:p>
            <a:r>
              <a:rPr lang="en-US"/>
              <a:t>Click to edit Master title style</a:t>
            </a:r>
            <a:endParaRPr lang="en-AU" dirty="0"/>
          </a:p>
        </p:txBody>
      </p:sp>
      <p:sp>
        <p:nvSpPr>
          <p:cNvPr id="7" name="Footer Placeholder 6">
            <a:extLst>
              <a:ext uri="{FF2B5EF4-FFF2-40B4-BE49-F238E27FC236}">
                <a16:creationId xmlns:a16="http://schemas.microsoft.com/office/drawing/2014/main" id="{5E82035B-DC9A-432B-8519-2243ECF2A4F3}"/>
              </a:ext>
            </a:extLst>
          </p:cNvPr>
          <p:cNvSpPr>
            <a:spLocks noGrp="1"/>
          </p:cNvSpPr>
          <p:nvPr>
            <p:ph type="ftr" sz="quarter" idx="39"/>
          </p:nvPr>
        </p:nvSpPr>
        <p:spPr>
          <a:xfrm>
            <a:off x="695326" y="6519171"/>
            <a:ext cx="3360109" cy="240219"/>
          </a:xfrm>
          <a:prstGeom prst="rect">
            <a:avLst/>
          </a:prstGeom>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A8EC4C1B-640F-47AB-A0DF-816F2F8FB16E}"/>
              </a:ext>
            </a:extLst>
          </p:cNvPr>
          <p:cNvSpPr>
            <a:spLocks noGrp="1"/>
          </p:cNvSpPr>
          <p:nvPr>
            <p:ph type="sldNum" sz="quarter" idx="40"/>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6955523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Order">
    <p:spTree>
      <p:nvGrpSpPr>
        <p:cNvPr id="1" name=""/>
        <p:cNvGrpSpPr/>
        <p:nvPr/>
      </p:nvGrpSpPr>
      <p:grpSpPr>
        <a:xfrm>
          <a:off x="0" y="0"/>
          <a:ext cx="0" cy="0"/>
          <a:chOff x="0" y="0"/>
          <a:chExt cx="0" cy="0"/>
        </a:xfrm>
      </p:grpSpPr>
      <p:sp>
        <p:nvSpPr>
          <p:cNvPr id="34" name="Text Placeholder 14">
            <a:extLst>
              <a:ext uri="{FF2B5EF4-FFF2-40B4-BE49-F238E27FC236}">
                <a16:creationId xmlns:a16="http://schemas.microsoft.com/office/drawing/2014/main" id="{C9748A61-6439-491A-9457-33A20862D25C}"/>
              </a:ext>
            </a:extLst>
          </p:cNvPr>
          <p:cNvSpPr>
            <a:spLocks noGrp="1"/>
          </p:cNvSpPr>
          <p:nvPr>
            <p:ph type="body" sz="quarter" idx="29" hasCustomPrompt="1"/>
          </p:nvPr>
        </p:nvSpPr>
        <p:spPr>
          <a:xfrm>
            <a:off x="1079170" y="1917008"/>
            <a:ext cx="1584308" cy="1584000"/>
          </a:xfrm>
          <a:prstGeom prst="rect">
            <a:avLst/>
          </a:prstGeom>
          <a:solidFill>
            <a:schemeClr val="accent1"/>
          </a:solidFill>
        </p:spPr>
        <p:txBody>
          <a:bodyPr lIns="72000" tIns="72000" rIns="72000" bIns="72000" anchor="ctr">
            <a:normAutofit/>
          </a:bodyPr>
          <a:lstStyle>
            <a:lvl1pPr algn="ctr">
              <a:lnSpc>
                <a:spcPct val="100000"/>
              </a:lnSpc>
              <a:defRPr lang="en-US" sz="2800" b="1" dirty="0">
                <a:solidFill>
                  <a:schemeClr val="bg1"/>
                </a:solidFill>
              </a:defRPr>
            </a:lvl1pPr>
            <a:lvl2pPr marL="171450" indent="-171450" algn="ctr">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dirty="0"/>
              <a:t>[00]</a:t>
            </a:r>
          </a:p>
        </p:txBody>
      </p:sp>
      <p:sp>
        <p:nvSpPr>
          <p:cNvPr id="15" name="Text Placeholder 14">
            <a:extLst>
              <a:ext uri="{FF2B5EF4-FFF2-40B4-BE49-F238E27FC236}">
                <a16:creationId xmlns:a16="http://schemas.microsoft.com/office/drawing/2014/main" id="{91089730-A73F-422F-BD54-BF23888B1D53}"/>
              </a:ext>
            </a:extLst>
          </p:cNvPr>
          <p:cNvSpPr>
            <a:spLocks noGrp="1"/>
          </p:cNvSpPr>
          <p:nvPr>
            <p:ph type="body" sz="quarter" idx="19" hasCustomPrompt="1"/>
          </p:nvPr>
        </p:nvSpPr>
        <p:spPr>
          <a:xfrm>
            <a:off x="695326" y="3861048"/>
            <a:ext cx="2351996"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16" name="Text Placeholder 14">
            <a:extLst>
              <a:ext uri="{FF2B5EF4-FFF2-40B4-BE49-F238E27FC236}">
                <a16:creationId xmlns:a16="http://schemas.microsoft.com/office/drawing/2014/main" id="{9BA9F9C4-C84A-43FB-A465-E020A9EB63D8}"/>
              </a:ext>
            </a:extLst>
          </p:cNvPr>
          <p:cNvSpPr>
            <a:spLocks noGrp="1"/>
          </p:cNvSpPr>
          <p:nvPr>
            <p:ph type="body" sz="quarter" idx="20"/>
          </p:nvPr>
        </p:nvSpPr>
        <p:spPr>
          <a:xfrm>
            <a:off x="695326" y="4135186"/>
            <a:ext cx="2351996" cy="1516648"/>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20" name="Text Placeholder 5">
            <a:extLst>
              <a:ext uri="{FF2B5EF4-FFF2-40B4-BE49-F238E27FC236}">
                <a16:creationId xmlns:a16="http://schemas.microsoft.com/office/drawing/2014/main" id="{0BBC08AD-280F-4174-A0CE-490AAFB979A2}"/>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36" name="Text Placeholder 14">
            <a:extLst>
              <a:ext uri="{FF2B5EF4-FFF2-40B4-BE49-F238E27FC236}">
                <a16:creationId xmlns:a16="http://schemas.microsoft.com/office/drawing/2014/main" id="{C17937B0-FDCD-421A-9652-36A59CE227A1}"/>
              </a:ext>
            </a:extLst>
          </p:cNvPr>
          <p:cNvSpPr>
            <a:spLocks noGrp="1"/>
          </p:cNvSpPr>
          <p:nvPr>
            <p:ph type="body" sz="quarter" idx="30" hasCustomPrompt="1"/>
          </p:nvPr>
        </p:nvSpPr>
        <p:spPr>
          <a:xfrm>
            <a:off x="3932120" y="1917008"/>
            <a:ext cx="1584308" cy="1584000"/>
          </a:xfrm>
          <a:prstGeom prst="rect">
            <a:avLst/>
          </a:prstGeom>
          <a:solidFill>
            <a:srgbClr val="962A8B"/>
          </a:solidFill>
        </p:spPr>
        <p:txBody>
          <a:bodyPr lIns="72000" tIns="72000" rIns="72000" bIns="72000" anchor="ctr">
            <a:normAutofit/>
          </a:bodyPr>
          <a:lstStyle>
            <a:lvl1pPr algn="ctr">
              <a:lnSpc>
                <a:spcPct val="100000"/>
              </a:lnSpc>
              <a:defRPr lang="en-US" sz="2800" b="1" dirty="0">
                <a:solidFill>
                  <a:schemeClr val="bg1"/>
                </a:solidFill>
              </a:defRPr>
            </a:lvl1pPr>
            <a:lvl2pPr marL="171450" indent="-171450" algn="ctr">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dirty="0"/>
              <a:t>[00]</a:t>
            </a:r>
          </a:p>
        </p:txBody>
      </p:sp>
      <p:sp>
        <p:nvSpPr>
          <p:cNvPr id="37" name="Text Placeholder 14">
            <a:extLst>
              <a:ext uri="{FF2B5EF4-FFF2-40B4-BE49-F238E27FC236}">
                <a16:creationId xmlns:a16="http://schemas.microsoft.com/office/drawing/2014/main" id="{7AB4A338-5CDA-4742-A7F5-F49D6BE9AD4F}"/>
              </a:ext>
            </a:extLst>
          </p:cNvPr>
          <p:cNvSpPr>
            <a:spLocks noGrp="1"/>
          </p:cNvSpPr>
          <p:nvPr>
            <p:ph type="body" sz="quarter" idx="31" hasCustomPrompt="1"/>
          </p:nvPr>
        </p:nvSpPr>
        <p:spPr>
          <a:xfrm>
            <a:off x="3548276" y="3861048"/>
            <a:ext cx="2351996"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38" name="Text Placeholder 14">
            <a:extLst>
              <a:ext uri="{FF2B5EF4-FFF2-40B4-BE49-F238E27FC236}">
                <a16:creationId xmlns:a16="http://schemas.microsoft.com/office/drawing/2014/main" id="{9452123C-C6A2-4D45-AF62-5B6E775B6C90}"/>
              </a:ext>
            </a:extLst>
          </p:cNvPr>
          <p:cNvSpPr>
            <a:spLocks noGrp="1"/>
          </p:cNvSpPr>
          <p:nvPr>
            <p:ph type="body" sz="quarter" idx="32"/>
          </p:nvPr>
        </p:nvSpPr>
        <p:spPr>
          <a:xfrm>
            <a:off x="3548276" y="4135186"/>
            <a:ext cx="2351996" cy="1516648"/>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39" name="Text Placeholder 14">
            <a:extLst>
              <a:ext uri="{FF2B5EF4-FFF2-40B4-BE49-F238E27FC236}">
                <a16:creationId xmlns:a16="http://schemas.microsoft.com/office/drawing/2014/main" id="{3DCBEBCB-7877-4BC1-BA6D-4E809F947A5F}"/>
              </a:ext>
            </a:extLst>
          </p:cNvPr>
          <p:cNvSpPr>
            <a:spLocks noGrp="1"/>
          </p:cNvSpPr>
          <p:nvPr>
            <p:ph type="body" sz="quarter" idx="33" hasCustomPrompt="1"/>
          </p:nvPr>
        </p:nvSpPr>
        <p:spPr>
          <a:xfrm>
            <a:off x="6686160" y="1917008"/>
            <a:ext cx="1584308" cy="1584000"/>
          </a:xfrm>
          <a:prstGeom prst="rect">
            <a:avLst/>
          </a:prstGeom>
          <a:solidFill>
            <a:srgbClr val="999490"/>
          </a:solidFill>
        </p:spPr>
        <p:txBody>
          <a:bodyPr lIns="72000" tIns="72000" rIns="72000" bIns="72000" anchor="ctr">
            <a:normAutofit/>
          </a:bodyPr>
          <a:lstStyle>
            <a:lvl1pPr algn="ctr">
              <a:lnSpc>
                <a:spcPct val="100000"/>
              </a:lnSpc>
              <a:defRPr lang="en-US" sz="2800" b="1" dirty="0">
                <a:solidFill>
                  <a:schemeClr val="bg1"/>
                </a:solidFill>
              </a:defRPr>
            </a:lvl1pPr>
            <a:lvl2pPr marL="171450" indent="-171450" algn="ctr">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dirty="0"/>
              <a:t>[00]</a:t>
            </a:r>
          </a:p>
        </p:txBody>
      </p:sp>
      <p:sp>
        <p:nvSpPr>
          <p:cNvPr id="40" name="Text Placeholder 14">
            <a:extLst>
              <a:ext uri="{FF2B5EF4-FFF2-40B4-BE49-F238E27FC236}">
                <a16:creationId xmlns:a16="http://schemas.microsoft.com/office/drawing/2014/main" id="{2FE7559D-9529-40D4-8025-F2B8ED38A995}"/>
              </a:ext>
            </a:extLst>
          </p:cNvPr>
          <p:cNvSpPr>
            <a:spLocks noGrp="1"/>
          </p:cNvSpPr>
          <p:nvPr>
            <p:ph type="body" sz="quarter" idx="34" hasCustomPrompt="1"/>
          </p:nvPr>
        </p:nvSpPr>
        <p:spPr>
          <a:xfrm>
            <a:off x="6302316" y="3861048"/>
            <a:ext cx="2351996"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41" name="Text Placeholder 14">
            <a:extLst>
              <a:ext uri="{FF2B5EF4-FFF2-40B4-BE49-F238E27FC236}">
                <a16:creationId xmlns:a16="http://schemas.microsoft.com/office/drawing/2014/main" id="{2382D6B5-B43B-46F1-B879-42FA4CCBD202}"/>
              </a:ext>
            </a:extLst>
          </p:cNvPr>
          <p:cNvSpPr>
            <a:spLocks noGrp="1"/>
          </p:cNvSpPr>
          <p:nvPr>
            <p:ph type="body" sz="quarter" idx="35"/>
          </p:nvPr>
        </p:nvSpPr>
        <p:spPr>
          <a:xfrm>
            <a:off x="6302316" y="4135186"/>
            <a:ext cx="2351996" cy="1516648"/>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42" name="Text Placeholder 14">
            <a:extLst>
              <a:ext uri="{FF2B5EF4-FFF2-40B4-BE49-F238E27FC236}">
                <a16:creationId xmlns:a16="http://schemas.microsoft.com/office/drawing/2014/main" id="{791F1A27-3497-4ECD-AAAC-804B3DF8F9FB}"/>
              </a:ext>
            </a:extLst>
          </p:cNvPr>
          <p:cNvSpPr>
            <a:spLocks noGrp="1"/>
          </p:cNvSpPr>
          <p:nvPr>
            <p:ph type="body" sz="quarter" idx="36" hasCustomPrompt="1"/>
          </p:nvPr>
        </p:nvSpPr>
        <p:spPr>
          <a:xfrm>
            <a:off x="9514768" y="1917008"/>
            <a:ext cx="1584308" cy="1584000"/>
          </a:xfrm>
          <a:prstGeom prst="rect">
            <a:avLst/>
          </a:prstGeom>
          <a:solidFill>
            <a:srgbClr val="D7D1CC"/>
          </a:solidFill>
        </p:spPr>
        <p:txBody>
          <a:bodyPr lIns="72000" tIns="72000" rIns="72000" bIns="72000" anchor="ctr">
            <a:normAutofit/>
          </a:bodyPr>
          <a:lstStyle>
            <a:lvl1pPr algn="ctr">
              <a:lnSpc>
                <a:spcPct val="100000"/>
              </a:lnSpc>
              <a:defRPr lang="en-US" sz="2800" b="1" dirty="0">
                <a:solidFill>
                  <a:schemeClr val="bg1"/>
                </a:solidFill>
              </a:defRPr>
            </a:lvl1pPr>
            <a:lvl2pPr marL="171450" indent="-171450" algn="ctr">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dirty="0"/>
              <a:t>[00]</a:t>
            </a:r>
          </a:p>
        </p:txBody>
      </p:sp>
      <p:sp>
        <p:nvSpPr>
          <p:cNvPr id="43" name="Text Placeholder 14">
            <a:extLst>
              <a:ext uri="{FF2B5EF4-FFF2-40B4-BE49-F238E27FC236}">
                <a16:creationId xmlns:a16="http://schemas.microsoft.com/office/drawing/2014/main" id="{E0498A31-1633-4E6B-8EAE-AF4FDE6233F0}"/>
              </a:ext>
            </a:extLst>
          </p:cNvPr>
          <p:cNvSpPr>
            <a:spLocks noGrp="1"/>
          </p:cNvSpPr>
          <p:nvPr>
            <p:ph type="body" sz="quarter" idx="37" hasCustomPrompt="1"/>
          </p:nvPr>
        </p:nvSpPr>
        <p:spPr>
          <a:xfrm>
            <a:off x="9130924" y="3861048"/>
            <a:ext cx="2351996"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44" name="Text Placeholder 14">
            <a:extLst>
              <a:ext uri="{FF2B5EF4-FFF2-40B4-BE49-F238E27FC236}">
                <a16:creationId xmlns:a16="http://schemas.microsoft.com/office/drawing/2014/main" id="{9A54FCE6-6684-449A-86E0-142437219426}"/>
              </a:ext>
            </a:extLst>
          </p:cNvPr>
          <p:cNvSpPr>
            <a:spLocks noGrp="1"/>
          </p:cNvSpPr>
          <p:nvPr>
            <p:ph type="body" sz="quarter" idx="38"/>
          </p:nvPr>
        </p:nvSpPr>
        <p:spPr>
          <a:xfrm>
            <a:off x="9130924" y="4135186"/>
            <a:ext cx="2351996" cy="1516648"/>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45" name="Rectangle 44">
            <a:extLst>
              <a:ext uri="{FF2B5EF4-FFF2-40B4-BE49-F238E27FC236}">
                <a16:creationId xmlns:a16="http://schemas.microsoft.com/office/drawing/2014/main" id="{895140AB-DCE2-4DB2-81B5-60470D8E34C0}"/>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21" name="Picture 20">
            <a:extLst>
              <a:ext uri="{FF2B5EF4-FFF2-40B4-BE49-F238E27FC236}">
                <a16:creationId xmlns:a16="http://schemas.microsoft.com/office/drawing/2014/main" id="{83BF142C-8B85-4BCA-8B54-67CC7F92FF43}"/>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6" name="Title 5">
            <a:extLst>
              <a:ext uri="{FF2B5EF4-FFF2-40B4-BE49-F238E27FC236}">
                <a16:creationId xmlns:a16="http://schemas.microsoft.com/office/drawing/2014/main" id="{FC67645D-435A-4DA4-9CBA-77E7F4B501FE}"/>
              </a:ext>
            </a:extLst>
          </p:cNvPr>
          <p:cNvSpPr>
            <a:spLocks noGrp="1"/>
          </p:cNvSpPr>
          <p:nvPr>
            <p:ph type="title"/>
          </p:nvPr>
        </p:nvSpPr>
        <p:spPr/>
        <p:txBody>
          <a:bodyPr/>
          <a:lstStyle/>
          <a:p>
            <a:r>
              <a:rPr lang="en-US"/>
              <a:t>Click to edit Master title style</a:t>
            </a:r>
            <a:endParaRPr lang="en-AU" dirty="0"/>
          </a:p>
        </p:txBody>
      </p:sp>
      <p:sp>
        <p:nvSpPr>
          <p:cNvPr id="7" name="Footer Placeholder 6">
            <a:extLst>
              <a:ext uri="{FF2B5EF4-FFF2-40B4-BE49-F238E27FC236}">
                <a16:creationId xmlns:a16="http://schemas.microsoft.com/office/drawing/2014/main" id="{D9CEE3C6-C898-476B-873B-DAEEB357A992}"/>
              </a:ext>
            </a:extLst>
          </p:cNvPr>
          <p:cNvSpPr>
            <a:spLocks noGrp="1"/>
          </p:cNvSpPr>
          <p:nvPr>
            <p:ph type="ftr" sz="quarter" idx="40"/>
          </p:nvPr>
        </p:nvSpPr>
        <p:spPr>
          <a:xfrm>
            <a:off x="695326" y="6519171"/>
            <a:ext cx="3360109" cy="240219"/>
          </a:xfrm>
          <a:prstGeom prst="rect">
            <a:avLst/>
          </a:prstGeom>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4CEACAED-B859-46A5-951B-270C91500FC6}"/>
              </a:ext>
            </a:extLst>
          </p:cNvPr>
          <p:cNvSpPr>
            <a:spLocks noGrp="1"/>
          </p:cNvSpPr>
          <p:nvPr>
            <p:ph type="sldNum" sz="quarter" idx="41"/>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3689187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 with Dark Purple Block">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50BF09EC-4B00-4B1E-B06B-0D0F89DA05A2}"/>
              </a:ext>
            </a:extLst>
          </p:cNvPr>
          <p:cNvSpPr>
            <a:spLocks noGrp="1"/>
          </p:cNvSpPr>
          <p:nvPr>
            <p:ph type="body" sz="quarter" idx="14"/>
          </p:nvPr>
        </p:nvSpPr>
        <p:spPr>
          <a:xfrm>
            <a:off x="6096002" y="1700213"/>
            <a:ext cx="5400673" cy="4608515"/>
          </a:xfrm>
          <a:prstGeom prst="rect">
            <a:avLst/>
          </a:prstGeom>
          <a:solidFill>
            <a:schemeClr val="accent1"/>
          </a:solidFill>
        </p:spPr>
        <p:txBody>
          <a:bodyPr anchor="ctr">
            <a:normAutofit/>
          </a:bodyPr>
          <a:lstStyle>
            <a:lvl1pPr algn="ctr">
              <a:defRPr sz="1800">
                <a:solidFill>
                  <a:schemeClr val="bg1"/>
                </a:solidFill>
              </a:defRPr>
            </a:lvl1pPr>
          </a:lstStyle>
          <a:p>
            <a:pPr lvl="0"/>
            <a:r>
              <a:rPr lang="en-US"/>
              <a:t>Edit Master text styles</a:t>
            </a:r>
          </a:p>
        </p:txBody>
      </p:sp>
      <p:sp>
        <p:nvSpPr>
          <p:cNvPr id="10" name="Text Placeholder 5">
            <a:extLst>
              <a:ext uri="{FF2B5EF4-FFF2-40B4-BE49-F238E27FC236}">
                <a16:creationId xmlns:a16="http://schemas.microsoft.com/office/drawing/2014/main" id="{17F97712-4CC3-452D-A157-BEE84E80571D}"/>
              </a:ext>
            </a:extLst>
          </p:cNvPr>
          <p:cNvSpPr>
            <a:spLocks noGrp="1"/>
          </p:cNvSpPr>
          <p:nvPr>
            <p:ph type="body" sz="quarter" idx="15"/>
          </p:nvPr>
        </p:nvSpPr>
        <p:spPr>
          <a:xfrm>
            <a:off x="695326" y="1700213"/>
            <a:ext cx="5197808" cy="4608515"/>
          </a:xfrm>
          <a:prstGeom prst="rect">
            <a:avLst/>
          </a:prstGeom>
        </p:spPr>
        <p:txBody>
          <a:bodyPr/>
          <a:lstStyle>
            <a:lvl1pPr>
              <a:lnSpc>
                <a:spcPct val="100000"/>
              </a:lnSpc>
              <a:defRPr lang="en-US" dirty="0"/>
            </a:lvl1pPr>
            <a:lvl2pPr>
              <a:defRPr lang="en-US" dirty="0"/>
            </a:lvl2pPr>
            <a:lvl3pPr>
              <a:defRPr lang="en-US" dirty="0"/>
            </a:lvl3pPr>
            <a:lvl4pPr>
              <a:defRPr lang="en-US" dirty="0"/>
            </a:lvl4pPr>
            <a:lvl5pPr>
              <a:spcAft>
                <a:spcPts val="600"/>
              </a:spcAft>
              <a:defRPr lang="en-US" dirty="0"/>
            </a:lvl5pPr>
            <a:lvl6pPr>
              <a:defRPr lang="en-AU" dirty="0"/>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1" name="Text Placeholder 5">
            <a:extLst>
              <a:ext uri="{FF2B5EF4-FFF2-40B4-BE49-F238E27FC236}">
                <a16:creationId xmlns:a16="http://schemas.microsoft.com/office/drawing/2014/main" id="{F5F6752E-685A-46CF-8D29-A5D4E0013D21}"/>
              </a:ext>
            </a:extLst>
          </p:cNvPr>
          <p:cNvSpPr>
            <a:spLocks noGrp="1"/>
          </p:cNvSpPr>
          <p:nvPr>
            <p:ph type="body" sz="quarter" idx="17"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9" name="Rectangle 8">
            <a:extLst>
              <a:ext uri="{FF2B5EF4-FFF2-40B4-BE49-F238E27FC236}">
                <a16:creationId xmlns:a16="http://schemas.microsoft.com/office/drawing/2014/main" id="{6DD1DFD8-8A09-48BC-87A4-4F57F6D6FE1B}"/>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3" name="Picture 12">
            <a:extLst>
              <a:ext uri="{FF2B5EF4-FFF2-40B4-BE49-F238E27FC236}">
                <a16:creationId xmlns:a16="http://schemas.microsoft.com/office/drawing/2014/main" id="{976C9786-9794-4BE5-BBFE-4B339825F287}"/>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2" name="Title 1">
            <a:extLst>
              <a:ext uri="{FF2B5EF4-FFF2-40B4-BE49-F238E27FC236}">
                <a16:creationId xmlns:a16="http://schemas.microsoft.com/office/drawing/2014/main" id="{A9EE0658-31AB-4AA9-B241-6C41D88C9769}"/>
              </a:ext>
            </a:extLst>
          </p:cNvPr>
          <p:cNvSpPr>
            <a:spLocks noGrp="1"/>
          </p:cNvSpPr>
          <p:nvPr>
            <p:ph type="title" hasCustomPrompt="1"/>
          </p:nvPr>
        </p:nvSpPr>
        <p:spPr/>
        <p:txBody>
          <a:bodyPr/>
          <a:lstStyle/>
          <a:p>
            <a:r>
              <a:rPr lang="en-US" dirty="0"/>
              <a:t>to edit Master title style</a:t>
            </a:r>
            <a:endParaRPr lang="en-AU" dirty="0"/>
          </a:p>
        </p:txBody>
      </p:sp>
      <p:sp>
        <p:nvSpPr>
          <p:cNvPr id="8" name="Footer Placeholder 7">
            <a:extLst>
              <a:ext uri="{FF2B5EF4-FFF2-40B4-BE49-F238E27FC236}">
                <a16:creationId xmlns:a16="http://schemas.microsoft.com/office/drawing/2014/main" id="{BDEE6526-1DB9-4ECD-86C1-1BB926D7D9FA}"/>
              </a:ext>
            </a:extLst>
          </p:cNvPr>
          <p:cNvSpPr>
            <a:spLocks noGrp="1"/>
          </p:cNvSpPr>
          <p:nvPr>
            <p:ph type="ftr" sz="quarter" idx="19"/>
          </p:nvPr>
        </p:nvSpPr>
        <p:spPr>
          <a:xfrm>
            <a:off x="695326" y="6519171"/>
            <a:ext cx="3360109" cy="240219"/>
          </a:xfrm>
          <a:prstGeom prst="rect">
            <a:avLst/>
          </a:prstGeom>
        </p:spPr>
        <p:txBody>
          <a:bodyPr/>
          <a:lstStyle/>
          <a:p>
            <a:r>
              <a:rPr lang="en-AU"/>
              <a:t>SLAT7806 Research Methods</a:t>
            </a:r>
            <a:endParaRPr lang="en-AU" dirty="0"/>
          </a:p>
        </p:txBody>
      </p:sp>
      <p:sp>
        <p:nvSpPr>
          <p:cNvPr id="12" name="Slide Number Placeholder 11">
            <a:extLst>
              <a:ext uri="{FF2B5EF4-FFF2-40B4-BE49-F238E27FC236}">
                <a16:creationId xmlns:a16="http://schemas.microsoft.com/office/drawing/2014/main" id="{B640CA88-D0CE-4C3C-BA4A-CB5E62584F1F}"/>
              </a:ext>
            </a:extLst>
          </p:cNvPr>
          <p:cNvSpPr>
            <a:spLocks noGrp="1"/>
          </p:cNvSpPr>
          <p:nvPr>
            <p:ph type="sldNum" sz="quarter" idx="20"/>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9024615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with Purple Block">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50BF09EC-4B00-4B1E-B06B-0D0F89DA05A2}"/>
              </a:ext>
            </a:extLst>
          </p:cNvPr>
          <p:cNvSpPr>
            <a:spLocks noGrp="1"/>
          </p:cNvSpPr>
          <p:nvPr>
            <p:ph type="body" sz="quarter" idx="14"/>
          </p:nvPr>
        </p:nvSpPr>
        <p:spPr>
          <a:xfrm>
            <a:off x="6096002" y="1700212"/>
            <a:ext cx="5400673" cy="4608513"/>
          </a:xfrm>
          <a:prstGeom prst="rect">
            <a:avLst/>
          </a:prstGeom>
          <a:solidFill>
            <a:srgbClr val="962A8B"/>
          </a:solidFill>
        </p:spPr>
        <p:txBody>
          <a:bodyPr anchor="ctr">
            <a:normAutofit/>
          </a:bodyPr>
          <a:lstStyle>
            <a:lvl1pPr algn="ctr">
              <a:defRPr sz="1800">
                <a:solidFill>
                  <a:schemeClr val="bg1"/>
                </a:solidFill>
              </a:defRPr>
            </a:lvl1pPr>
          </a:lstStyle>
          <a:p>
            <a:pPr lvl="0"/>
            <a:r>
              <a:rPr lang="en-US"/>
              <a:t>Edit Master text styles</a:t>
            </a:r>
          </a:p>
        </p:txBody>
      </p:sp>
      <p:sp>
        <p:nvSpPr>
          <p:cNvPr id="8" name="Text Placeholder 5">
            <a:extLst>
              <a:ext uri="{FF2B5EF4-FFF2-40B4-BE49-F238E27FC236}">
                <a16:creationId xmlns:a16="http://schemas.microsoft.com/office/drawing/2014/main" id="{1500BB1C-3C6B-46AF-8AA4-A4BA72712C80}"/>
              </a:ext>
            </a:extLst>
          </p:cNvPr>
          <p:cNvSpPr>
            <a:spLocks noGrp="1"/>
          </p:cNvSpPr>
          <p:nvPr>
            <p:ph type="body" sz="quarter" idx="15"/>
          </p:nvPr>
        </p:nvSpPr>
        <p:spPr>
          <a:xfrm>
            <a:off x="694800" y="1700212"/>
            <a:ext cx="5209113" cy="4608516"/>
          </a:xfrm>
          <a:prstGeom prst="rect">
            <a:avLst/>
          </a:prstGeom>
        </p:spPr>
        <p:txBody>
          <a:bodyPr/>
          <a:lstStyle>
            <a:lvl1pPr>
              <a:lnSpc>
                <a:spcPct val="100000"/>
              </a:lnSpc>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6" name="Title 5">
            <a:extLst>
              <a:ext uri="{FF2B5EF4-FFF2-40B4-BE49-F238E27FC236}">
                <a16:creationId xmlns:a16="http://schemas.microsoft.com/office/drawing/2014/main" id="{8574EA24-97F9-47A1-937E-B8E4F532769A}"/>
              </a:ext>
            </a:extLst>
          </p:cNvPr>
          <p:cNvSpPr>
            <a:spLocks noGrp="1"/>
          </p:cNvSpPr>
          <p:nvPr>
            <p:ph type="title"/>
          </p:nvPr>
        </p:nvSpPr>
        <p:spPr/>
        <p:txBody>
          <a:bodyPr/>
          <a:lstStyle/>
          <a:p>
            <a:r>
              <a:rPr lang="en-US"/>
              <a:t>Click to edit Master title style</a:t>
            </a:r>
            <a:endParaRPr lang="en-AU" dirty="0"/>
          </a:p>
        </p:txBody>
      </p:sp>
      <p:sp>
        <p:nvSpPr>
          <p:cNvPr id="13" name="Text Placeholder 5">
            <a:extLst>
              <a:ext uri="{FF2B5EF4-FFF2-40B4-BE49-F238E27FC236}">
                <a16:creationId xmlns:a16="http://schemas.microsoft.com/office/drawing/2014/main" id="{B11690AC-7C51-47ED-9DD6-4A98D2E79BBF}"/>
              </a:ext>
            </a:extLst>
          </p:cNvPr>
          <p:cNvSpPr>
            <a:spLocks noGrp="1"/>
          </p:cNvSpPr>
          <p:nvPr>
            <p:ph type="body" sz="quarter" idx="19"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2" name="Rectangle 11">
            <a:extLst>
              <a:ext uri="{FF2B5EF4-FFF2-40B4-BE49-F238E27FC236}">
                <a16:creationId xmlns:a16="http://schemas.microsoft.com/office/drawing/2014/main" id="{F2CACF9F-55D3-4152-BDFF-84674C07B2BE}"/>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5" name="Picture 14">
            <a:extLst>
              <a:ext uri="{FF2B5EF4-FFF2-40B4-BE49-F238E27FC236}">
                <a16:creationId xmlns:a16="http://schemas.microsoft.com/office/drawing/2014/main" id="{3574170D-AC78-463A-B8E0-8E87954EAB8D}"/>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3" name="Footer Placeholder 2">
            <a:extLst>
              <a:ext uri="{FF2B5EF4-FFF2-40B4-BE49-F238E27FC236}">
                <a16:creationId xmlns:a16="http://schemas.microsoft.com/office/drawing/2014/main" id="{F7DAA7FD-BD90-42A7-ADCE-A909D39619CD}"/>
              </a:ext>
            </a:extLst>
          </p:cNvPr>
          <p:cNvSpPr>
            <a:spLocks noGrp="1"/>
          </p:cNvSpPr>
          <p:nvPr>
            <p:ph type="ftr" sz="quarter" idx="21"/>
          </p:nvPr>
        </p:nvSpPr>
        <p:spPr>
          <a:xfrm>
            <a:off x="695326" y="6519171"/>
            <a:ext cx="3360109" cy="240219"/>
          </a:xfrm>
          <a:prstGeom prst="rect">
            <a:avLst/>
          </a:prstGeom>
        </p:spPr>
        <p:txBody>
          <a:bodyPr/>
          <a:lstStyle/>
          <a:p>
            <a:r>
              <a:rPr lang="en-AU"/>
              <a:t>SLAT7806 Research Methods</a:t>
            </a:r>
            <a:endParaRPr lang="en-AU" dirty="0"/>
          </a:p>
        </p:txBody>
      </p:sp>
      <p:sp>
        <p:nvSpPr>
          <p:cNvPr id="4" name="Slide Number Placeholder 3">
            <a:extLst>
              <a:ext uri="{FF2B5EF4-FFF2-40B4-BE49-F238E27FC236}">
                <a16:creationId xmlns:a16="http://schemas.microsoft.com/office/drawing/2014/main" id="{9E1DB814-0723-41E1-87CA-20F94C28B05E}"/>
              </a:ext>
            </a:extLst>
          </p:cNvPr>
          <p:cNvSpPr>
            <a:spLocks noGrp="1"/>
          </p:cNvSpPr>
          <p:nvPr>
            <p:ph type="sldNum" sz="quarter" idx="22"/>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39899217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with Neutral 1 Block">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50BF09EC-4B00-4B1E-B06B-0D0F89DA05A2}"/>
              </a:ext>
            </a:extLst>
          </p:cNvPr>
          <p:cNvSpPr>
            <a:spLocks noGrp="1"/>
          </p:cNvSpPr>
          <p:nvPr>
            <p:ph type="body" sz="quarter" idx="14"/>
          </p:nvPr>
        </p:nvSpPr>
        <p:spPr>
          <a:xfrm>
            <a:off x="6096003" y="1700213"/>
            <a:ext cx="5400672" cy="4608515"/>
          </a:xfrm>
          <a:prstGeom prst="rect">
            <a:avLst/>
          </a:prstGeom>
          <a:solidFill>
            <a:srgbClr val="D7D1CC"/>
          </a:solidFill>
        </p:spPr>
        <p:txBody>
          <a:bodyPr anchor="ctr">
            <a:normAutofit/>
          </a:bodyPr>
          <a:lstStyle>
            <a:lvl1pPr algn="ctr">
              <a:defRPr sz="1800">
                <a:solidFill>
                  <a:schemeClr val="tx1"/>
                </a:solidFill>
              </a:defRPr>
            </a:lvl1pPr>
          </a:lstStyle>
          <a:p>
            <a:pPr lvl="0"/>
            <a:r>
              <a:rPr lang="en-US"/>
              <a:t>Edit Master text styles</a:t>
            </a:r>
          </a:p>
        </p:txBody>
      </p:sp>
      <p:sp>
        <p:nvSpPr>
          <p:cNvPr id="10" name="Text Placeholder 5">
            <a:extLst>
              <a:ext uri="{FF2B5EF4-FFF2-40B4-BE49-F238E27FC236}">
                <a16:creationId xmlns:a16="http://schemas.microsoft.com/office/drawing/2014/main" id="{643BCE34-49B7-4BA0-8263-6432C37E47F9}"/>
              </a:ext>
            </a:extLst>
          </p:cNvPr>
          <p:cNvSpPr>
            <a:spLocks noGrp="1"/>
          </p:cNvSpPr>
          <p:nvPr>
            <p:ph type="body" sz="quarter" idx="15"/>
          </p:nvPr>
        </p:nvSpPr>
        <p:spPr>
          <a:xfrm>
            <a:off x="694800" y="1700213"/>
            <a:ext cx="5209113" cy="4608515"/>
          </a:xfrm>
          <a:prstGeom prst="rect">
            <a:avLst/>
          </a:prstGeom>
        </p:spPr>
        <p:txBody>
          <a:bodyPr/>
          <a:lstStyle>
            <a:lvl1pPr>
              <a:lnSpc>
                <a:spcPct val="100000"/>
              </a:lnSpc>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5" name="Title 4">
            <a:extLst>
              <a:ext uri="{FF2B5EF4-FFF2-40B4-BE49-F238E27FC236}">
                <a16:creationId xmlns:a16="http://schemas.microsoft.com/office/drawing/2014/main" id="{5045A20B-3961-4824-8B5F-429563405594}"/>
              </a:ext>
            </a:extLst>
          </p:cNvPr>
          <p:cNvSpPr>
            <a:spLocks noGrp="1"/>
          </p:cNvSpPr>
          <p:nvPr>
            <p:ph type="title"/>
          </p:nvPr>
        </p:nvSpPr>
        <p:spPr/>
        <p:txBody>
          <a:bodyPr/>
          <a:lstStyle/>
          <a:p>
            <a:r>
              <a:rPr lang="en-US"/>
              <a:t>Click to edit Master title style</a:t>
            </a:r>
            <a:endParaRPr lang="en-AU" dirty="0"/>
          </a:p>
        </p:txBody>
      </p:sp>
      <p:sp>
        <p:nvSpPr>
          <p:cNvPr id="9" name="Text Placeholder 5">
            <a:extLst>
              <a:ext uri="{FF2B5EF4-FFF2-40B4-BE49-F238E27FC236}">
                <a16:creationId xmlns:a16="http://schemas.microsoft.com/office/drawing/2014/main" id="{DB36345A-6B2C-4967-909A-6BAA4D16DEDF}"/>
              </a:ext>
            </a:extLst>
          </p:cNvPr>
          <p:cNvSpPr>
            <a:spLocks noGrp="1"/>
          </p:cNvSpPr>
          <p:nvPr>
            <p:ph type="body" sz="quarter" idx="17"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1" name="Rectangle 10">
            <a:extLst>
              <a:ext uri="{FF2B5EF4-FFF2-40B4-BE49-F238E27FC236}">
                <a16:creationId xmlns:a16="http://schemas.microsoft.com/office/drawing/2014/main" id="{2DA7A291-5EAC-486D-928E-F46ED8B55AD0}"/>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3" name="Picture 12">
            <a:extLst>
              <a:ext uri="{FF2B5EF4-FFF2-40B4-BE49-F238E27FC236}">
                <a16:creationId xmlns:a16="http://schemas.microsoft.com/office/drawing/2014/main" id="{CD6EAF7D-7C9B-4789-AC1C-A7AF349D1D21}"/>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8" name="Footer Placeholder 7">
            <a:extLst>
              <a:ext uri="{FF2B5EF4-FFF2-40B4-BE49-F238E27FC236}">
                <a16:creationId xmlns:a16="http://schemas.microsoft.com/office/drawing/2014/main" id="{F8E8DCA5-91C8-4DF9-B37E-735B2EA5D36B}"/>
              </a:ext>
            </a:extLst>
          </p:cNvPr>
          <p:cNvSpPr>
            <a:spLocks noGrp="1"/>
          </p:cNvSpPr>
          <p:nvPr>
            <p:ph type="ftr" sz="quarter" idx="19"/>
          </p:nvPr>
        </p:nvSpPr>
        <p:spPr>
          <a:xfrm>
            <a:off x="695326" y="6519171"/>
            <a:ext cx="3360109" cy="240219"/>
          </a:xfrm>
          <a:prstGeom prst="rect">
            <a:avLst/>
          </a:prstGeom>
        </p:spPr>
        <p:txBody>
          <a:bodyPr/>
          <a:lstStyle/>
          <a:p>
            <a:r>
              <a:rPr lang="en-AU"/>
              <a:t>SLAT7806 Research Methods</a:t>
            </a:r>
            <a:endParaRPr lang="en-AU" dirty="0"/>
          </a:p>
        </p:txBody>
      </p:sp>
      <p:sp>
        <p:nvSpPr>
          <p:cNvPr id="12" name="Slide Number Placeholder 11">
            <a:extLst>
              <a:ext uri="{FF2B5EF4-FFF2-40B4-BE49-F238E27FC236}">
                <a16:creationId xmlns:a16="http://schemas.microsoft.com/office/drawing/2014/main" id="{BFFC83A9-C0D2-49A3-AC00-E1A4A64271B0}"/>
              </a:ext>
            </a:extLst>
          </p:cNvPr>
          <p:cNvSpPr>
            <a:spLocks noGrp="1"/>
          </p:cNvSpPr>
          <p:nvPr>
            <p:ph type="sldNum" sz="quarter" idx="20"/>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9575999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with Neutral 2 Block">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50BF09EC-4B00-4B1E-B06B-0D0F89DA05A2}"/>
              </a:ext>
            </a:extLst>
          </p:cNvPr>
          <p:cNvSpPr>
            <a:spLocks noGrp="1"/>
          </p:cNvSpPr>
          <p:nvPr>
            <p:ph type="body" sz="quarter" idx="14"/>
          </p:nvPr>
        </p:nvSpPr>
        <p:spPr>
          <a:xfrm>
            <a:off x="6096002" y="1700213"/>
            <a:ext cx="5400673" cy="4608512"/>
          </a:xfrm>
          <a:prstGeom prst="rect">
            <a:avLst/>
          </a:prstGeom>
          <a:solidFill>
            <a:srgbClr val="999490"/>
          </a:solidFill>
        </p:spPr>
        <p:txBody>
          <a:bodyPr anchor="ctr">
            <a:normAutofit/>
          </a:bodyPr>
          <a:lstStyle>
            <a:lvl1pPr algn="ctr">
              <a:defRPr sz="1800">
                <a:solidFill>
                  <a:schemeClr val="bg1"/>
                </a:solidFill>
              </a:defRPr>
            </a:lvl1pPr>
          </a:lstStyle>
          <a:p>
            <a:pPr lvl="0"/>
            <a:r>
              <a:rPr lang="en-US"/>
              <a:t>Edit Master text styles</a:t>
            </a:r>
          </a:p>
        </p:txBody>
      </p:sp>
      <p:sp>
        <p:nvSpPr>
          <p:cNvPr id="9" name="Text Placeholder 5">
            <a:extLst>
              <a:ext uri="{FF2B5EF4-FFF2-40B4-BE49-F238E27FC236}">
                <a16:creationId xmlns:a16="http://schemas.microsoft.com/office/drawing/2014/main" id="{00D8A284-12F0-43E7-820E-1E72AC40E17F}"/>
              </a:ext>
            </a:extLst>
          </p:cNvPr>
          <p:cNvSpPr>
            <a:spLocks noGrp="1"/>
          </p:cNvSpPr>
          <p:nvPr>
            <p:ph type="body" sz="quarter" idx="15"/>
          </p:nvPr>
        </p:nvSpPr>
        <p:spPr>
          <a:xfrm>
            <a:off x="694800" y="1700212"/>
            <a:ext cx="5209113" cy="4608515"/>
          </a:xfrm>
          <a:prstGeom prst="rect">
            <a:avLst/>
          </a:prstGeom>
        </p:spPr>
        <p:txBody>
          <a:bodyPr/>
          <a:lstStyle>
            <a:lvl1pPr>
              <a:lnSpc>
                <a:spcPct val="100000"/>
              </a:lnSpc>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6" name="Title 5">
            <a:extLst>
              <a:ext uri="{FF2B5EF4-FFF2-40B4-BE49-F238E27FC236}">
                <a16:creationId xmlns:a16="http://schemas.microsoft.com/office/drawing/2014/main" id="{F3255835-9B81-4FE6-A19A-BDEACE6D532E}"/>
              </a:ext>
            </a:extLst>
          </p:cNvPr>
          <p:cNvSpPr>
            <a:spLocks noGrp="1"/>
          </p:cNvSpPr>
          <p:nvPr>
            <p:ph type="title"/>
          </p:nvPr>
        </p:nvSpPr>
        <p:spPr/>
        <p:txBody>
          <a:bodyPr/>
          <a:lstStyle/>
          <a:p>
            <a:r>
              <a:rPr lang="en-US"/>
              <a:t>Click to edit Master title style</a:t>
            </a:r>
            <a:endParaRPr lang="en-AU" dirty="0"/>
          </a:p>
        </p:txBody>
      </p:sp>
      <p:sp>
        <p:nvSpPr>
          <p:cNvPr id="11" name="Text Placeholder 5">
            <a:extLst>
              <a:ext uri="{FF2B5EF4-FFF2-40B4-BE49-F238E27FC236}">
                <a16:creationId xmlns:a16="http://schemas.microsoft.com/office/drawing/2014/main" id="{FE5F36F7-9D4E-4EA5-882E-DEDD94B59C30}"/>
              </a:ext>
            </a:extLst>
          </p:cNvPr>
          <p:cNvSpPr>
            <a:spLocks noGrp="1"/>
          </p:cNvSpPr>
          <p:nvPr>
            <p:ph type="body" sz="quarter" idx="17"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0" name="Rectangle 9">
            <a:extLst>
              <a:ext uri="{FF2B5EF4-FFF2-40B4-BE49-F238E27FC236}">
                <a16:creationId xmlns:a16="http://schemas.microsoft.com/office/drawing/2014/main" id="{13000394-8C62-4535-AFCB-49065079CFAF}"/>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3" name="Picture 12">
            <a:extLst>
              <a:ext uri="{FF2B5EF4-FFF2-40B4-BE49-F238E27FC236}">
                <a16:creationId xmlns:a16="http://schemas.microsoft.com/office/drawing/2014/main" id="{A9739123-EB1E-4E5F-B70D-F7DEE2CEE7E1}"/>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8" name="Footer Placeholder 7">
            <a:extLst>
              <a:ext uri="{FF2B5EF4-FFF2-40B4-BE49-F238E27FC236}">
                <a16:creationId xmlns:a16="http://schemas.microsoft.com/office/drawing/2014/main" id="{16DA6B27-3249-4E2E-BD52-822F0E96F786}"/>
              </a:ext>
            </a:extLst>
          </p:cNvPr>
          <p:cNvSpPr>
            <a:spLocks noGrp="1"/>
          </p:cNvSpPr>
          <p:nvPr>
            <p:ph type="ftr" sz="quarter" idx="19"/>
          </p:nvPr>
        </p:nvSpPr>
        <p:spPr>
          <a:xfrm>
            <a:off x="695326" y="6519171"/>
            <a:ext cx="3360109" cy="240219"/>
          </a:xfrm>
          <a:prstGeom prst="rect">
            <a:avLst/>
          </a:prstGeom>
        </p:spPr>
        <p:txBody>
          <a:bodyPr/>
          <a:lstStyle/>
          <a:p>
            <a:r>
              <a:rPr lang="en-AU"/>
              <a:t>SLAT7806 Research Methods</a:t>
            </a:r>
            <a:endParaRPr lang="en-AU" dirty="0"/>
          </a:p>
        </p:txBody>
      </p:sp>
      <p:sp>
        <p:nvSpPr>
          <p:cNvPr id="12" name="Slide Number Placeholder 11">
            <a:extLst>
              <a:ext uri="{FF2B5EF4-FFF2-40B4-BE49-F238E27FC236}">
                <a16:creationId xmlns:a16="http://schemas.microsoft.com/office/drawing/2014/main" id="{D28ACE60-DF21-472F-8FF6-A086BB2C1141}"/>
              </a:ext>
            </a:extLst>
          </p:cNvPr>
          <p:cNvSpPr>
            <a:spLocks noGrp="1"/>
          </p:cNvSpPr>
          <p:nvPr>
            <p:ph type="sldNum" sz="quarter" idx="20"/>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502857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hree Pullouts">
    <p:spTree>
      <p:nvGrpSpPr>
        <p:cNvPr id="1" name=""/>
        <p:cNvGrpSpPr/>
        <p:nvPr/>
      </p:nvGrpSpPr>
      <p:grpSpPr>
        <a:xfrm>
          <a:off x="0" y="0"/>
          <a:ext cx="0" cy="0"/>
          <a:chOff x="0" y="0"/>
          <a:chExt cx="0" cy="0"/>
        </a:xfrm>
      </p:grpSpPr>
      <p:sp>
        <p:nvSpPr>
          <p:cNvPr id="13" name="Text Placeholder 6">
            <a:extLst>
              <a:ext uri="{FF2B5EF4-FFF2-40B4-BE49-F238E27FC236}">
                <a16:creationId xmlns:a16="http://schemas.microsoft.com/office/drawing/2014/main" id="{EA75515C-08B2-490C-B8D9-273E0B4B793E}"/>
              </a:ext>
            </a:extLst>
          </p:cNvPr>
          <p:cNvSpPr>
            <a:spLocks noGrp="1"/>
          </p:cNvSpPr>
          <p:nvPr>
            <p:ph type="body" sz="quarter" idx="21" hasCustomPrompt="1"/>
          </p:nvPr>
        </p:nvSpPr>
        <p:spPr>
          <a:xfrm>
            <a:off x="8112127" y="1700213"/>
            <a:ext cx="3384548" cy="4615710"/>
          </a:xfrm>
          <a:prstGeom prst="rect">
            <a:avLst/>
          </a:prstGeom>
          <a:solidFill>
            <a:schemeClr val="accent1"/>
          </a:solidFill>
        </p:spPr>
        <p:txBody>
          <a:bodyPr lIns="180000" tIns="108000" rIns="180000" bIns="180000" anchor="t">
            <a:normAutofit/>
          </a:bodyPr>
          <a:lstStyle>
            <a:lvl1pPr marL="285750" indent="-285750" algn="l">
              <a:buClr>
                <a:schemeClr val="bg1"/>
              </a:buClr>
              <a:buFont typeface="Arial" panose="020B0604020202020204" pitchFamily="34" charset="0"/>
              <a:buChar char="•"/>
              <a:defRPr sz="1400">
                <a:solidFill>
                  <a:schemeClr val="bg1"/>
                </a:solidFill>
              </a:defRPr>
            </a:lvl1pPr>
          </a:lstStyle>
          <a:p>
            <a:pPr lvl="0"/>
            <a:r>
              <a:rPr lang="en-AU" dirty="0"/>
              <a:t>[Enter text – You can change the colour of this placeholder under the ‘Shape fill’ menu]</a:t>
            </a:r>
          </a:p>
        </p:txBody>
      </p:sp>
      <p:sp>
        <p:nvSpPr>
          <p:cNvPr id="6" name="Title 5">
            <a:extLst>
              <a:ext uri="{FF2B5EF4-FFF2-40B4-BE49-F238E27FC236}">
                <a16:creationId xmlns:a16="http://schemas.microsoft.com/office/drawing/2014/main" id="{7DA12390-A044-4D48-96A4-00A2D51D906B}"/>
              </a:ext>
            </a:extLst>
          </p:cNvPr>
          <p:cNvSpPr>
            <a:spLocks noGrp="1"/>
          </p:cNvSpPr>
          <p:nvPr>
            <p:ph type="title"/>
          </p:nvPr>
        </p:nvSpPr>
        <p:spPr/>
        <p:txBody>
          <a:bodyPr/>
          <a:lstStyle/>
          <a:p>
            <a:r>
              <a:rPr lang="en-US"/>
              <a:t>Click to edit Master title style</a:t>
            </a:r>
            <a:endParaRPr lang="en-AU" dirty="0"/>
          </a:p>
        </p:txBody>
      </p:sp>
      <p:sp>
        <p:nvSpPr>
          <p:cNvPr id="11" name="Text Placeholder 5">
            <a:extLst>
              <a:ext uri="{FF2B5EF4-FFF2-40B4-BE49-F238E27FC236}">
                <a16:creationId xmlns:a16="http://schemas.microsoft.com/office/drawing/2014/main" id="{60070F8D-A181-4941-8E6E-89B3B6A120EA}"/>
              </a:ext>
            </a:extLst>
          </p:cNvPr>
          <p:cNvSpPr>
            <a:spLocks noGrp="1"/>
          </p:cNvSpPr>
          <p:nvPr>
            <p:ph type="body" sz="quarter" idx="18"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0" name="Text Placeholder 6">
            <a:extLst>
              <a:ext uri="{FF2B5EF4-FFF2-40B4-BE49-F238E27FC236}">
                <a16:creationId xmlns:a16="http://schemas.microsoft.com/office/drawing/2014/main" id="{5A8D97C9-2BD4-40D2-8A9C-5D0FDC041E5C}"/>
              </a:ext>
            </a:extLst>
          </p:cNvPr>
          <p:cNvSpPr>
            <a:spLocks noGrp="1"/>
          </p:cNvSpPr>
          <p:nvPr>
            <p:ph type="body" sz="quarter" idx="19" hasCustomPrompt="1"/>
          </p:nvPr>
        </p:nvSpPr>
        <p:spPr>
          <a:xfrm>
            <a:off x="695328" y="1700213"/>
            <a:ext cx="3384548" cy="4615710"/>
          </a:xfrm>
          <a:prstGeom prst="rect">
            <a:avLst/>
          </a:prstGeom>
          <a:solidFill>
            <a:srgbClr val="962A8B"/>
          </a:solidFill>
        </p:spPr>
        <p:txBody>
          <a:bodyPr lIns="180000" tIns="108000" rIns="180000" bIns="180000" anchor="t">
            <a:normAutofit/>
          </a:bodyPr>
          <a:lstStyle>
            <a:lvl1pPr marL="285750" indent="-285750" algn="l">
              <a:buClr>
                <a:schemeClr val="bg1"/>
              </a:buClr>
              <a:buFont typeface="Arial" panose="020B0604020202020204" pitchFamily="34" charset="0"/>
              <a:buChar char="•"/>
              <a:defRPr sz="1400">
                <a:solidFill>
                  <a:schemeClr val="bg1"/>
                </a:solidFill>
              </a:defRPr>
            </a:lvl1pPr>
          </a:lstStyle>
          <a:p>
            <a:pPr lvl="0"/>
            <a:r>
              <a:rPr lang="en-AU" dirty="0"/>
              <a:t>[Enter text – You can change the colour of this placeholder under the ‘Shape fill’ menu]</a:t>
            </a:r>
          </a:p>
        </p:txBody>
      </p:sp>
      <p:sp>
        <p:nvSpPr>
          <p:cNvPr id="12" name="Text Placeholder 6">
            <a:extLst>
              <a:ext uri="{FF2B5EF4-FFF2-40B4-BE49-F238E27FC236}">
                <a16:creationId xmlns:a16="http://schemas.microsoft.com/office/drawing/2014/main" id="{2409A6CC-1C55-4870-8E22-205BA52568D4}"/>
              </a:ext>
            </a:extLst>
          </p:cNvPr>
          <p:cNvSpPr>
            <a:spLocks noGrp="1"/>
          </p:cNvSpPr>
          <p:nvPr>
            <p:ph type="body" sz="quarter" idx="20" hasCustomPrompt="1"/>
          </p:nvPr>
        </p:nvSpPr>
        <p:spPr>
          <a:xfrm>
            <a:off x="4387255" y="1692905"/>
            <a:ext cx="3384548" cy="4615710"/>
          </a:xfrm>
          <a:prstGeom prst="rect">
            <a:avLst/>
          </a:prstGeom>
          <a:solidFill>
            <a:srgbClr val="999490"/>
          </a:solidFill>
        </p:spPr>
        <p:txBody>
          <a:bodyPr lIns="180000" tIns="108000" rIns="180000" bIns="180000" anchor="t">
            <a:normAutofit/>
          </a:bodyPr>
          <a:lstStyle>
            <a:lvl1pPr marL="285750" indent="-285750" algn="l">
              <a:buClr>
                <a:schemeClr val="bg1"/>
              </a:buClr>
              <a:buFont typeface="Arial" panose="020B0604020202020204" pitchFamily="34" charset="0"/>
              <a:buChar char="•"/>
              <a:defRPr sz="1400">
                <a:solidFill>
                  <a:schemeClr val="bg1"/>
                </a:solidFill>
              </a:defRPr>
            </a:lvl1pPr>
          </a:lstStyle>
          <a:p>
            <a:pPr lvl="0"/>
            <a:r>
              <a:rPr lang="en-AU" dirty="0"/>
              <a:t>[Enter text – You can change the colour of this placeholder under the ‘Shape fill’ menu]</a:t>
            </a:r>
          </a:p>
        </p:txBody>
      </p:sp>
      <p:sp>
        <p:nvSpPr>
          <p:cNvPr id="14" name="Rectangle 13">
            <a:extLst>
              <a:ext uri="{FF2B5EF4-FFF2-40B4-BE49-F238E27FC236}">
                <a16:creationId xmlns:a16="http://schemas.microsoft.com/office/drawing/2014/main" id="{1E1AC039-02E7-49D5-B557-F29BDF128A9E}"/>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6" name="Picture 15">
            <a:extLst>
              <a:ext uri="{FF2B5EF4-FFF2-40B4-BE49-F238E27FC236}">
                <a16:creationId xmlns:a16="http://schemas.microsoft.com/office/drawing/2014/main" id="{7AE48569-D32E-4698-B1DF-F6D3A1B423B0}"/>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7" name="Footer Placeholder 6">
            <a:extLst>
              <a:ext uri="{FF2B5EF4-FFF2-40B4-BE49-F238E27FC236}">
                <a16:creationId xmlns:a16="http://schemas.microsoft.com/office/drawing/2014/main" id="{CB490FF1-595C-4C0F-8493-0452D9413FEC}"/>
              </a:ext>
            </a:extLst>
          </p:cNvPr>
          <p:cNvSpPr>
            <a:spLocks noGrp="1"/>
          </p:cNvSpPr>
          <p:nvPr>
            <p:ph type="ftr" sz="quarter" idx="23"/>
          </p:nvPr>
        </p:nvSpPr>
        <p:spPr>
          <a:xfrm>
            <a:off x="695326" y="6519171"/>
            <a:ext cx="3360109" cy="240219"/>
          </a:xfrm>
          <a:prstGeom prst="rect">
            <a:avLst/>
          </a:prstGeom>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991171E7-B6F7-4135-91FD-8404DE6A1A00}"/>
              </a:ext>
            </a:extLst>
          </p:cNvPr>
          <p:cNvSpPr>
            <a:spLocks noGrp="1"/>
          </p:cNvSpPr>
          <p:nvPr>
            <p:ph type="sldNum" sz="quarter" idx="24"/>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40282398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Multi-layout 1">
    <p:spTree>
      <p:nvGrpSpPr>
        <p:cNvPr id="1" name=""/>
        <p:cNvGrpSpPr/>
        <p:nvPr/>
      </p:nvGrpSpPr>
      <p:grpSpPr>
        <a:xfrm>
          <a:off x="0" y="0"/>
          <a:ext cx="0" cy="0"/>
          <a:chOff x="0" y="0"/>
          <a:chExt cx="0" cy="0"/>
        </a:xfrm>
      </p:grpSpPr>
      <p:sp>
        <p:nvSpPr>
          <p:cNvPr id="12" name="Content Placeholder 11">
            <a:extLst>
              <a:ext uri="{FF2B5EF4-FFF2-40B4-BE49-F238E27FC236}">
                <a16:creationId xmlns:a16="http://schemas.microsoft.com/office/drawing/2014/main" id="{C06D0029-C709-49E4-ADBE-DE71FBF91E19}"/>
              </a:ext>
            </a:extLst>
          </p:cNvPr>
          <p:cNvSpPr>
            <a:spLocks noGrp="1"/>
          </p:cNvSpPr>
          <p:nvPr>
            <p:ph sz="quarter" idx="15"/>
          </p:nvPr>
        </p:nvSpPr>
        <p:spPr>
          <a:xfrm>
            <a:off x="694800" y="3593712"/>
            <a:ext cx="5198533" cy="2715015"/>
          </a:xfrm>
          <a:prstGeom prst="rect">
            <a:avLst/>
          </a:prstGeom>
        </p:spPr>
        <p:txBody>
          <a:bodyPr/>
          <a:lstStyle>
            <a:lvl1pPr>
              <a:defRPr lang="en-US" dirty="0" smtClean="0"/>
            </a:lvl1pPr>
            <a:lvl2pPr>
              <a:defRPr lang="en-US" dirty="0" smtClean="0"/>
            </a:lvl2pPr>
            <a:lvl3pPr>
              <a:defRPr lang="en-US" dirty="0" smtClean="0"/>
            </a:lvl3pPr>
            <a:lvl4pPr>
              <a:defRPr lang="en-US" dirty="0" smtClean="0"/>
            </a:lvl4pPr>
            <a:lvl5pPr>
              <a:defRPr lang="en-US" dirty="0" smtClean="0"/>
            </a:lvl5pPr>
            <a:lvl6pPr>
              <a:defRPr lang="en-AU" dirty="0"/>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4" name="Content Placeholder 13">
            <a:extLst>
              <a:ext uri="{FF2B5EF4-FFF2-40B4-BE49-F238E27FC236}">
                <a16:creationId xmlns:a16="http://schemas.microsoft.com/office/drawing/2014/main" id="{842AA681-0A5C-4843-AFF7-8900ED2A6D68}"/>
              </a:ext>
            </a:extLst>
          </p:cNvPr>
          <p:cNvSpPr>
            <a:spLocks noGrp="1"/>
          </p:cNvSpPr>
          <p:nvPr>
            <p:ph sz="quarter" idx="16" hasCustomPrompt="1"/>
          </p:nvPr>
        </p:nvSpPr>
        <p:spPr>
          <a:xfrm>
            <a:off x="6288618" y="2024810"/>
            <a:ext cx="5198400" cy="2427894"/>
          </a:xfrm>
          <a:prstGeom prst="rect">
            <a:avLst/>
          </a:prstGeom>
        </p:spPr>
        <p:txBody>
          <a:bodyPr/>
          <a:lstStyle>
            <a:lvl1pPr>
              <a:defRPr/>
            </a:lvl1pPr>
          </a:lstStyle>
          <a:p>
            <a:pPr lvl="0"/>
            <a:r>
              <a:rPr lang="en-US" dirty="0"/>
              <a:t> </a:t>
            </a:r>
            <a:endParaRPr lang="en-AU" dirty="0"/>
          </a:p>
        </p:txBody>
      </p:sp>
      <p:sp>
        <p:nvSpPr>
          <p:cNvPr id="16" name="Content Placeholder 11">
            <a:extLst>
              <a:ext uri="{FF2B5EF4-FFF2-40B4-BE49-F238E27FC236}">
                <a16:creationId xmlns:a16="http://schemas.microsoft.com/office/drawing/2014/main" id="{C1A5F930-F83B-4616-AC17-D7231CE87421}"/>
              </a:ext>
            </a:extLst>
          </p:cNvPr>
          <p:cNvSpPr>
            <a:spLocks noGrp="1"/>
          </p:cNvSpPr>
          <p:nvPr>
            <p:ph sz="quarter" idx="17"/>
          </p:nvPr>
        </p:nvSpPr>
        <p:spPr>
          <a:xfrm>
            <a:off x="6288619" y="4602158"/>
            <a:ext cx="5198533" cy="1700191"/>
          </a:xfrm>
          <a:prstGeom prst="rect">
            <a:avLst/>
          </a:prstGeom>
        </p:spPr>
        <p:txBody>
          <a:bodyPr/>
          <a:lstStyle>
            <a:lvl1pPr>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p:txBody>
      </p:sp>
      <p:sp>
        <p:nvSpPr>
          <p:cNvPr id="6" name="Text Placeholder 5">
            <a:extLst>
              <a:ext uri="{FF2B5EF4-FFF2-40B4-BE49-F238E27FC236}">
                <a16:creationId xmlns:a16="http://schemas.microsoft.com/office/drawing/2014/main" id="{0ABFF14A-9BDE-42F0-AA14-E13CCFE3E4FE}"/>
              </a:ext>
            </a:extLst>
          </p:cNvPr>
          <p:cNvSpPr>
            <a:spLocks noGrp="1"/>
          </p:cNvSpPr>
          <p:nvPr>
            <p:ph type="body" sz="quarter" idx="18"/>
          </p:nvPr>
        </p:nvSpPr>
        <p:spPr>
          <a:xfrm>
            <a:off x="694800" y="1700808"/>
            <a:ext cx="5198532" cy="1743450"/>
          </a:xfrm>
          <a:prstGeom prst="rect">
            <a:avLst/>
          </a:prstGeom>
        </p:spPr>
        <p:txBody>
          <a:bodyPr/>
          <a:lstStyle/>
          <a:p>
            <a:pPr lvl="0"/>
            <a:r>
              <a:rPr lang="en-US"/>
              <a:t>Edit Master text styles</a:t>
            </a:r>
          </a:p>
        </p:txBody>
      </p:sp>
      <p:sp>
        <p:nvSpPr>
          <p:cNvPr id="13" name="Content Placeholder 11">
            <a:extLst>
              <a:ext uri="{FF2B5EF4-FFF2-40B4-BE49-F238E27FC236}">
                <a16:creationId xmlns:a16="http://schemas.microsoft.com/office/drawing/2014/main" id="{47FC4A52-417F-4863-97DD-E656EA43AC92}"/>
              </a:ext>
            </a:extLst>
          </p:cNvPr>
          <p:cNvSpPr>
            <a:spLocks noGrp="1"/>
          </p:cNvSpPr>
          <p:nvPr>
            <p:ph sz="quarter" idx="19" hasCustomPrompt="1"/>
          </p:nvPr>
        </p:nvSpPr>
        <p:spPr>
          <a:xfrm>
            <a:off x="6288619" y="1700809"/>
            <a:ext cx="5198533" cy="324000"/>
          </a:xfrm>
          <a:prstGeom prst="rect">
            <a:avLst/>
          </a:prstGeom>
        </p:spPr>
        <p:txBody>
          <a:bodyPr>
            <a:normAutofit/>
          </a:bodyPr>
          <a:lstStyle>
            <a:lvl5pPr>
              <a:defRPr lang="en-AU" sz="2000" b="1" dirty="0"/>
            </a:lvl5pPr>
          </a:lstStyle>
          <a:p>
            <a:pPr lvl="4"/>
            <a:r>
              <a:rPr lang="en-US" dirty="0"/>
              <a:t>Fifth level</a:t>
            </a:r>
            <a:endParaRPr lang="en-AU" dirty="0"/>
          </a:p>
        </p:txBody>
      </p:sp>
      <p:sp>
        <p:nvSpPr>
          <p:cNvPr id="7" name="Title 6">
            <a:extLst>
              <a:ext uri="{FF2B5EF4-FFF2-40B4-BE49-F238E27FC236}">
                <a16:creationId xmlns:a16="http://schemas.microsoft.com/office/drawing/2014/main" id="{5A696586-6988-4D6B-BE2D-2C0EDF447A61}"/>
              </a:ext>
            </a:extLst>
          </p:cNvPr>
          <p:cNvSpPr>
            <a:spLocks noGrp="1"/>
          </p:cNvSpPr>
          <p:nvPr>
            <p:ph type="title"/>
          </p:nvPr>
        </p:nvSpPr>
        <p:spPr/>
        <p:txBody>
          <a:bodyPr/>
          <a:lstStyle/>
          <a:p>
            <a:r>
              <a:rPr lang="en-US"/>
              <a:t>Click to edit Master title style</a:t>
            </a:r>
            <a:endParaRPr lang="en-AU" dirty="0"/>
          </a:p>
        </p:txBody>
      </p:sp>
      <p:sp>
        <p:nvSpPr>
          <p:cNvPr id="15" name="Text Placeholder 5">
            <a:extLst>
              <a:ext uri="{FF2B5EF4-FFF2-40B4-BE49-F238E27FC236}">
                <a16:creationId xmlns:a16="http://schemas.microsoft.com/office/drawing/2014/main" id="{14229EC4-696A-4791-8EB0-396DF61F7A28}"/>
              </a:ext>
            </a:extLst>
          </p:cNvPr>
          <p:cNvSpPr>
            <a:spLocks noGrp="1"/>
          </p:cNvSpPr>
          <p:nvPr>
            <p:ph type="body" sz="quarter" idx="23"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7" name="Rectangle 16">
            <a:extLst>
              <a:ext uri="{FF2B5EF4-FFF2-40B4-BE49-F238E27FC236}">
                <a16:creationId xmlns:a16="http://schemas.microsoft.com/office/drawing/2014/main" id="{FB3B4A2E-6294-4DC9-8779-3231A7E9B5C2}"/>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9" name="Picture 18">
            <a:extLst>
              <a:ext uri="{FF2B5EF4-FFF2-40B4-BE49-F238E27FC236}">
                <a16:creationId xmlns:a16="http://schemas.microsoft.com/office/drawing/2014/main" id="{4BCAB502-16F2-4A19-97A1-C081D226597B}"/>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8" name="Footer Placeholder 7">
            <a:extLst>
              <a:ext uri="{FF2B5EF4-FFF2-40B4-BE49-F238E27FC236}">
                <a16:creationId xmlns:a16="http://schemas.microsoft.com/office/drawing/2014/main" id="{CEC400A7-6A57-42A4-9CC7-26ED632D030D}"/>
              </a:ext>
            </a:extLst>
          </p:cNvPr>
          <p:cNvSpPr>
            <a:spLocks noGrp="1"/>
          </p:cNvSpPr>
          <p:nvPr>
            <p:ph type="ftr" sz="quarter" idx="25"/>
          </p:nvPr>
        </p:nvSpPr>
        <p:spPr>
          <a:xfrm>
            <a:off x="695326" y="6519171"/>
            <a:ext cx="3360109" cy="240219"/>
          </a:xfrm>
          <a:prstGeom prst="rect">
            <a:avLst/>
          </a:prstGeom>
        </p:spPr>
        <p:txBody>
          <a:bodyPr/>
          <a:lstStyle/>
          <a:p>
            <a:r>
              <a:rPr lang="en-AU"/>
              <a:t>SLAT7806 Research Methods</a:t>
            </a:r>
            <a:endParaRPr lang="en-AU" dirty="0"/>
          </a:p>
        </p:txBody>
      </p:sp>
      <p:sp>
        <p:nvSpPr>
          <p:cNvPr id="9" name="Slide Number Placeholder 8">
            <a:extLst>
              <a:ext uri="{FF2B5EF4-FFF2-40B4-BE49-F238E27FC236}">
                <a16:creationId xmlns:a16="http://schemas.microsoft.com/office/drawing/2014/main" id="{4BD824B6-391C-442D-8A27-0B268DB3667B}"/>
              </a:ext>
            </a:extLst>
          </p:cNvPr>
          <p:cNvSpPr>
            <a:spLocks noGrp="1"/>
          </p:cNvSpPr>
          <p:nvPr>
            <p:ph type="sldNum" sz="quarter" idx="26"/>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9211814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Multi-layout 2">
    <p:spTree>
      <p:nvGrpSpPr>
        <p:cNvPr id="1" name=""/>
        <p:cNvGrpSpPr/>
        <p:nvPr/>
      </p:nvGrpSpPr>
      <p:grpSpPr>
        <a:xfrm>
          <a:off x="0" y="0"/>
          <a:ext cx="0" cy="0"/>
          <a:chOff x="0" y="0"/>
          <a:chExt cx="0" cy="0"/>
        </a:xfrm>
      </p:grpSpPr>
      <p:sp>
        <p:nvSpPr>
          <p:cNvPr id="19" name="Content Placeholder 18">
            <a:extLst>
              <a:ext uri="{FF2B5EF4-FFF2-40B4-BE49-F238E27FC236}">
                <a16:creationId xmlns:a16="http://schemas.microsoft.com/office/drawing/2014/main" id="{1680838C-6DDD-4367-8C7B-8D49AA3A036A}"/>
              </a:ext>
            </a:extLst>
          </p:cNvPr>
          <p:cNvSpPr>
            <a:spLocks noGrp="1"/>
          </p:cNvSpPr>
          <p:nvPr>
            <p:ph sz="quarter" idx="19" hasCustomPrompt="1"/>
          </p:nvPr>
        </p:nvSpPr>
        <p:spPr>
          <a:xfrm>
            <a:off x="6286500" y="2677684"/>
            <a:ext cx="5219998" cy="1615411"/>
          </a:xfrm>
          <a:prstGeom prst="rect">
            <a:avLst/>
          </a:prstGeom>
        </p:spPr>
        <p:txBody>
          <a:bodyPr/>
          <a:lstStyle/>
          <a:p>
            <a:pPr lvl="0"/>
            <a:r>
              <a:rPr lang="en-AU" dirty="0"/>
              <a:t> </a:t>
            </a:r>
          </a:p>
        </p:txBody>
      </p:sp>
      <p:sp>
        <p:nvSpPr>
          <p:cNvPr id="20" name="Content Placeholder 18">
            <a:extLst>
              <a:ext uri="{FF2B5EF4-FFF2-40B4-BE49-F238E27FC236}">
                <a16:creationId xmlns:a16="http://schemas.microsoft.com/office/drawing/2014/main" id="{8C9CC71C-D628-4B8C-8AB1-D318B0D686CF}"/>
              </a:ext>
            </a:extLst>
          </p:cNvPr>
          <p:cNvSpPr>
            <a:spLocks noGrp="1"/>
          </p:cNvSpPr>
          <p:nvPr>
            <p:ph sz="quarter" idx="20" hasCustomPrompt="1"/>
          </p:nvPr>
        </p:nvSpPr>
        <p:spPr>
          <a:xfrm>
            <a:off x="6286500" y="4694142"/>
            <a:ext cx="5219996" cy="1615178"/>
          </a:xfrm>
          <a:prstGeom prst="rect">
            <a:avLst/>
          </a:prstGeom>
        </p:spPr>
        <p:txBody>
          <a:bodyPr/>
          <a:lstStyle>
            <a:lvl1pPr>
              <a:defRPr/>
            </a:lvl1pPr>
          </a:lstStyle>
          <a:p>
            <a:pPr lvl="0"/>
            <a:r>
              <a:rPr lang="en-US" dirty="0"/>
              <a:t> </a:t>
            </a:r>
            <a:endParaRPr lang="en-AU" dirty="0"/>
          </a:p>
        </p:txBody>
      </p:sp>
      <p:sp>
        <p:nvSpPr>
          <p:cNvPr id="12" name="Text Placeholder 5">
            <a:extLst>
              <a:ext uri="{FF2B5EF4-FFF2-40B4-BE49-F238E27FC236}">
                <a16:creationId xmlns:a16="http://schemas.microsoft.com/office/drawing/2014/main" id="{47EF0A71-527C-4177-BD73-0A32F4F3B7C2}"/>
              </a:ext>
            </a:extLst>
          </p:cNvPr>
          <p:cNvSpPr>
            <a:spLocks noGrp="1"/>
          </p:cNvSpPr>
          <p:nvPr>
            <p:ph type="body" sz="quarter" idx="25"/>
          </p:nvPr>
        </p:nvSpPr>
        <p:spPr>
          <a:xfrm>
            <a:off x="6286500" y="2279659"/>
            <a:ext cx="5222136" cy="324000"/>
          </a:xfrm>
          <a:prstGeom prst="rect">
            <a:avLst/>
          </a:prstGeom>
        </p:spPr>
        <p:txBody>
          <a:bodyPr/>
          <a:lstStyle>
            <a:lvl1pPr>
              <a:lnSpc>
                <a:spcPct val="100000"/>
              </a:lnSpc>
              <a:defRPr sz="1200" b="1">
                <a:solidFill>
                  <a:schemeClr val="accent1"/>
                </a:solidFill>
              </a:defRPr>
            </a:lvl1pPr>
            <a:lvl6pPr>
              <a:defRPr b="0"/>
            </a:lvl6pPr>
          </a:lstStyle>
          <a:p>
            <a:pPr lvl="0"/>
            <a:r>
              <a:rPr lang="en-US"/>
              <a:t>Edit Master text styles</a:t>
            </a:r>
          </a:p>
        </p:txBody>
      </p:sp>
      <p:sp>
        <p:nvSpPr>
          <p:cNvPr id="14" name="Text Placeholder 5">
            <a:extLst>
              <a:ext uri="{FF2B5EF4-FFF2-40B4-BE49-F238E27FC236}">
                <a16:creationId xmlns:a16="http://schemas.microsoft.com/office/drawing/2014/main" id="{FFFB469D-AB37-445A-8C5C-9EDAC47CC608}"/>
              </a:ext>
            </a:extLst>
          </p:cNvPr>
          <p:cNvSpPr>
            <a:spLocks noGrp="1"/>
          </p:cNvSpPr>
          <p:nvPr>
            <p:ph type="body" sz="quarter" idx="26"/>
          </p:nvPr>
        </p:nvSpPr>
        <p:spPr>
          <a:xfrm>
            <a:off x="6286500" y="4401144"/>
            <a:ext cx="5222136" cy="324000"/>
          </a:xfrm>
          <a:prstGeom prst="rect">
            <a:avLst/>
          </a:prstGeom>
        </p:spPr>
        <p:txBody>
          <a:bodyPr/>
          <a:lstStyle>
            <a:lvl1pPr>
              <a:lnSpc>
                <a:spcPct val="100000"/>
              </a:lnSpc>
              <a:defRPr sz="1200" b="1">
                <a:solidFill>
                  <a:schemeClr val="accent1"/>
                </a:solidFill>
              </a:defRPr>
            </a:lvl1pPr>
            <a:lvl6pPr>
              <a:defRPr b="0"/>
            </a:lvl6pPr>
          </a:lstStyle>
          <a:p>
            <a:pPr lvl="0"/>
            <a:r>
              <a:rPr lang="en-US"/>
              <a:t>Edit Master text styles</a:t>
            </a:r>
          </a:p>
        </p:txBody>
      </p:sp>
      <p:sp>
        <p:nvSpPr>
          <p:cNvPr id="9" name="Text Placeholder 8">
            <a:extLst>
              <a:ext uri="{FF2B5EF4-FFF2-40B4-BE49-F238E27FC236}">
                <a16:creationId xmlns:a16="http://schemas.microsoft.com/office/drawing/2014/main" id="{892F6810-4203-426A-BA3F-12E853FD972A}"/>
              </a:ext>
            </a:extLst>
          </p:cNvPr>
          <p:cNvSpPr>
            <a:spLocks noGrp="1"/>
          </p:cNvSpPr>
          <p:nvPr>
            <p:ph type="body" sz="quarter" idx="28"/>
          </p:nvPr>
        </p:nvSpPr>
        <p:spPr>
          <a:xfrm>
            <a:off x="694800" y="2279196"/>
            <a:ext cx="5183717" cy="2013899"/>
          </a:xfrm>
        </p:spPr>
        <p:txBody>
          <a:bodyPr/>
          <a:lstStyle>
            <a:lvl1pPr>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21" name="Text Placeholder 8">
            <a:extLst>
              <a:ext uri="{FF2B5EF4-FFF2-40B4-BE49-F238E27FC236}">
                <a16:creationId xmlns:a16="http://schemas.microsoft.com/office/drawing/2014/main" id="{5608E6E7-0CC5-4C1B-8095-7EA4A3FE80AB}"/>
              </a:ext>
            </a:extLst>
          </p:cNvPr>
          <p:cNvSpPr>
            <a:spLocks noGrp="1"/>
          </p:cNvSpPr>
          <p:nvPr>
            <p:ph type="body" sz="quarter" idx="29"/>
          </p:nvPr>
        </p:nvSpPr>
        <p:spPr>
          <a:xfrm>
            <a:off x="694800" y="4401144"/>
            <a:ext cx="5183717" cy="1908176"/>
          </a:xfrm>
        </p:spPr>
        <p:txBody>
          <a:bodyPr/>
          <a:lstStyle>
            <a:lvl1pPr>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p:txBody>
      </p:sp>
      <p:sp>
        <p:nvSpPr>
          <p:cNvPr id="7" name="Title 6">
            <a:extLst>
              <a:ext uri="{FF2B5EF4-FFF2-40B4-BE49-F238E27FC236}">
                <a16:creationId xmlns:a16="http://schemas.microsoft.com/office/drawing/2014/main" id="{6AE219F9-19D4-45A2-9D79-6847ED38E26C}"/>
              </a:ext>
            </a:extLst>
          </p:cNvPr>
          <p:cNvSpPr>
            <a:spLocks noGrp="1"/>
          </p:cNvSpPr>
          <p:nvPr>
            <p:ph type="title"/>
          </p:nvPr>
        </p:nvSpPr>
        <p:spPr/>
        <p:txBody>
          <a:bodyPr/>
          <a:lstStyle/>
          <a:p>
            <a:r>
              <a:rPr lang="en-US"/>
              <a:t>Click to edit Master title style</a:t>
            </a:r>
            <a:endParaRPr lang="en-AU" dirty="0"/>
          </a:p>
        </p:txBody>
      </p:sp>
      <p:sp>
        <p:nvSpPr>
          <p:cNvPr id="16" name="Text Placeholder 5">
            <a:extLst>
              <a:ext uri="{FF2B5EF4-FFF2-40B4-BE49-F238E27FC236}">
                <a16:creationId xmlns:a16="http://schemas.microsoft.com/office/drawing/2014/main" id="{688F5021-D4C3-4888-A4D5-06E996CC2139}"/>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5" name="Rectangle 14">
            <a:extLst>
              <a:ext uri="{FF2B5EF4-FFF2-40B4-BE49-F238E27FC236}">
                <a16:creationId xmlns:a16="http://schemas.microsoft.com/office/drawing/2014/main" id="{301F3FBD-B2FA-4ECC-94B3-AE0A46E7AD40}"/>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8" name="Picture 17">
            <a:extLst>
              <a:ext uri="{FF2B5EF4-FFF2-40B4-BE49-F238E27FC236}">
                <a16:creationId xmlns:a16="http://schemas.microsoft.com/office/drawing/2014/main" id="{B9D1DA3F-F774-45EB-B6E3-EB3EBFC56BF8}"/>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17" name="Text Placeholder 5">
            <a:extLst>
              <a:ext uri="{FF2B5EF4-FFF2-40B4-BE49-F238E27FC236}">
                <a16:creationId xmlns:a16="http://schemas.microsoft.com/office/drawing/2014/main" id="{59483DB6-35E8-41E9-930B-445C4EFE7A77}"/>
              </a:ext>
            </a:extLst>
          </p:cNvPr>
          <p:cNvSpPr>
            <a:spLocks noGrp="1"/>
          </p:cNvSpPr>
          <p:nvPr>
            <p:ph type="body" sz="quarter" idx="31" hasCustomPrompt="1"/>
          </p:nvPr>
        </p:nvSpPr>
        <p:spPr>
          <a:xfrm>
            <a:off x="695325" y="1700808"/>
            <a:ext cx="10801350" cy="504825"/>
          </a:xfrm>
        </p:spPr>
        <p:txBody>
          <a:bodyPr>
            <a:normAutofit/>
          </a:bodyPr>
          <a:lstStyle>
            <a:lvl1pPr>
              <a:defRPr sz="2000" b="1">
                <a:solidFill>
                  <a:schemeClr val="accent1"/>
                </a:solidFill>
              </a:defRPr>
            </a:lvl1pPr>
            <a:lvl2pPr marL="612" indent="0">
              <a:buNone/>
              <a:defRPr/>
            </a:lvl2pPr>
          </a:lstStyle>
          <a:p>
            <a:pPr lvl="0"/>
            <a:r>
              <a:rPr lang="en-US" dirty="0"/>
              <a:t>[Subtitle]</a:t>
            </a:r>
          </a:p>
        </p:txBody>
      </p:sp>
      <p:sp>
        <p:nvSpPr>
          <p:cNvPr id="6" name="Footer Placeholder 5">
            <a:extLst>
              <a:ext uri="{FF2B5EF4-FFF2-40B4-BE49-F238E27FC236}">
                <a16:creationId xmlns:a16="http://schemas.microsoft.com/office/drawing/2014/main" id="{B90807C1-4AC5-41D4-9F66-2FFE2C9FCBEE}"/>
              </a:ext>
            </a:extLst>
          </p:cNvPr>
          <p:cNvSpPr>
            <a:spLocks noGrp="1"/>
          </p:cNvSpPr>
          <p:nvPr>
            <p:ph type="ftr" sz="quarter" idx="33"/>
          </p:nvPr>
        </p:nvSpPr>
        <p:spPr>
          <a:xfrm>
            <a:off x="695326" y="6519171"/>
            <a:ext cx="3360109" cy="240219"/>
          </a:xfrm>
          <a:prstGeom prst="rect">
            <a:avLst/>
          </a:prstGeom>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BB1CA24C-277F-4699-AACD-0CE7FA333A21}"/>
              </a:ext>
            </a:extLst>
          </p:cNvPr>
          <p:cNvSpPr>
            <a:spLocks noGrp="1"/>
          </p:cNvSpPr>
          <p:nvPr>
            <p:ph type="sldNum" sz="quarter" idx="34"/>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1601581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B9EE8B-9737-4CD0-834C-9321616FE29F}"/>
              </a:ext>
            </a:extLst>
          </p:cNvPr>
          <p:cNvSpPr>
            <a:spLocks noGrp="1"/>
          </p:cNvSpPr>
          <p:nvPr>
            <p:ph type="title"/>
          </p:nvPr>
        </p:nvSpPr>
        <p:spPr/>
        <p:txBody>
          <a:bodyPr/>
          <a:lstStyle/>
          <a:p>
            <a:r>
              <a:rPr lang="en-US"/>
              <a:t>Click to edit Master title style</a:t>
            </a:r>
            <a:endParaRPr lang="en-AU" dirty="0"/>
          </a:p>
        </p:txBody>
      </p:sp>
      <p:sp>
        <p:nvSpPr>
          <p:cNvPr id="8" name="Text Placeholder 5">
            <a:extLst>
              <a:ext uri="{FF2B5EF4-FFF2-40B4-BE49-F238E27FC236}">
                <a16:creationId xmlns:a16="http://schemas.microsoft.com/office/drawing/2014/main" id="{3A7132BB-77E6-4CDB-BD22-890A94E03075}"/>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9" name="Rectangle 8">
            <a:extLst>
              <a:ext uri="{FF2B5EF4-FFF2-40B4-BE49-F238E27FC236}">
                <a16:creationId xmlns:a16="http://schemas.microsoft.com/office/drawing/2014/main" id="{547FA311-E5C8-49FB-A70D-B5D69EF896F4}"/>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1" name="Picture 10">
            <a:extLst>
              <a:ext uri="{FF2B5EF4-FFF2-40B4-BE49-F238E27FC236}">
                <a16:creationId xmlns:a16="http://schemas.microsoft.com/office/drawing/2014/main" id="{577DAC2F-25B2-40B2-B3C3-AEDF3893C15B}"/>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4" name="Footer Placeholder 3">
            <a:extLst>
              <a:ext uri="{FF2B5EF4-FFF2-40B4-BE49-F238E27FC236}">
                <a16:creationId xmlns:a16="http://schemas.microsoft.com/office/drawing/2014/main" id="{D307EFFC-A8F6-46B6-82DB-6FB3399678B7}"/>
              </a:ext>
            </a:extLst>
          </p:cNvPr>
          <p:cNvSpPr>
            <a:spLocks noGrp="1"/>
          </p:cNvSpPr>
          <p:nvPr>
            <p:ph type="ftr" sz="quarter" idx="17"/>
          </p:nvPr>
        </p:nvSpPr>
        <p:spPr>
          <a:xfrm>
            <a:off x="695326" y="6519171"/>
            <a:ext cx="3360109" cy="240219"/>
          </a:xfrm>
          <a:prstGeom prst="rect">
            <a:avLst/>
          </a:prstGeom>
        </p:spPr>
        <p:txBody>
          <a:bodyPr/>
          <a:lstStyle/>
          <a:p>
            <a:r>
              <a:rPr lang="en-AU"/>
              <a:t>SLAT7806 Research Methods</a:t>
            </a:r>
            <a:endParaRPr lang="en-AU" dirty="0"/>
          </a:p>
        </p:txBody>
      </p:sp>
      <p:sp>
        <p:nvSpPr>
          <p:cNvPr id="10" name="Slide Number Placeholder 9">
            <a:extLst>
              <a:ext uri="{FF2B5EF4-FFF2-40B4-BE49-F238E27FC236}">
                <a16:creationId xmlns:a16="http://schemas.microsoft.com/office/drawing/2014/main" id="{11037509-88E8-46BB-B6E5-FC65A58ADE60}"/>
              </a:ext>
            </a:extLst>
          </p:cNvPr>
          <p:cNvSpPr>
            <a:spLocks noGrp="1"/>
          </p:cNvSpPr>
          <p:nvPr>
            <p:ph type="sldNum" sz="quarter" idx="18"/>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9807046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Blank Branded">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9933EA7-FE92-4C6D-8733-61E671888999}"/>
              </a:ext>
            </a:extLst>
          </p:cNvPr>
          <p:cNvSpPr/>
          <p:nvPr userDrawn="1"/>
        </p:nvSpPr>
        <p:spPr bwMode="white">
          <a:xfrm>
            <a:off x="2" y="-27384"/>
            <a:ext cx="12191999" cy="10081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pic>
        <p:nvPicPr>
          <p:cNvPr id="4" name="Picture 3">
            <a:extLst>
              <a:ext uri="{FF2B5EF4-FFF2-40B4-BE49-F238E27FC236}">
                <a16:creationId xmlns:a16="http://schemas.microsoft.com/office/drawing/2014/main" id="{A4A50E81-A697-4D2A-9C73-3BBE321DFC06}"/>
              </a:ext>
            </a:extLst>
          </p:cNvPr>
          <p:cNvPicPr>
            <a:picLocks noChangeAspect="1"/>
          </p:cNvPicPr>
          <p:nvPr userDrawn="1"/>
        </p:nvPicPr>
        <p:blipFill rotWithShape="1">
          <a:blip r:embed="rId2"/>
          <a:srcRect r="42155"/>
          <a:stretch/>
        </p:blipFill>
        <p:spPr>
          <a:xfrm>
            <a:off x="10271272" y="152896"/>
            <a:ext cx="1237347" cy="324000"/>
          </a:xfrm>
          <a:prstGeom prst="rect">
            <a:avLst/>
          </a:prstGeom>
        </p:spPr>
      </p:pic>
      <p:sp>
        <p:nvSpPr>
          <p:cNvPr id="2" name="Footer Placeholder 1">
            <a:extLst>
              <a:ext uri="{FF2B5EF4-FFF2-40B4-BE49-F238E27FC236}">
                <a16:creationId xmlns:a16="http://schemas.microsoft.com/office/drawing/2014/main" id="{8F016725-1C5D-4F6E-900B-3580ED1B4E08}"/>
              </a:ext>
            </a:extLst>
          </p:cNvPr>
          <p:cNvSpPr>
            <a:spLocks noGrp="1"/>
          </p:cNvSpPr>
          <p:nvPr>
            <p:ph type="ftr" sz="quarter" idx="10"/>
          </p:nvPr>
        </p:nvSpPr>
        <p:spPr>
          <a:xfrm>
            <a:off x="695326" y="6519171"/>
            <a:ext cx="3360109" cy="240219"/>
          </a:xfrm>
          <a:prstGeom prst="rect">
            <a:avLst/>
          </a:prstGeom>
        </p:spPr>
        <p:txBody>
          <a:bodyPr/>
          <a:lstStyle/>
          <a:p>
            <a:r>
              <a:rPr lang="en-AU"/>
              <a:t>SLAT7806 Research Methods</a:t>
            </a:r>
            <a:endParaRPr lang="en-AU" dirty="0"/>
          </a:p>
        </p:txBody>
      </p:sp>
      <p:sp>
        <p:nvSpPr>
          <p:cNvPr id="5" name="Slide Number Placeholder 4">
            <a:extLst>
              <a:ext uri="{FF2B5EF4-FFF2-40B4-BE49-F238E27FC236}">
                <a16:creationId xmlns:a16="http://schemas.microsoft.com/office/drawing/2014/main" id="{217FE64C-392C-4148-996C-A5BCCCAC7BD2}"/>
              </a:ext>
            </a:extLst>
          </p:cNvPr>
          <p:cNvSpPr>
            <a:spLocks noGrp="1"/>
          </p:cNvSpPr>
          <p:nvPr>
            <p:ph type="sldNum" sz="quarter" idx="11"/>
          </p:nvPr>
        </p:nvSpPr>
        <p:spPr/>
        <p:txBody>
          <a:bodyPr/>
          <a:lstStyle/>
          <a:p>
            <a:fld id="{E917DE0E-AFB1-41FD-BC35-27DB61CA125F}" type="slidenum">
              <a:rPr lang="en-AU" smtClean="0"/>
              <a:pPr/>
              <a:t>‹#›</a:t>
            </a:fld>
            <a:endParaRPr lang="en-AU" dirty="0"/>
          </a:p>
        </p:txBody>
      </p:sp>
      <p:sp>
        <p:nvSpPr>
          <p:cNvPr id="6" name="Text Placeholder 5">
            <a:extLst>
              <a:ext uri="{FF2B5EF4-FFF2-40B4-BE49-F238E27FC236}">
                <a16:creationId xmlns:a16="http://schemas.microsoft.com/office/drawing/2014/main" id="{D887849A-F529-4CD5-AC55-05BB9FCEC1E4}"/>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Tree>
    <p:extLst>
      <p:ext uri="{BB962C8B-B14F-4D97-AF65-F5344CB8AC3E}">
        <p14:creationId xmlns:p14="http://schemas.microsoft.com/office/powerpoint/2010/main" val="233513934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6DBD1DEA-6C0B-48CD-8886-623BD6330C76}"/>
              </a:ext>
            </a:extLst>
          </p:cNvPr>
          <p:cNvSpPr/>
          <p:nvPr userDrawn="1"/>
        </p:nvSpPr>
        <p:spPr bwMode="invGray">
          <a:xfrm>
            <a:off x="0" y="0"/>
            <a:ext cx="12192000" cy="6858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sp>
        <p:nvSpPr>
          <p:cNvPr id="2" name="Title 1"/>
          <p:cNvSpPr>
            <a:spLocks noGrp="1"/>
          </p:cNvSpPr>
          <p:nvPr>
            <p:ph type="title"/>
          </p:nvPr>
        </p:nvSpPr>
        <p:spPr bwMode="white">
          <a:xfrm>
            <a:off x="694800" y="1082188"/>
            <a:ext cx="10744005" cy="720081"/>
          </a:xfrm>
        </p:spPr>
        <p:txBody>
          <a:bodyPr anchor="b">
            <a:noAutofit/>
          </a:bodyPr>
          <a:lstStyle>
            <a:lvl1pPr>
              <a:lnSpc>
                <a:spcPts val="5040"/>
              </a:lnSpc>
              <a:defRPr sz="4200">
                <a:solidFill>
                  <a:schemeClr val="bg1"/>
                </a:solidFill>
              </a:defRPr>
            </a:lvl1pPr>
          </a:lstStyle>
          <a:p>
            <a:r>
              <a:rPr lang="en-US" dirty="0"/>
              <a:t>Click to edit Master title style</a:t>
            </a:r>
            <a:endParaRPr lang="en-AU" dirty="0"/>
          </a:p>
        </p:txBody>
      </p:sp>
      <p:sp>
        <p:nvSpPr>
          <p:cNvPr id="7" name="Text Placeholder 6"/>
          <p:cNvSpPr>
            <a:spLocks noGrp="1"/>
          </p:cNvSpPr>
          <p:nvPr>
            <p:ph type="body" sz="quarter" idx="10" hasCustomPrompt="1"/>
          </p:nvPr>
        </p:nvSpPr>
        <p:spPr bwMode="white">
          <a:xfrm>
            <a:off x="694800" y="1876346"/>
            <a:ext cx="3254263" cy="832577"/>
          </a:xfrm>
          <a:prstGeom prst="rect">
            <a:avLst/>
          </a:prstGeom>
        </p:spPr>
        <p:txBody>
          <a:bodyPr>
            <a:normAutofit/>
          </a:bodyPr>
          <a:lstStyle>
            <a:lvl1pPr marL="0" indent="0">
              <a:lnSpc>
                <a:spcPct val="100000"/>
              </a:lnSpc>
              <a:spcBef>
                <a:spcPts val="0"/>
              </a:spcBef>
              <a:spcAft>
                <a:spcPts val="0"/>
              </a:spcAft>
              <a:buNone/>
              <a:defRPr sz="1200">
                <a:solidFill>
                  <a:schemeClr val="bg1"/>
                </a:solidFill>
              </a:defRPr>
            </a:lvl1pPr>
          </a:lstStyle>
          <a:p>
            <a:pPr lvl="0"/>
            <a:r>
              <a:rPr lang="en-US" dirty="0"/>
              <a:t>Click to edit </a:t>
            </a:r>
            <a:br>
              <a:rPr lang="en-US" dirty="0"/>
            </a:br>
            <a:r>
              <a:rPr lang="en-US" dirty="0"/>
              <a:t>Master text styles</a:t>
            </a:r>
          </a:p>
        </p:txBody>
      </p:sp>
      <p:sp>
        <p:nvSpPr>
          <p:cNvPr id="11" name="Text Placeholder 6">
            <a:extLst>
              <a:ext uri="{FF2B5EF4-FFF2-40B4-BE49-F238E27FC236}">
                <a16:creationId xmlns:a16="http://schemas.microsoft.com/office/drawing/2014/main" id="{0758AADB-42F9-44FF-A436-0031B6B2680A}"/>
              </a:ext>
            </a:extLst>
          </p:cNvPr>
          <p:cNvSpPr>
            <a:spLocks noGrp="1"/>
          </p:cNvSpPr>
          <p:nvPr>
            <p:ph type="body" sz="quarter" idx="11" hasCustomPrompt="1"/>
          </p:nvPr>
        </p:nvSpPr>
        <p:spPr bwMode="white">
          <a:xfrm>
            <a:off x="1087509" y="2852939"/>
            <a:ext cx="3418763" cy="202889"/>
          </a:xfrm>
          <a:prstGeom prst="rect">
            <a:avLst/>
          </a:prstGeom>
        </p:spPr>
        <p:txBody>
          <a:bodyPr>
            <a:normAutofit/>
          </a:bodyPr>
          <a:lstStyle>
            <a:lvl1pPr marL="0" indent="0">
              <a:lnSpc>
                <a:spcPts val="1500"/>
              </a:lnSpc>
              <a:spcAft>
                <a:spcPts val="0"/>
              </a:spcAft>
              <a:buNone/>
              <a:defRPr sz="950">
                <a:solidFill>
                  <a:schemeClr val="bg1"/>
                </a:solidFill>
              </a:defRPr>
            </a:lvl1pPr>
          </a:lstStyle>
          <a:p>
            <a:pPr lvl="0"/>
            <a:r>
              <a:rPr lang="en-US" dirty="0"/>
              <a:t>Click to edit Master text styles</a:t>
            </a:r>
          </a:p>
        </p:txBody>
      </p:sp>
      <p:sp>
        <p:nvSpPr>
          <p:cNvPr id="15" name="Text Placeholder 6">
            <a:extLst>
              <a:ext uri="{FF2B5EF4-FFF2-40B4-BE49-F238E27FC236}">
                <a16:creationId xmlns:a16="http://schemas.microsoft.com/office/drawing/2014/main" id="{9EB3BAB6-8B24-4F70-BDDC-75B91A4FB1D5}"/>
              </a:ext>
            </a:extLst>
          </p:cNvPr>
          <p:cNvSpPr>
            <a:spLocks noGrp="1"/>
          </p:cNvSpPr>
          <p:nvPr>
            <p:ph type="body" sz="quarter" idx="12" hasCustomPrompt="1"/>
          </p:nvPr>
        </p:nvSpPr>
        <p:spPr bwMode="white">
          <a:xfrm>
            <a:off x="1087509" y="3125021"/>
            <a:ext cx="3418763" cy="202889"/>
          </a:xfrm>
          <a:prstGeom prst="rect">
            <a:avLst/>
          </a:prstGeom>
        </p:spPr>
        <p:txBody>
          <a:bodyPr>
            <a:normAutofit/>
          </a:bodyPr>
          <a:lstStyle>
            <a:lvl1pPr marL="0" indent="0">
              <a:lnSpc>
                <a:spcPts val="1500"/>
              </a:lnSpc>
              <a:spcAft>
                <a:spcPts val="0"/>
              </a:spcAft>
              <a:buNone/>
              <a:defRPr sz="950">
                <a:solidFill>
                  <a:schemeClr val="bg1"/>
                </a:solidFill>
              </a:defRPr>
            </a:lvl1pPr>
          </a:lstStyle>
          <a:p>
            <a:pPr lvl="0"/>
            <a:r>
              <a:rPr lang="en-US" dirty="0"/>
              <a:t>Click to edit Master text styles</a:t>
            </a:r>
          </a:p>
        </p:txBody>
      </p:sp>
      <p:sp>
        <p:nvSpPr>
          <p:cNvPr id="20" name="Right Triangle 3">
            <a:extLst>
              <a:ext uri="{FF2B5EF4-FFF2-40B4-BE49-F238E27FC236}">
                <a16:creationId xmlns:a16="http://schemas.microsoft.com/office/drawing/2014/main" id="{98BF4DE5-D126-4077-BBC8-5F3A09BC0E5C}"/>
              </a:ext>
            </a:extLst>
          </p:cNvPr>
          <p:cNvSpPr/>
          <p:nvPr userDrawn="1"/>
        </p:nvSpPr>
        <p:spPr bwMode="white">
          <a:xfrm>
            <a:off x="1" y="4076700"/>
            <a:ext cx="2555875" cy="2781300"/>
          </a:xfrm>
          <a:custGeom>
            <a:avLst/>
            <a:gdLst>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Lst>
            <a:ahLst/>
            <a:cxnLst>
              <a:cxn ang="0">
                <a:pos x="connsiteX0" y="connsiteY0"/>
              </a:cxn>
              <a:cxn ang="0">
                <a:pos x="connsiteX1" y="connsiteY1"/>
              </a:cxn>
              <a:cxn ang="0">
                <a:pos x="connsiteX2" y="connsiteY2"/>
              </a:cxn>
              <a:cxn ang="0">
                <a:pos x="connsiteX3" y="connsiteY3"/>
              </a:cxn>
            </a:cxnLst>
            <a:rect l="l" t="t" r="r" b="b"/>
            <a:pathLst>
              <a:path w="2555875" h="2781300">
                <a:moveTo>
                  <a:pt x="0" y="2781300"/>
                </a:moveTo>
                <a:lnTo>
                  <a:pt x="0" y="0"/>
                </a:lnTo>
                <a:cubicBezTo>
                  <a:pt x="158687" y="1674158"/>
                  <a:pt x="1584388" y="2511611"/>
                  <a:pt x="2555875" y="2781300"/>
                </a:cubicBezTo>
                <a:lnTo>
                  <a:pt x="0" y="27813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sp>
        <p:nvSpPr>
          <p:cNvPr id="13" name="Text Placeholder 6">
            <a:extLst>
              <a:ext uri="{FF2B5EF4-FFF2-40B4-BE49-F238E27FC236}">
                <a16:creationId xmlns:a16="http://schemas.microsoft.com/office/drawing/2014/main" id="{B8A2EB93-6CF0-469A-B44D-3B50AF0CEE6D}"/>
              </a:ext>
            </a:extLst>
          </p:cNvPr>
          <p:cNvSpPr>
            <a:spLocks noGrp="1"/>
          </p:cNvSpPr>
          <p:nvPr>
            <p:ph type="body" sz="quarter" idx="13" hasCustomPrompt="1"/>
          </p:nvPr>
        </p:nvSpPr>
        <p:spPr bwMode="white">
          <a:xfrm>
            <a:off x="1087509" y="3415094"/>
            <a:ext cx="3418763" cy="202889"/>
          </a:xfrm>
          <a:prstGeom prst="rect">
            <a:avLst/>
          </a:prstGeom>
        </p:spPr>
        <p:txBody>
          <a:bodyPr>
            <a:normAutofit/>
          </a:bodyPr>
          <a:lstStyle>
            <a:lvl1pPr marL="0" indent="0">
              <a:lnSpc>
                <a:spcPts val="1500"/>
              </a:lnSpc>
              <a:spcAft>
                <a:spcPts val="0"/>
              </a:spcAft>
              <a:buNone/>
              <a:defRPr sz="950">
                <a:solidFill>
                  <a:schemeClr val="bg1"/>
                </a:solidFill>
              </a:defRPr>
            </a:lvl1pPr>
          </a:lstStyle>
          <a:p>
            <a:pPr lvl="0"/>
            <a:r>
              <a:rPr lang="en-US" dirty="0"/>
              <a:t>Click to edit Master text styles</a:t>
            </a:r>
          </a:p>
        </p:txBody>
      </p:sp>
      <p:sp>
        <p:nvSpPr>
          <p:cNvPr id="16" name="Text Placeholder 6">
            <a:extLst>
              <a:ext uri="{FF2B5EF4-FFF2-40B4-BE49-F238E27FC236}">
                <a16:creationId xmlns:a16="http://schemas.microsoft.com/office/drawing/2014/main" id="{81CEC2A5-BF8B-405F-BFB8-A7AC93A346C2}"/>
              </a:ext>
            </a:extLst>
          </p:cNvPr>
          <p:cNvSpPr>
            <a:spLocks noGrp="1"/>
          </p:cNvSpPr>
          <p:nvPr>
            <p:ph type="body" sz="quarter" idx="14" hasCustomPrompt="1"/>
          </p:nvPr>
        </p:nvSpPr>
        <p:spPr bwMode="white">
          <a:xfrm>
            <a:off x="1087509" y="3687176"/>
            <a:ext cx="3418763" cy="202889"/>
          </a:xfrm>
          <a:prstGeom prst="rect">
            <a:avLst/>
          </a:prstGeom>
        </p:spPr>
        <p:txBody>
          <a:bodyPr>
            <a:normAutofit/>
          </a:bodyPr>
          <a:lstStyle>
            <a:lvl1pPr marL="0" indent="0">
              <a:lnSpc>
                <a:spcPts val="1500"/>
              </a:lnSpc>
              <a:spcAft>
                <a:spcPts val="0"/>
              </a:spcAft>
              <a:buNone/>
              <a:defRPr sz="950">
                <a:solidFill>
                  <a:schemeClr val="bg1"/>
                </a:solidFill>
              </a:defRPr>
            </a:lvl1pPr>
          </a:lstStyle>
          <a:p>
            <a:pPr lvl="0"/>
            <a:r>
              <a:rPr lang="en-US" dirty="0"/>
              <a:t>Click to edit Master text styles</a:t>
            </a:r>
          </a:p>
        </p:txBody>
      </p:sp>
      <p:sp>
        <p:nvSpPr>
          <p:cNvPr id="18" name="Text Placeholder 6">
            <a:extLst>
              <a:ext uri="{FF2B5EF4-FFF2-40B4-BE49-F238E27FC236}">
                <a16:creationId xmlns:a16="http://schemas.microsoft.com/office/drawing/2014/main" id="{191147DD-03AA-4BA3-AFAA-F070EDBA94F2}"/>
              </a:ext>
            </a:extLst>
          </p:cNvPr>
          <p:cNvSpPr>
            <a:spLocks noGrp="1"/>
          </p:cNvSpPr>
          <p:nvPr>
            <p:ph type="body" sz="quarter" idx="15" hasCustomPrompt="1"/>
          </p:nvPr>
        </p:nvSpPr>
        <p:spPr bwMode="white">
          <a:xfrm>
            <a:off x="1087509" y="3957493"/>
            <a:ext cx="3418763" cy="202889"/>
          </a:xfrm>
          <a:prstGeom prst="rect">
            <a:avLst/>
          </a:prstGeom>
        </p:spPr>
        <p:txBody>
          <a:bodyPr>
            <a:normAutofit/>
          </a:bodyPr>
          <a:lstStyle>
            <a:lvl1pPr marL="0" indent="0">
              <a:lnSpc>
                <a:spcPts val="1500"/>
              </a:lnSpc>
              <a:spcAft>
                <a:spcPts val="0"/>
              </a:spcAft>
              <a:buNone/>
              <a:defRPr sz="950">
                <a:solidFill>
                  <a:schemeClr val="bg1"/>
                </a:solidFill>
              </a:defRPr>
            </a:lvl1pPr>
          </a:lstStyle>
          <a:p>
            <a:pPr lvl="0"/>
            <a:r>
              <a:rPr lang="en-US" dirty="0"/>
              <a:t>Click to edit Master text styles</a:t>
            </a:r>
          </a:p>
        </p:txBody>
      </p:sp>
      <p:sp>
        <p:nvSpPr>
          <p:cNvPr id="19" name="Graphic 1">
            <a:extLst>
              <a:ext uri="{FF2B5EF4-FFF2-40B4-BE49-F238E27FC236}">
                <a16:creationId xmlns:a16="http://schemas.microsoft.com/office/drawing/2014/main" id="{6B4A31B5-8366-4D72-B33B-C4528CEC8D4B}"/>
              </a:ext>
            </a:extLst>
          </p:cNvPr>
          <p:cNvSpPr/>
          <p:nvPr userDrawn="1"/>
        </p:nvSpPr>
        <p:spPr bwMode="white">
          <a:xfrm>
            <a:off x="9912424" y="5571759"/>
            <a:ext cx="2279576" cy="1286241"/>
          </a:xfrm>
          <a:custGeom>
            <a:avLst/>
            <a:gdLst>
              <a:gd name="connsiteX0" fmla="*/ 1704499 w 1704975"/>
              <a:gd name="connsiteY0" fmla="*/ 961382 h 962025"/>
              <a:gd name="connsiteX1" fmla="*/ 1172051 w 1704975"/>
              <a:gd name="connsiteY1" fmla="*/ 803267 h 962025"/>
              <a:gd name="connsiteX2" fmla="*/ 589121 w 1704975"/>
              <a:gd name="connsiteY2" fmla="*/ 611815 h 962025"/>
              <a:gd name="connsiteX3" fmla="*/ 7144 w 1704975"/>
              <a:gd name="connsiteY3" fmla="*/ 768977 h 962025"/>
              <a:gd name="connsiteX4" fmla="*/ 764381 w 1704975"/>
              <a:gd name="connsiteY4" fmla="*/ 128897 h 962025"/>
              <a:gd name="connsiteX5" fmla="*/ 1614011 w 1704975"/>
              <a:gd name="connsiteY5" fmla="*/ 72700 h 962025"/>
              <a:gd name="connsiteX6" fmla="*/ 1705451 w 1704975"/>
              <a:gd name="connsiteY6" fmla="*/ 104132 h 962025"/>
              <a:gd name="connsiteX7" fmla="*/ 1704499 w 1704975"/>
              <a:gd name="connsiteY7" fmla="*/ 961382 h 962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04975" h="962025">
                <a:moveTo>
                  <a:pt x="1704499" y="961382"/>
                </a:moveTo>
                <a:cubicBezTo>
                  <a:pt x="1523524" y="935665"/>
                  <a:pt x="1348264" y="859465"/>
                  <a:pt x="1172051" y="803267"/>
                </a:cubicBezTo>
                <a:cubicBezTo>
                  <a:pt x="976789" y="741355"/>
                  <a:pt x="788194" y="654677"/>
                  <a:pt x="589121" y="611815"/>
                </a:cubicBezTo>
                <a:cubicBezTo>
                  <a:pt x="301466" y="550855"/>
                  <a:pt x="224314" y="585145"/>
                  <a:pt x="7144" y="768977"/>
                </a:cubicBezTo>
                <a:cubicBezTo>
                  <a:pt x="50006" y="717542"/>
                  <a:pt x="525304" y="253675"/>
                  <a:pt x="764381" y="128897"/>
                </a:cubicBezTo>
                <a:cubicBezTo>
                  <a:pt x="1040606" y="-14930"/>
                  <a:pt x="1321594" y="-28265"/>
                  <a:pt x="1614011" y="72700"/>
                </a:cubicBezTo>
                <a:cubicBezTo>
                  <a:pt x="1644491" y="83177"/>
                  <a:pt x="1674971" y="93655"/>
                  <a:pt x="1705451" y="104132"/>
                </a:cubicBezTo>
                <a:lnTo>
                  <a:pt x="1704499" y="961382"/>
                </a:lnTo>
                <a:close/>
              </a:path>
            </a:pathLst>
          </a:custGeom>
          <a:solidFill>
            <a:schemeClr val="bg1"/>
          </a:solidFill>
          <a:ln w="9525" cap="flat">
            <a:noFill/>
            <a:prstDash val="solid"/>
            <a:miter/>
          </a:ln>
        </p:spPr>
        <p:txBody>
          <a:bodyPr rtlCol="0" anchor="ctr"/>
          <a:lstStyle/>
          <a:p>
            <a:endParaRPr lang="en-AU"/>
          </a:p>
        </p:txBody>
      </p:sp>
      <p:pic>
        <p:nvPicPr>
          <p:cNvPr id="22" name="Picture 21">
            <a:extLst>
              <a:ext uri="{FF2B5EF4-FFF2-40B4-BE49-F238E27FC236}">
                <a16:creationId xmlns:a16="http://schemas.microsoft.com/office/drawing/2014/main" id="{B864D713-B046-4FE6-BDD7-EE4264F7C42D}"/>
              </a:ext>
            </a:extLst>
          </p:cNvPr>
          <p:cNvPicPr>
            <a:picLocks noChangeAspect="1"/>
          </p:cNvPicPr>
          <p:nvPr userDrawn="1"/>
        </p:nvPicPr>
        <p:blipFill>
          <a:blip r:embed="rId2"/>
          <a:stretch>
            <a:fillRect/>
          </a:stretch>
        </p:blipFill>
        <p:spPr>
          <a:xfrm>
            <a:off x="695325" y="207631"/>
            <a:ext cx="3204000" cy="472463"/>
          </a:xfrm>
          <a:prstGeom prst="rect">
            <a:avLst/>
          </a:prstGeom>
        </p:spPr>
      </p:pic>
      <p:sp>
        <p:nvSpPr>
          <p:cNvPr id="14" name="TextBox 13">
            <a:extLst>
              <a:ext uri="{FF2B5EF4-FFF2-40B4-BE49-F238E27FC236}">
                <a16:creationId xmlns:a16="http://schemas.microsoft.com/office/drawing/2014/main" id="{ECEDAD56-26A5-445E-899E-91F378A60EDF}"/>
              </a:ext>
            </a:extLst>
          </p:cNvPr>
          <p:cNvSpPr txBox="1"/>
          <p:nvPr userDrawn="1"/>
        </p:nvSpPr>
        <p:spPr>
          <a:xfrm>
            <a:off x="694800" y="4545136"/>
            <a:ext cx="2391677" cy="108000"/>
          </a:xfrm>
          <a:prstGeom prst="rect">
            <a:avLst/>
          </a:prstGeom>
          <a:noFill/>
        </p:spPr>
        <p:txBody>
          <a:bodyPr wrap="square" lIns="0" tIns="0" rIns="0" bIns="0" rtlCol="0" anchor="ctr">
            <a:noAutofit/>
          </a:bodyPr>
          <a:lstStyle/>
          <a:p>
            <a:r>
              <a:rPr lang="en-AU" sz="650" dirty="0">
                <a:solidFill>
                  <a:schemeClr val="bg1"/>
                </a:solidFill>
              </a:rPr>
              <a:t>CRICOS code 00025B</a:t>
            </a:r>
          </a:p>
        </p:txBody>
      </p:sp>
    </p:spTree>
    <p:extLst>
      <p:ext uri="{BB962C8B-B14F-4D97-AF65-F5344CB8AC3E}">
        <p14:creationId xmlns:p14="http://schemas.microsoft.com/office/powerpoint/2010/main" val="3059547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Thank You 2">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7ED9BE05-DABC-48CC-9999-1581840BE656}"/>
              </a:ext>
            </a:extLst>
          </p:cNvPr>
          <p:cNvSpPr/>
          <p:nvPr userDrawn="1"/>
        </p:nvSpPr>
        <p:spPr bwMode="invGray">
          <a:xfrm>
            <a:off x="0" y="0"/>
            <a:ext cx="12192000" cy="9288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sp>
        <p:nvSpPr>
          <p:cNvPr id="11" name="Text Placeholder 6">
            <a:extLst>
              <a:ext uri="{FF2B5EF4-FFF2-40B4-BE49-F238E27FC236}">
                <a16:creationId xmlns:a16="http://schemas.microsoft.com/office/drawing/2014/main" id="{F3CE2D37-876C-4C8F-A6C5-0AB063A0B4CD}"/>
              </a:ext>
            </a:extLst>
          </p:cNvPr>
          <p:cNvSpPr>
            <a:spLocks noGrp="1"/>
          </p:cNvSpPr>
          <p:nvPr>
            <p:ph type="body" sz="quarter" idx="13" hasCustomPrompt="1"/>
          </p:nvPr>
        </p:nvSpPr>
        <p:spPr>
          <a:xfrm>
            <a:off x="694800" y="1876346"/>
            <a:ext cx="3254263" cy="832577"/>
          </a:xfrm>
          <a:prstGeom prst="rect">
            <a:avLst/>
          </a:prstGeom>
        </p:spPr>
        <p:txBody>
          <a:bodyPr>
            <a:normAutofit/>
          </a:bodyPr>
          <a:lstStyle>
            <a:lvl1pPr marL="0" indent="0">
              <a:lnSpc>
                <a:spcPct val="100000"/>
              </a:lnSpc>
              <a:spcBef>
                <a:spcPts val="0"/>
              </a:spcBef>
              <a:spcAft>
                <a:spcPts val="0"/>
              </a:spcAft>
              <a:buNone/>
              <a:defRPr sz="1200">
                <a:solidFill>
                  <a:schemeClr val="tx1"/>
                </a:solidFill>
              </a:defRPr>
            </a:lvl1pPr>
          </a:lstStyle>
          <a:p>
            <a:pPr lvl="0"/>
            <a:r>
              <a:rPr lang="en-US" dirty="0"/>
              <a:t>Click to edit Master text styles</a:t>
            </a:r>
          </a:p>
        </p:txBody>
      </p:sp>
      <p:sp>
        <p:nvSpPr>
          <p:cNvPr id="18" name="Text Placeholder 6">
            <a:extLst>
              <a:ext uri="{FF2B5EF4-FFF2-40B4-BE49-F238E27FC236}">
                <a16:creationId xmlns:a16="http://schemas.microsoft.com/office/drawing/2014/main" id="{36F77BFB-AD63-495E-A4EA-EE2AFB4F9E57}"/>
              </a:ext>
            </a:extLst>
          </p:cNvPr>
          <p:cNvSpPr>
            <a:spLocks noGrp="1"/>
          </p:cNvSpPr>
          <p:nvPr>
            <p:ph type="body" sz="quarter" idx="11" hasCustomPrompt="1"/>
          </p:nvPr>
        </p:nvSpPr>
        <p:spPr>
          <a:xfrm>
            <a:off x="1087509" y="2852939"/>
            <a:ext cx="3418763" cy="202889"/>
          </a:xfrm>
          <a:prstGeom prst="rect">
            <a:avLst/>
          </a:prstGeom>
        </p:spPr>
        <p:txBody>
          <a:bodyPr>
            <a:normAutofit/>
          </a:bodyPr>
          <a:lstStyle>
            <a:lvl1pPr marL="0" indent="0">
              <a:lnSpc>
                <a:spcPts val="1500"/>
              </a:lnSpc>
              <a:spcAft>
                <a:spcPts val="0"/>
              </a:spcAft>
              <a:buNone/>
              <a:defRPr sz="950">
                <a:solidFill>
                  <a:schemeClr val="tx1"/>
                </a:solidFill>
              </a:defRPr>
            </a:lvl1pPr>
          </a:lstStyle>
          <a:p>
            <a:pPr lvl="0"/>
            <a:r>
              <a:rPr lang="en-US" dirty="0"/>
              <a:t>Click to edit Master text styles</a:t>
            </a:r>
          </a:p>
        </p:txBody>
      </p:sp>
      <p:sp>
        <p:nvSpPr>
          <p:cNvPr id="19" name="Text Placeholder 6">
            <a:extLst>
              <a:ext uri="{FF2B5EF4-FFF2-40B4-BE49-F238E27FC236}">
                <a16:creationId xmlns:a16="http://schemas.microsoft.com/office/drawing/2014/main" id="{9A941B40-7380-40DF-ADBB-0A6ED4F172FB}"/>
              </a:ext>
            </a:extLst>
          </p:cNvPr>
          <p:cNvSpPr>
            <a:spLocks noGrp="1"/>
          </p:cNvSpPr>
          <p:nvPr>
            <p:ph type="body" sz="quarter" idx="12" hasCustomPrompt="1"/>
          </p:nvPr>
        </p:nvSpPr>
        <p:spPr>
          <a:xfrm>
            <a:off x="1087509" y="3125021"/>
            <a:ext cx="3418763" cy="202889"/>
          </a:xfrm>
          <a:prstGeom prst="rect">
            <a:avLst/>
          </a:prstGeom>
        </p:spPr>
        <p:txBody>
          <a:bodyPr>
            <a:normAutofit/>
          </a:bodyPr>
          <a:lstStyle>
            <a:lvl1pPr marL="0" indent="0">
              <a:lnSpc>
                <a:spcPts val="1500"/>
              </a:lnSpc>
              <a:spcAft>
                <a:spcPts val="0"/>
              </a:spcAft>
              <a:buNone/>
              <a:defRPr sz="950">
                <a:solidFill>
                  <a:schemeClr val="tx1"/>
                </a:solidFill>
              </a:defRPr>
            </a:lvl1pPr>
          </a:lstStyle>
          <a:p>
            <a:pPr lvl="0"/>
            <a:r>
              <a:rPr lang="en-US" dirty="0"/>
              <a:t>Click to edit Master text styles</a:t>
            </a:r>
          </a:p>
        </p:txBody>
      </p:sp>
      <p:sp>
        <p:nvSpPr>
          <p:cNvPr id="20" name="Text Placeholder 6">
            <a:extLst>
              <a:ext uri="{FF2B5EF4-FFF2-40B4-BE49-F238E27FC236}">
                <a16:creationId xmlns:a16="http://schemas.microsoft.com/office/drawing/2014/main" id="{402E3968-432E-4834-8F0D-CD2BC42D2E0B}"/>
              </a:ext>
            </a:extLst>
          </p:cNvPr>
          <p:cNvSpPr>
            <a:spLocks noGrp="1"/>
          </p:cNvSpPr>
          <p:nvPr>
            <p:ph type="body" sz="quarter" idx="17" hasCustomPrompt="1"/>
          </p:nvPr>
        </p:nvSpPr>
        <p:spPr>
          <a:xfrm>
            <a:off x="1087509" y="3415094"/>
            <a:ext cx="3418763" cy="202889"/>
          </a:xfrm>
          <a:prstGeom prst="rect">
            <a:avLst/>
          </a:prstGeom>
        </p:spPr>
        <p:txBody>
          <a:bodyPr>
            <a:normAutofit/>
          </a:bodyPr>
          <a:lstStyle>
            <a:lvl1pPr marL="0" indent="0">
              <a:lnSpc>
                <a:spcPts val="1500"/>
              </a:lnSpc>
              <a:spcAft>
                <a:spcPts val="0"/>
              </a:spcAft>
              <a:buNone/>
              <a:defRPr sz="950">
                <a:solidFill>
                  <a:schemeClr val="tx1"/>
                </a:solidFill>
              </a:defRPr>
            </a:lvl1pPr>
          </a:lstStyle>
          <a:p>
            <a:pPr lvl="0"/>
            <a:r>
              <a:rPr lang="en-US" dirty="0"/>
              <a:t>Click to edit Master text styles</a:t>
            </a:r>
          </a:p>
        </p:txBody>
      </p:sp>
      <p:sp>
        <p:nvSpPr>
          <p:cNvPr id="21" name="Text Placeholder 6">
            <a:extLst>
              <a:ext uri="{FF2B5EF4-FFF2-40B4-BE49-F238E27FC236}">
                <a16:creationId xmlns:a16="http://schemas.microsoft.com/office/drawing/2014/main" id="{F9F5A590-B6A3-42B3-8477-542088A3B03A}"/>
              </a:ext>
            </a:extLst>
          </p:cNvPr>
          <p:cNvSpPr>
            <a:spLocks noGrp="1"/>
          </p:cNvSpPr>
          <p:nvPr>
            <p:ph type="body" sz="quarter" idx="14" hasCustomPrompt="1"/>
          </p:nvPr>
        </p:nvSpPr>
        <p:spPr>
          <a:xfrm>
            <a:off x="1087509" y="3687176"/>
            <a:ext cx="3418763" cy="202889"/>
          </a:xfrm>
          <a:prstGeom prst="rect">
            <a:avLst/>
          </a:prstGeom>
        </p:spPr>
        <p:txBody>
          <a:bodyPr>
            <a:normAutofit/>
          </a:bodyPr>
          <a:lstStyle>
            <a:lvl1pPr marL="0" indent="0">
              <a:lnSpc>
                <a:spcPts val="1500"/>
              </a:lnSpc>
              <a:spcAft>
                <a:spcPts val="0"/>
              </a:spcAft>
              <a:buNone/>
              <a:defRPr sz="950">
                <a:solidFill>
                  <a:schemeClr val="tx1"/>
                </a:solidFill>
              </a:defRPr>
            </a:lvl1pPr>
          </a:lstStyle>
          <a:p>
            <a:pPr lvl="0"/>
            <a:r>
              <a:rPr lang="en-US" dirty="0"/>
              <a:t>Click to edit Master text styles</a:t>
            </a:r>
          </a:p>
        </p:txBody>
      </p:sp>
      <p:sp>
        <p:nvSpPr>
          <p:cNvPr id="23" name="Text Placeholder 6">
            <a:extLst>
              <a:ext uri="{FF2B5EF4-FFF2-40B4-BE49-F238E27FC236}">
                <a16:creationId xmlns:a16="http://schemas.microsoft.com/office/drawing/2014/main" id="{C84FAE95-A058-4EFD-92C1-90CCC284BFCE}"/>
              </a:ext>
            </a:extLst>
          </p:cNvPr>
          <p:cNvSpPr>
            <a:spLocks noGrp="1"/>
          </p:cNvSpPr>
          <p:nvPr>
            <p:ph type="body" sz="quarter" idx="15" hasCustomPrompt="1"/>
          </p:nvPr>
        </p:nvSpPr>
        <p:spPr>
          <a:xfrm>
            <a:off x="1087509" y="3957493"/>
            <a:ext cx="3418763" cy="202889"/>
          </a:xfrm>
          <a:prstGeom prst="rect">
            <a:avLst/>
          </a:prstGeom>
        </p:spPr>
        <p:txBody>
          <a:bodyPr>
            <a:normAutofit/>
          </a:bodyPr>
          <a:lstStyle>
            <a:lvl1pPr marL="0" indent="0">
              <a:lnSpc>
                <a:spcPts val="1500"/>
              </a:lnSpc>
              <a:spcAft>
                <a:spcPts val="0"/>
              </a:spcAft>
              <a:buNone/>
              <a:defRPr sz="950">
                <a:solidFill>
                  <a:schemeClr val="tx1"/>
                </a:solidFill>
              </a:defRPr>
            </a:lvl1pPr>
          </a:lstStyle>
          <a:p>
            <a:pPr lvl="0"/>
            <a:r>
              <a:rPr lang="en-US" dirty="0"/>
              <a:t>Click to edit Master text styles</a:t>
            </a:r>
          </a:p>
        </p:txBody>
      </p:sp>
      <p:sp>
        <p:nvSpPr>
          <p:cNvPr id="15" name="Title 1">
            <a:extLst>
              <a:ext uri="{FF2B5EF4-FFF2-40B4-BE49-F238E27FC236}">
                <a16:creationId xmlns:a16="http://schemas.microsoft.com/office/drawing/2014/main" id="{6E88B10E-2ED8-4B6E-92E8-70B077E3A39C}"/>
              </a:ext>
            </a:extLst>
          </p:cNvPr>
          <p:cNvSpPr>
            <a:spLocks noGrp="1"/>
          </p:cNvSpPr>
          <p:nvPr>
            <p:ph type="title"/>
          </p:nvPr>
        </p:nvSpPr>
        <p:spPr>
          <a:xfrm>
            <a:off x="694800" y="1082188"/>
            <a:ext cx="5209113" cy="720081"/>
          </a:xfrm>
        </p:spPr>
        <p:txBody>
          <a:bodyPr anchor="b">
            <a:noAutofit/>
          </a:bodyPr>
          <a:lstStyle>
            <a:lvl1pPr>
              <a:lnSpc>
                <a:spcPts val="5040"/>
              </a:lnSpc>
              <a:defRPr sz="4200">
                <a:solidFill>
                  <a:schemeClr val="accent1"/>
                </a:solidFill>
              </a:defRPr>
            </a:lvl1pPr>
          </a:lstStyle>
          <a:p>
            <a:r>
              <a:rPr lang="en-US"/>
              <a:t>Click to edit Master title style</a:t>
            </a:r>
            <a:endParaRPr lang="en-AU" dirty="0"/>
          </a:p>
        </p:txBody>
      </p:sp>
      <p:sp>
        <p:nvSpPr>
          <p:cNvPr id="16" name="Picture Placeholder 9">
            <a:extLst>
              <a:ext uri="{FF2B5EF4-FFF2-40B4-BE49-F238E27FC236}">
                <a16:creationId xmlns:a16="http://schemas.microsoft.com/office/drawing/2014/main" id="{3ECBBC4F-ECF3-4E50-963A-BDB169C5146A}"/>
              </a:ext>
            </a:extLst>
          </p:cNvPr>
          <p:cNvSpPr>
            <a:spLocks noGrp="1"/>
          </p:cNvSpPr>
          <p:nvPr>
            <p:ph type="pic" sz="quarter" idx="18" hasCustomPrompt="1"/>
          </p:nvPr>
        </p:nvSpPr>
        <p:spPr>
          <a:xfrm>
            <a:off x="6092454" y="923051"/>
            <a:ext cx="6101952" cy="5934795"/>
          </a:xfrm>
          <a:custGeom>
            <a:avLst/>
            <a:gdLst>
              <a:gd name="connsiteX0" fmla="*/ 0 w 5187576"/>
              <a:gd name="connsiteY0" fmla="*/ 0 h 5919694"/>
              <a:gd name="connsiteX1" fmla="*/ 5187576 w 5187576"/>
              <a:gd name="connsiteY1" fmla="*/ 0 h 5919694"/>
              <a:gd name="connsiteX2" fmla="*/ 5187576 w 5187576"/>
              <a:gd name="connsiteY2" fmla="*/ 5919694 h 5919694"/>
              <a:gd name="connsiteX3" fmla="*/ 0 w 5187576"/>
              <a:gd name="connsiteY3" fmla="*/ 5919694 h 5919694"/>
              <a:gd name="connsiteX4" fmla="*/ 0 w 5187576"/>
              <a:gd name="connsiteY4" fmla="*/ 0 h 5919694"/>
              <a:gd name="connsiteX0" fmla="*/ 5977 w 5193553"/>
              <a:gd name="connsiteY0" fmla="*/ 0 h 5919694"/>
              <a:gd name="connsiteX1" fmla="*/ 5193553 w 5193553"/>
              <a:gd name="connsiteY1" fmla="*/ 0 h 5919694"/>
              <a:gd name="connsiteX2" fmla="*/ 5193553 w 5193553"/>
              <a:gd name="connsiteY2" fmla="*/ 5919694 h 5919694"/>
              <a:gd name="connsiteX3" fmla="*/ 5977 w 5193553"/>
              <a:gd name="connsiteY3" fmla="*/ 5919694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687921 w 5193555"/>
              <a:gd name="connsiteY3" fmla="*/ 5101592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537903 w 5193555"/>
              <a:gd name="connsiteY3" fmla="*/ 5916707 h 5919694"/>
              <a:gd name="connsiteX4" fmla="*/ 2 w 5193555"/>
              <a:gd name="connsiteY4" fmla="*/ 3609788 h 5919694"/>
              <a:gd name="connsiteX5" fmla="*/ 5979 w 5193555"/>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12 w 5187688"/>
              <a:gd name="connsiteY0" fmla="*/ 0 h 5919694"/>
              <a:gd name="connsiteX1" fmla="*/ 5187688 w 5187688"/>
              <a:gd name="connsiteY1" fmla="*/ 0 h 5919694"/>
              <a:gd name="connsiteX2" fmla="*/ 5187688 w 5187688"/>
              <a:gd name="connsiteY2" fmla="*/ 5919694 h 5919694"/>
              <a:gd name="connsiteX3" fmla="*/ 2532036 w 5187688"/>
              <a:gd name="connsiteY3" fmla="*/ 5916707 h 5919694"/>
              <a:gd name="connsiteX4" fmla="*/ 21520 w 5187688"/>
              <a:gd name="connsiteY4" fmla="*/ 3298360 h 5919694"/>
              <a:gd name="connsiteX5" fmla="*/ 112 w 5187688"/>
              <a:gd name="connsiteY5" fmla="*/ 0 h 5919694"/>
              <a:gd name="connsiteX0" fmla="*/ 2405 w 5189981"/>
              <a:gd name="connsiteY0" fmla="*/ 0 h 5919694"/>
              <a:gd name="connsiteX1" fmla="*/ 5189981 w 5189981"/>
              <a:gd name="connsiteY1" fmla="*/ 0 h 5919694"/>
              <a:gd name="connsiteX2" fmla="*/ 5189981 w 5189981"/>
              <a:gd name="connsiteY2" fmla="*/ 5919694 h 5919694"/>
              <a:gd name="connsiteX3" fmla="*/ 2534329 w 5189981"/>
              <a:gd name="connsiteY3" fmla="*/ 5916707 h 5919694"/>
              <a:gd name="connsiteX4" fmla="*/ 0 w 5189981"/>
              <a:gd name="connsiteY4" fmla="*/ 3164891 h 5919694"/>
              <a:gd name="connsiteX5" fmla="*/ 2405 w 5189981"/>
              <a:gd name="connsiteY5" fmla="*/ 0 h 5919694"/>
              <a:gd name="connsiteX0" fmla="*/ 2532 w 5190108"/>
              <a:gd name="connsiteY0" fmla="*/ 0 h 5919694"/>
              <a:gd name="connsiteX1" fmla="*/ 5190108 w 5190108"/>
              <a:gd name="connsiteY1" fmla="*/ 0 h 5919694"/>
              <a:gd name="connsiteX2" fmla="*/ 5190108 w 5190108"/>
              <a:gd name="connsiteY2" fmla="*/ 5919694 h 5919694"/>
              <a:gd name="connsiteX3" fmla="*/ 2534456 w 5190108"/>
              <a:gd name="connsiteY3" fmla="*/ 5916707 h 5919694"/>
              <a:gd name="connsiteX4" fmla="*/ 127 w 5190108"/>
              <a:gd name="connsiteY4" fmla="*/ 3164891 h 5919694"/>
              <a:gd name="connsiteX5" fmla="*/ 2532 w 5190108"/>
              <a:gd name="connsiteY5" fmla="*/ 0 h 5919694"/>
              <a:gd name="connsiteX0" fmla="*/ 2464 w 5190040"/>
              <a:gd name="connsiteY0" fmla="*/ 0 h 5919694"/>
              <a:gd name="connsiteX1" fmla="*/ 5190040 w 5190040"/>
              <a:gd name="connsiteY1" fmla="*/ 0 h 5919694"/>
              <a:gd name="connsiteX2" fmla="*/ 5190040 w 5190040"/>
              <a:gd name="connsiteY2" fmla="*/ 5919694 h 5919694"/>
              <a:gd name="connsiteX3" fmla="*/ 2534388 w 5190040"/>
              <a:gd name="connsiteY3" fmla="*/ 5916707 h 5919694"/>
              <a:gd name="connsiteX4" fmla="*/ 59 w 5190040"/>
              <a:gd name="connsiteY4" fmla="*/ 3164891 h 5919694"/>
              <a:gd name="connsiteX5" fmla="*/ 2464 w 5190040"/>
              <a:gd name="connsiteY5" fmla="*/ 0 h 5919694"/>
              <a:gd name="connsiteX0" fmla="*/ 2512 w 5190088"/>
              <a:gd name="connsiteY0" fmla="*/ 0 h 5919694"/>
              <a:gd name="connsiteX1" fmla="*/ 5190088 w 5190088"/>
              <a:gd name="connsiteY1" fmla="*/ 0 h 5919694"/>
              <a:gd name="connsiteX2" fmla="*/ 5190088 w 5190088"/>
              <a:gd name="connsiteY2" fmla="*/ 5919694 h 5919694"/>
              <a:gd name="connsiteX3" fmla="*/ 2534436 w 5190088"/>
              <a:gd name="connsiteY3" fmla="*/ 5916707 h 5919694"/>
              <a:gd name="connsiteX4" fmla="*/ 107 w 5190088"/>
              <a:gd name="connsiteY4" fmla="*/ 3164891 h 5919694"/>
              <a:gd name="connsiteX5" fmla="*/ 2512 w 5190088"/>
              <a:gd name="connsiteY5" fmla="*/ 0 h 5919694"/>
              <a:gd name="connsiteX0" fmla="*/ 2406 w 5189982"/>
              <a:gd name="connsiteY0" fmla="*/ 0 h 5919694"/>
              <a:gd name="connsiteX1" fmla="*/ 5189982 w 5189982"/>
              <a:gd name="connsiteY1" fmla="*/ 0 h 5919694"/>
              <a:gd name="connsiteX2" fmla="*/ 5189982 w 5189982"/>
              <a:gd name="connsiteY2" fmla="*/ 5919694 h 5919694"/>
              <a:gd name="connsiteX3" fmla="*/ 2534330 w 5189982"/>
              <a:gd name="connsiteY3" fmla="*/ 5916707 h 5919694"/>
              <a:gd name="connsiteX4" fmla="*/ 1 w 5189982"/>
              <a:gd name="connsiteY4" fmla="*/ 3164891 h 5919694"/>
              <a:gd name="connsiteX5" fmla="*/ 2406 w 5189982"/>
              <a:gd name="connsiteY5" fmla="*/ 0 h 5919694"/>
              <a:gd name="connsiteX0" fmla="*/ 216 w 5198678"/>
              <a:gd name="connsiteY0" fmla="*/ 333321 h 5919694"/>
              <a:gd name="connsiteX1" fmla="*/ 5198678 w 5198678"/>
              <a:gd name="connsiteY1" fmla="*/ 0 h 5919694"/>
              <a:gd name="connsiteX2" fmla="*/ 5198678 w 5198678"/>
              <a:gd name="connsiteY2" fmla="*/ 5919694 h 5919694"/>
              <a:gd name="connsiteX3" fmla="*/ 2543026 w 5198678"/>
              <a:gd name="connsiteY3" fmla="*/ 5916707 h 5919694"/>
              <a:gd name="connsiteX4" fmla="*/ 8697 w 5198678"/>
              <a:gd name="connsiteY4" fmla="*/ 3164891 h 5919694"/>
              <a:gd name="connsiteX5" fmla="*/ 216 w 5198678"/>
              <a:gd name="connsiteY5" fmla="*/ 333321 h 5919694"/>
              <a:gd name="connsiteX0" fmla="*/ 216 w 5198678"/>
              <a:gd name="connsiteY0" fmla="*/ 0 h 5586373"/>
              <a:gd name="connsiteX1" fmla="*/ 5198678 w 5198678"/>
              <a:gd name="connsiteY1" fmla="*/ 28985 h 5586373"/>
              <a:gd name="connsiteX2" fmla="*/ 5198678 w 5198678"/>
              <a:gd name="connsiteY2" fmla="*/ 5586373 h 5586373"/>
              <a:gd name="connsiteX3" fmla="*/ 2543026 w 5198678"/>
              <a:gd name="connsiteY3" fmla="*/ 5583386 h 5586373"/>
              <a:gd name="connsiteX4" fmla="*/ 8697 w 5198678"/>
              <a:gd name="connsiteY4" fmla="*/ 2831570 h 5586373"/>
              <a:gd name="connsiteX5" fmla="*/ 216 w 5198678"/>
              <a:gd name="connsiteY5" fmla="*/ 0 h 5586373"/>
              <a:gd name="connsiteX0" fmla="*/ 216 w 5198678"/>
              <a:gd name="connsiteY0" fmla="*/ 0 h 5571881"/>
              <a:gd name="connsiteX1" fmla="*/ 5198678 w 5198678"/>
              <a:gd name="connsiteY1" fmla="*/ 14493 h 5571881"/>
              <a:gd name="connsiteX2" fmla="*/ 5198678 w 5198678"/>
              <a:gd name="connsiteY2" fmla="*/ 5571881 h 5571881"/>
              <a:gd name="connsiteX3" fmla="*/ 2543026 w 5198678"/>
              <a:gd name="connsiteY3" fmla="*/ 5568894 h 5571881"/>
              <a:gd name="connsiteX4" fmla="*/ 8697 w 5198678"/>
              <a:gd name="connsiteY4" fmla="*/ 2817078 h 5571881"/>
              <a:gd name="connsiteX5" fmla="*/ 216 w 5198678"/>
              <a:gd name="connsiteY5" fmla="*/ 0 h 5571881"/>
              <a:gd name="connsiteX0" fmla="*/ 216 w 5198678"/>
              <a:gd name="connsiteY0" fmla="*/ 15941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15941 h 5587822"/>
              <a:gd name="connsiteX0" fmla="*/ 216 w 5198678"/>
              <a:gd name="connsiteY0" fmla="*/ 629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629 h 5587822"/>
              <a:gd name="connsiteX0" fmla="*/ 454 w 5198916"/>
              <a:gd name="connsiteY0" fmla="*/ 629 h 5587822"/>
              <a:gd name="connsiteX1" fmla="*/ 5198916 w 5198916"/>
              <a:gd name="connsiteY1" fmla="*/ 0 h 5587822"/>
              <a:gd name="connsiteX2" fmla="*/ 5198916 w 5198916"/>
              <a:gd name="connsiteY2" fmla="*/ 5587822 h 5587822"/>
              <a:gd name="connsiteX3" fmla="*/ 2543264 w 5198916"/>
              <a:gd name="connsiteY3" fmla="*/ 5584835 h 5587822"/>
              <a:gd name="connsiteX4" fmla="*/ 1791 w 5198916"/>
              <a:gd name="connsiteY4" fmla="*/ 3144946 h 5587822"/>
              <a:gd name="connsiteX5" fmla="*/ 454 w 5198916"/>
              <a:gd name="connsiteY5" fmla="*/ 629 h 5587822"/>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4083303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4089175"/>
              <a:gd name="connsiteY0" fmla="*/ 629 h 5595711"/>
              <a:gd name="connsiteX1" fmla="*/ 4083303 w 4089175"/>
              <a:gd name="connsiteY1" fmla="*/ 0 h 5595711"/>
              <a:gd name="connsiteX2" fmla="*/ 4089175 w 4089175"/>
              <a:gd name="connsiteY2" fmla="*/ 5595711 h 5595711"/>
              <a:gd name="connsiteX3" fmla="*/ 1718207 w 4089175"/>
              <a:gd name="connsiteY3" fmla="*/ 5593381 h 5595711"/>
              <a:gd name="connsiteX4" fmla="*/ 1791 w 4089175"/>
              <a:gd name="connsiteY4" fmla="*/ 3144946 h 5595711"/>
              <a:gd name="connsiteX5" fmla="*/ 454 w 4089175"/>
              <a:gd name="connsiteY5" fmla="*/ 629 h 5595711"/>
              <a:gd name="connsiteX0" fmla="*/ 454 w 4083340"/>
              <a:gd name="connsiteY0" fmla="*/ 629 h 5593381"/>
              <a:gd name="connsiteX1" fmla="*/ 4083303 w 4083340"/>
              <a:gd name="connsiteY1" fmla="*/ 0 h 5593381"/>
              <a:gd name="connsiteX2" fmla="*/ 4012844 w 4083340"/>
              <a:gd name="connsiteY2" fmla="*/ 5591438 h 5593381"/>
              <a:gd name="connsiteX3" fmla="*/ 1718207 w 4083340"/>
              <a:gd name="connsiteY3" fmla="*/ 5593381 h 5593381"/>
              <a:gd name="connsiteX4" fmla="*/ 1791 w 4083340"/>
              <a:gd name="connsiteY4" fmla="*/ 3144946 h 5593381"/>
              <a:gd name="connsiteX5" fmla="*/ 454 w 4083340"/>
              <a:gd name="connsiteY5" fmla="*/ 629 h 5593381"/>
              <a:gd name="connsiteX0" fmla="*/ 454 w 4083459"/>
              <a:gd name="connsiteY0" fmla="*/ 629 h 5593381"/>
              <a:gd name="connsiteX1" fmla="*/ 4083303 w 4083459"/>
              <a:gd name="connsiteY1" fmla="*/ 0 h 5593381"/>
              <a:gd name="connsiteX2" fmla="*/ 4070093 w 4083459"/>
              <a:gd name="connsiteY2" fmla="*/ 5591439 h 5593381"/>
              <a:gd name="connsiteX3" fmla="*/ 1718207 w 4083459"/>
              <a:gd name="connsiteY3" fmla="*/ 5593381 h 5593381"/>
              <a:gd name="connsiteX4" fmla="*/ 1791 w 4083459"/>
              <a:gd name="connsiteY4" fmla="*/ 3144946 h 5593381"/>
              <a:gd name="connsiteX5" fmla="*/ 454 w 4083459"/>
              <a:gd name="connsiteY5" fmla="*/ 629 h 5593381"/>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454 w 4070093"/>
              <a:gd name="connsiteY0" fmla="*/ 0 h 5592752"/>
              <a:gd name="connsiteX1" fmla="*/ 3943363 w 4070093"/>
              <a:gd name="connsiteY1" fmla="*/ 324970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10480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51501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14049 w 4069424"/>
              <a:gd name="connsiteY0" fmla="*/ 174112 h 5602782"/>
              <a:gd name="connsiteX1" fmla="*/ 4068911 w 4069424"/>
              <a:gd name="connsiteY1" fmla="*/ 0 h 5602782"/>
              <a:gd name="connsiteX2" fmla="*/ 4068422 w 4069424"/>
              <a:gd name="connsiteY2" fmla="*/ 5600840 h 5602782"/>
              <a:gd name="connsiteX3" fmla="*/ 1716536 w 4069424"/>
              <a:gd name="connsiteY3" fmla="*/ 5602782 h 5602782"/>
              <a:gd name="connsiteX4" fmla="*/ 120 w 4069424"/>
              <a:gd name="connsiteY4" fmla="*/ 3154347 h 5602782"/>
              <a:gd name="connsiteX5" fmla="*/ 14049 w 4069424"/>
              <a:gd name="connsiteY5" fmla="*/ 174112 h 560278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454 w 4070093"/>
              <a:gd name="connsiteY0" fmla="*/ 0 h 5592752"/>
              <a:gd name="connsiteX1" fmla="*/ 4065493 w 4070093"/>
              <a:gd name="connsiteY1" fmla="*/ 51501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9341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4333 h 5597085"/>
              <a:gd name="connsiteX1" fmla="*/ 4070582 w 4071095"/>
              <a:gd name="connsiteY1" fmla="*/ 0 h 5597085"/>
              <a:gd name="connsiteX2" fmla="*/ 4070093 w 4071095"/>
              <a:gd name="connsiteY2" fmla="*/ 5595143 h 5597085"/>
              <a:gd name="connsiteX3" fmla="*/ 1718207 w 4071095"/>
              <a:gd name="connsiteY3" fmla="*/ 5597085 h 5597085"/>
              <a:gd name="connsiteX4" fmla="*/ 1791 w 4071095"/>
              <a:gd name="connsiteY4" fmla="*/ 3148650 h 5597085"/>
              <a:gd name="connsiteX5" fmla="*/ 454 w 4071095"/>
              <a:gd name="connsiteY5" fmla="*/ 4333 h 5597085"/>
              <a:gd name="connsiteX0" fmla="*/ 254 w 4075984"/>
              <a:gd name="connsiteY0" fmla="*/ 250455 h 5597085"/>
              <a:gd name="connsiteX1" fmla="*/ 4075471 w 4075984"/>
              <a:gd name="connsiteY1" fmla="*/ 0 h 5597085"/>
              <a:gd name="connsiteX2" fmla="*/ 4074982 w 4075984"/>
              <a:gd name="connsiteY2" fmla="*/ 5595143 h 5597085"/>
              <a:gd name="connsiteX3" fmla="*/ 1723096 w 4075984"/>
              <a:gd name="connsiteY3" fmla="*/ 5597085 h 5597085"/>
              <a:gd name="connsiteX4" fmla="*/ 6680 w 4075984"/>
              <a:gd name="connsiteY4" fmla="*/ 3148650 h 5597085"/>
              <a:gd name="connsiteX5" fmla="*/ 254 w 4075984"/>
              <a:gd name="connsiteY5" fmla="*/ 250455 h 5597085"/>
              <a:gd name="connsiteX0" fmla="*/ 254 w 4080827"/>
              <a:gd name="connsiteY0" fmla="*/ 29 h 5346659"/>
              <a:gd name="connsiteX1" fmla="*/ 4080560 w 4080827"/>
              <a:gd name="connsiteY1" fmla="*/ 50390 h 5346659"/>
              <a:gd name="connsiteX2" fmla="*/ 4074982 w 4080827"/>
              <a:gd name="connsiteY2" fmla="*/ 5344717 h 5346659"/>
              <a:gd name="connsiteX3" fmla="*/ 1723096 w 4080827"/>
              <a:gd name="connsiteY3" fmla="*/ 5346659 h 5346659"/>
              <a:gd name="connsiteX4" fmla="*/ 6680 w 4080827"/>
              <a:gd name="connsiteY4" fmla="*/ 2898224 h 5346659"/>
              <a:gd name="connsiteX5" fmla="*/ 254 w 4080827"/>
              <a:gd name="connsiteY5" fmla="*/ 29 h 5346659"/>
              <a:gd name="connsiteX0" fmla="*/ 254 w 4080827"/>
              <a:gd name="connsiteY0" fmla="*/ 0 h 5346630"/>
              <a:gd name="connsiteX1" fmla="*/ 4080560 w 4080827"/>
              <a:gd name="connsiteY1" fmla="*/ 16177 h 5346630"/>
              <a:gd name="connsiteX2" fmla="*/ 4074982 w 4080827"/>
              <a:gd name="connsiteY2" fmla="*/ 5344688 h 5346630"/>
              <a:gd name="connsiteX3" fmla="*/ 1723096 w 4080827"/>
              <a:gd name="connsiteY3" fmla="*/ 5346630 h 5346630"/>
              <a:gd name="connsiteX4" fmla="*/ 6680 w 4080827"/>
              <a:gd name="connsiteY4" fmla="*/ 2898195 h 5346630"/>
              <a:gd name="connsiteX5" fmla="*/ 254 w 4080827"/>
              <a:gd name="connsiteY5" fmla="*/ 0 h 5346630"/>
              <a:gd name="connsiteX0" fmla="*/ 254 w 4080827"/>
              <a:gd name="connsiteY0" fmla="*/ 0 h 5332957"/>
              <a:gd name="connsiteX1" fmla="*/ 4080560 w 4080827"/>
              <a:gd name="connsiteY1" fmla="*/ 2504 h 5332957"/>
              <a:gd name="connsiteX2" fmla="*/ 4074982 w 4080827"/>
              <a:gd name="connsiteY2" fmla="*/ 5331015 h 5332957"/>
              <a:gd name="connsiteX3" fmla="*/ 1723096 w 4080827"/>
              <a:gd name="connsiteY3" fmla="*/ 5332957 h 5332957"/>
              <a:gd name="connsiteX4" fmla="*/ 6680 w 4080827"/>
              <a:gd name="connsiteY4" fmla="*/ 2884522 h 5332957"/>
              <a:gd name="connsiteX5" fmla="*/ 254 w 4080827"/>
              <a:gd name="connsiteY5" fmla="*/ 0 h 5332957"/>
              <a:gd name="connsiteX0" fmla="*/ 254 w 4080827"/>
              <a:gd name="connsiteY0" fmla="*/ 8891 h 5330453"/>
              <a:gd name="connsiteX1" fmla="*/ 4080560 w 4080827"/>
              <a:gd name="connsiteY1" fmla="*/ 0 h 5330453"/>
              <a:gd name="connsiteX2" fmla="*/ 4074982 w 4080827"/>
              <a:gd name="connsiteY2" fmla="*/ 5328511 h 5330453"/>
              <a:gd name="connsiteX3" fmla="*/ 1723096 w 4080827"/>
              <a:gd name="connsiteY3" fmla="*/ 5330453 h 5330453"/>
              <a:gd name="connsiteX4" fmla="*/ 6680 w 4080827"/>
              <a:gd name="connsiteY4" fmla="*/ 2882018 h 5330453"/>
              <a:gd name="connsiteX5" fmla="*/ 254 w 4080827"/>
              <a:gd name="connsiteY5" fmla="*/ 8891 h 5330453"/>
              <a:gd name="connsiteX0" fmla="*/ 254 w 4080827"/>
              <a:gd name="connsiteY0" fmla="*/ 0 h 5321562"/>
              <a:gd name="connsiteX1" fmla="*/ 4080560 w 4080827"/>
              <a:gd name="connsiteY1" fmla="*/ 8201 h 5321562"/>
              <a:gd name="connsiteX2" fmla="*/ 4074982 w 4080827"/>
              <a:gd name="connsiteY2" fmla="*/ 5319620 h 5321562"/>
              <a:gd name="connsiteX3" fmla="*/ 1723096 w 4080827"/>
              <a:gd name="connsiteY3" fmla="*/ 5321562 h 5321562"/>
              <a:gd name="connsiteX4" fmla="*/ 6680 w 4080827"/>
              <a:gd name="connsiteY4" fmla="*/ 2873127 h 5321562"/>
              <a:gd name="connsiteX5" fmla="*/ 254 w 4080827"/>
              <a:gd name="connsiteY5" fmla="*/ 0 h 5321562"/>
              <a:gd name="connsiteX0" fmla="*/ 254 w 4076763"/>
              <a:gd name="connsiteY0" fmla="*/ 0 h 5321562"/>
              <a:gd name="connsiteX1" fmla="*/ 4076319 w 4076763"/>
              <a:gd name="connsiteY1" fmla="*/ 8201 h 5321562"/>
              <a:gd name="connsiteX2" fmla="*/ 4074982 w 4076763"/>
              <a:gd name="connsiteY2" fmla="*/ 5319620 h 5321562"/>
              <a:gd name="connsiteX3" fmla="*/ 1723096 w 4076763"/>
              <a:gd name="connsiteY3" fmla="*/ 5321562 h 5321562"/>
              <a:gd name="connsiteX4" fmla="*/ 6680 w 4076763"/>
              <a:gd name="connsiteY4" fmla="*/ 2873127 h 5321562"/>
              <a:gd name="connsiteX5" fmla="*/ 254 w 4076763"/>
              <a:gd name="connsiteY5" fmla="*/ 0 h 5321562"/>
              <a:gd name="connsiteX0" fmla="*/ 254 w 4076763"/>
              <a:gd name="connsiteY0" fmla="*/ 0 h 5321562"/>
              <a:gd name="connsiteX1" fmla="*/ 4076319 w 4076763"/>
              <a:gd name="connsiteY1" fmla="*/ 2504 h 5321562"/>
              <a:gd name="connsiteX2" fmla="*/ 4074982 w 4076763"/>
              <a:gd name="connsiteY2" fmla="*/ 5319620 h 5321562"/>
              <a:gd name="connsiteX3" fmla="*/ 1723096 w 4076763"/>
              <a:gd name="connsiteY3" fmla="*/ 5321562 h 5321562"/>
              <a:gd name="connsiteX4" fmla="*/ 6680 w 4076763"/>
              <a:gd name="connsiteY4" fmla="*/ 2873127 h 5321562"/>
              <a:gd name="connsiteX5" fmla="*/ 254 w 4076763"/>
              <a:gd name="connsiteY5" fmla="*/ 0 h 5321562"/>
              <a:gd name="connsiteX0" fmla="*/ 254 w 4076763"/>
              <a:gd name="connsiteY0" fmla="*/ 0 h 5321562"/>
              <a:gd name="connsiteX1" fmla="*/ 4076319 w 4076763"/>
              <a:gd name="connsiteY1" fmla="*/ 8201 h 5321562"/>
              <a:gd name="connsiteX2" fmla="*/ 4074982 w 4076763"/>
              <a:gd name="connsiteY2" fmla="*/ 5319620 h 5321562"/>
              <a:gd name="connsiteX3" fmla="*/ 1723096 w 4076763"/>
              <a:gd name="connsiteY3" fmla="*/ 5321562 h 5321562"/>
              <a:gd name="connsiteX4" fmla="*/ 6680 w 4076763"/>
              <a:gd name="connsiteY4" fmla="*/ 2873127 h 5321562"/>
              <a:gd name="connsiteX5" fmla="*/ 254 w 4076763"/>
              <a:gd name="connsiteY5" fmla="*/ 0 h 5321562"/>
              <a:gd name="connsiteX0" fmla="*/ 254 w 4074982"/>
              <a:gd name="connsiteY0" fmla="*/ 0 h 5321562"/>
              <a:gd name="connsiteX1" fmla="*/ 4050875 w 4074982"/>
              <a:gd name="connsiteY1" fmla="*/ 207606 h 5321562"/>
              <a:gd name="connsiteX2" fmla="*/ 4074982 w 4074982"/>
              <a:gd name="connsiteY2" fmla="*/ 5319620 h 5321562"/>
              <a:gd name="connsiteX3" fmla="*/ 1723096 w 4074982"/>
              <a:gd name="connsiteY3" fmla="*/ 5321562 h 5321562"/>
              <a:gd name="connsiteX4" fmla="*/ 6680 w 4074982"/>
              <a:gd name="connsiteY4" fmla="*/ 2873127 h 5321562"/>
              <a:gd name="connsiteX5" fmla="*/ 254 w 4074982"/>
              <a:gd name="connsiteY5" fmla="*/ 0 h 5321562"/>
              <a:gd name="connsiteX0" fmla="*/ 254 w 4074982"/>
              <a:gd name="connsiteY0" fmla="*/ 3193 h 5324755"/>
              <a:gd name="connsiteX1" fmla="*/ 4072078 w 4074982"/>
              <a:gd name="connsiteY1" fmla="*/ 0 h 5324755"/>
              <a:gd name="connsiteX2" fmla="*/ 4074982 w 4074982"/>
              <a:gd name="connsiteY2" fmla="*/ 5322813 h 5324755"/>
              <a:gd name="connsiteX3" fmla="*/ 1723096 w 4074982"/>
              <a:gd name="connsiteY3" fmla="*/ 5324755 h 5324755"/>
              <a:gd name="connsiteX4" fmla="*/ 6680 w 4074982"/>
              <a:gd name="connsiteY4" fmla="*/ 2876320 h 5324755"/>
              <a:gd name="connsiteX5" fmla="*/ 254 w 4074982"/>
              <a:gd name="connsiteY5" fmla="*/ 3193 h 5324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74982" h="5324755">
                <a:moveTo>
                  <a:pt x="254" y="3193"/>
                </a:moveTo>
                <a:lnTo>
                  <a:pt x="4072078" y="0"/>
                </a:lnTo>
                <a:cubicBezTo>
                  <a:pt x="4074035" y="1865237"/>
                  <a:pt x="4073025" y="3457576"/>
                  <a:pt x="4074982" y="5322813"/>
                </a:cubicBezTo>
                <a:lnTo>
                  <a:pt x="1723096" y="5324755"/>
                </a:lnTo>
                <a:cubicBezTo>
                  <a:pt x="693982" y="5014623"/>
                  <a:pt x="-3932" y="3729991"/>
                  <a:pt x="6680" y="2876320"/>
                </a:cubicBezTo>
                <a:cubicBezTo>
                  <a:pt x="8672" y="1673057"/>
                  <a:pt x="-1738" y="1206456"/>
                  <a:pt x="254" y="3193"/>
                </a:cubicBezTo>
                <a:close/>
              </a:path>
            </a:pathLst>
          </a:custGeom>
          <a:solidFill>
            <a:schemeClr val="bg2"/>
          </a:solidFill>
        </p:spPr>
        <p:txBody>
          <a:bodyPr anchor="ctr"/>
          <a:lstStyle>
            <a:lvl1pPr algn="ctr">
              <a:defRPr sz="1200"/>
            </a:lvl1pPr>
          </a:lstStyle>
          <a:p>
            <a:r>
              <a:rPr lang="en-AU" dirty="0"/>
              <a:t> Click icon to insert picture</a:t>
            </a:r>
          </a:p>
          <a:p>
            <a:endParaRPr lang="en-AU" dirty="0"/>
          </a:p>
        </p:txBody>
      </p:sp>
      <p:pic>
        <p:nvPicPr>
          <p:cNvPr id="12" name="Picture 11">
            <a:extLst>
              <a:ext uri="{FF2B5EF4-FFF2-40B4-BE49-F238E27FC236}">
                <a16:creationId xmlns:a16="http://schemas.microsoft.com/office/drawing/2014/main" id="{B83753C3-AD71-41CF-A0E3-EDC40D8596D3}"/>
              </a:ext>
            </a:extLst>
          </p:cNvPr>
          <p:cNvPicPr>
            <a:picLocks noChangeAspect="1"/>
          </p:cNvPicPr>
          <p:nvPr userDrawn="1"/>
        </p:nvPicPr>
        <p:blipFill>
          <a:blip r:embed="rId2"/>
          <a:stretch>
            <a:fillRect/>
          </a:stretch>
        </p:blipFill>
        <p:spPr>
          <a:xfrm>
            <a:off x="695325" y="207631"/>
            <a:ext cx="3204000" cy="472463"/>
          </a:xfrm>
          <a:prstGeom prst="rect">
            <a:avLst/>
          </a:prstGeom>
        </p:spPr>
      </p:pic>
      <p:sp>
        <p:nvSpPr>
          <p:cNvPr id="14" name="TextBox 13">
            <a:extLst>
              <a:ext uri="{FF2B5EF4-FFF2-40B4-BE49-F238E27FC236}">
                <a16:creationId xmlns:a16="http://schemas.microsoft.com/office/drawing/2014/main" id="{678D7F9E-C12F-47F1-B536-38EB7D688E56}"/>
              </a:ext>
            </a:extLst>
          </p:cNvPr>
          <p:cNvSpPr txBox="1"/>
          <p:nvPr userDrawn="1"/>
        </p:nvSpPr>
        <p:spPr>
          <a:xfrm>
            <a:off x="694800" y="4545136"/>
            <a:ext cx="2391677" cy="108000"/>
          </a:xfrm>
          <a:prstGeom prst="rect">
            <a:avLst/>
          </a:prstGeom>
          <a:noFill/>
        </p:spPr>
        <p:txBody>
          <a:bodyPr wrap="square" lIns="0" tIns="0" rIns="0" bIns="0" rtlCol="0" anchor="ctr">
            <a:noAutofit/>
          </a:bodyPr>
          <a:lstStyle/>
          <a:p>
            <a:r>
              <a:rPr lang="en-AU" sz="650" dirty="0">
                <a:solidFill>
                  <a:schemeClr val="tx1"/>
                </a:solidFill>
              </a:rPr>
              <a:t>CRICOS code 00025B</a:t>
            </a:r>
          </a:p>
        </p:txBody>
      </p:sp>
    </p:spTree>
    <p:extLst>
      <p:ext uri="{BB962C8B-B14F-4D97-AF65-F5344CB8AC3E}">
        <p14:creationId xmlns:p14="http://schemas.microsoft.com/office/powerpoint/2010/main" val="12217781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8C123B-7D5D-3B03-56E0-5B0B204EC88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9F0F69FC-3089-07B5-C19D-F736EFDD88F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635DE5A4-7CA3-A9CC-EF95-AE97EDEBA2C5}"/>
              </a:ext>
            </a:extLst>
          </p:cNvPr>
          <p:cNvSpPr>
            <a:spLocks noGrp="1"/>
          </p:cNvSpPr>
          <p:nvPr>
            <p:ph type="dt" sz="half" idx="10"/>
          </p:nvPr>
        </p:nvSpPr>
        <p:spPr/>
        <p:txBody>
          <a:bodyPr/>
          <a:lstStyle/>
          <a:p>
            <a:fld id="{432F9C24-DDFF-4E31-A489-F4034B433D9F}" type="datetimeFigureOut">
              <a:rPr lang="en-AU" smtClean="0"/>
              <a:t>15/01/2026</a:t>
            </a:fld>
            <a:endParaRPr lang="en-AU"/>
          </a:p>
        </p:txBody>
      </p:sp>
      <p:sp>
        <p:nvSpPr>
          <p:cNvPr id="5" name="Footer Placeholder 4">
            <a:extLst>
              <a:ext uri="{FF2B5EF4-FFF2-40B4-BE49-F238E27FC236}">
                <a16:creationId xmlns:a16="http://schemas.microsoft.com/office/drawing/2014/main" id="{03D00070-92FA-7F2D-5B6D-322D2A60222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3341807-7CDD-37A1-992F-C83A01D4E967}"/>
              </a:ext>
            </a:extLst>
          </p:cNvPr>
          <p:cNvSpPr>
            <a:spLocks noGrp="1"/>
          </p:cNvSpPr>
          <p:nvPr>
            <p:ph type="sldNum" sz="quarter" idx="12"/>
          </p:nvPr>
        </p:nvSpPr>
        <p:spPr/>
        <p:txBody>
          <a:bodyPr/>
          <a:lstStyle/>
          <a:p>
            <a:fld id="{AEE8DD4A-3C5B-4248-9B7D-5694BF0FCEBC}" type="slidenum">
              <a:rPr lang="en-AU" smtClean="0"/>
              <a:t>‹#›</a:t>
            </a:fld>
            <a:endParaRPr lang="en-AU"/>
          </a:p>
        </p:txBody>
      </p:sp>
    </p:spTree>
    <p:extLst>
      <p:ext uri="{BB962C8B-B14F-4D97-AF65-F5344CB8AC3E}">
        <p14:creationId xmlns:p14="http://schemas.microsoft.com/office/powerpoint/2010/main" val="229195935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1425D9-9ED4-564F-5A7D-0906EB0C1D15}"/>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E3DE78D3-5B46-B234-7C85-2AC46CAC816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77D3877-F98F-C23F-76A8-E145D5786228}"/>
              </a:ext>
            </a:extLst>
          </p:cNvPr>
          <p:cNvSpPr>
            <a:spLocks noGrp="1"/>
          </p:cNvSpPr>
          <p:nvPr>
            <p:ph type="dt" sz="half" idx="10"/>
          </p:nvPr>
        </p:nvSpPr>
        <p:spPr/>
        <p:txBody>
          <a:bodyPr/>
          <a:lstStyle/>
          <a:p>
            <a:fld id="{432F9C24-DDFF-4E31-A489-F4034B433D9F}" type="datetimeFigureOut">
              <a:rPr lang="en-AU" smtClean="0"/>
              <a:t>15/01/2026</a:t>
            </a:fld>
            <a:endParaRPr lang="en-AU"/>
          </a:p>
        </p:txBody>
      </p:sp>
      <p:sp>
        <p:nvSpPr>
          <p:cNvPr id="5" name="Footer Placeholder 4">
            <a:extLst>
              <a:ext uri="{FF2B5EF4-FFF2-40B4-BE49-F238E27FC236}">
                <a16:creationId xmlns:a16="http://schemas.microsoft.com/office/drawing/2014/main" id="{2BFF94E3-B3A9-0CDA-9648-DECF709596A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299A73C-B681-70A7-D650-943F7B9B348A}"/>
              </a:ext>
            </a:extLst>
          </p:cNvPr>
          <p:cNvSpPr>
            <a:spLocks noGrp="1"/>
          </p:cNvSpPr>
          <p:nvPr>
            <p:ph type="sldNum" sz="quarter" idx="12"/>
          </p:nvPr>
        </p:nvSpPr>
        <p:spPr/>
        <p:txBody>
          <a:bodyPr/>
          <a:lstStyle/>
          <a:p>
            <a:fld id="{AEE8DD4A-3C5B-4248-9B7D-5694BF0FCEBC}" type="slidenum">
              <a:rPr lang="en-AU" smtClean="0"/>
              <a:t>‹#›</a:t>
            </a:fld>
            <a:endParaRPr lang="en-AU"/>
          </a:p>
        </p:txBody>
      </p:sp>
    </p:spTree>
    <p:extLst>
      <p:ext uri="{BB962C8B-B14F-4D97-AF65-F5344CB8AC3E}">
        <p14:creationId xmlns:p14="http://schemas.microsoft.com/office/powerpoint/2010/main" val="2705157040"/>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95326" y="1052736"/>
            <a:ext cx="10801350" cy="469056"/>
          </a:xfrm>
          <a:prstGeom prst="rect">
            <a:avLst/>
          </a:prstGeom>
        </p:spPr>
        <p:txBody>
          <a:bodyPr vert="horz" lIns="0" tIns="0" rIns="0" bIns="0" rtlCol="0" anchor="ctr">
            <a:normAutofit/>
          </a:bodyPr>
          <a:lstStyle/>
          <a:p>
            <a:r>
              <a:rPr lang="en-US" dirty="0"/>
              <a:t>[Title]</a:t>
            </a:r>
            <a:endParaRPr lang="en-AU" dirty="0"/>
          </a:p>
        </p:txBody>
      </p:sp>
      <p:sp>
        <p:nvSpPr>
          <p:cNvPr id="7" name="Slide Number Placeholder 5"/>
          <p:cNvSpPr>
            <a:spLocks noGrp="1"/>
          </p:cNvSpPr>
          <p:nvPr>
            <p:ph type="sldNum" sz="quarter" idx="4"/>
          </p:nvPr>
        </p:nvSpPr>
        <p:spPr>
          <a:xfrm>
            <a:off x="11208568" y="6519171"/>
            <a:ext cx="288032" cy="240219"/>
          </a:xfrm>
          <a:prstGeom prst="rect">
            <a:avLst/>
          </a:prstGeom>
        </p:spPr>
        <p:txBody>
          <a:bodyPr vert="horz" lIns="0" tIns="0" rIns="0" bIns="0" rtlCol="0" anchor="ctr"/>
          <a:lstStyle>
            <a:lvl1pPr algn="r">
              <a:defRPr sz="800">
                <a:solidFill>
                  <a:schemeClr val="tx1"/>
                </a:solidFill>
              </a:defRPr>
            </a:lvl1pPr>
          </a:lstStyle>
          <a:p>
            <a:fld id="{E917DE0E-AFB1-41FD-BC35-27DB61CA125F}" type="slidenum">
              <a:rPr lang="en-AU" smtClean="0"/>
              <a:pPr/>
              <a:t>‹#›</a:t>
            </a:fld>
            <a:endParaRPr lang="en-AU" dirty="0"/>
          </a:p>
        </p:txBody>
      </p:sp>
      <p:sp>
        <p:nvSpPr>
          <p:cNvPr id="4" name="Text Placeholder 3">
            <a:extLst>
              <a:ext uri="{FF2B5EF4-FFF2-40B4-BE49-F238E27FC236}">
                <a16:creationId xmlns:a16="http://schemas.microsoft.com/office/drawing/2014/main" id="{BDF8D2AE-3583-4708-BD46-43C743300E11}"/>
              </a:ext>
            </a:extLst>
          </p:cNvPr>
          <p:cNvSpPr>
            <a:spLocks noGrp="1"/>
          </p:cNvSpPr>
          <p:nvPr>
            <p:ph type="body" idx="1"/>
          </p:nvPr>
        </p:nvSpPr>
        <p:spPr>
          <a:xfrm>
            <a:off x="695326" y="1700213"/>
            <a:ext cx="10801349" cy="4608515"/>
          </a:xfrm>
          <a:prstGeom prst="rect">
            <a:avLst/>
          </a:prstGeom>
        </p:spPr>
        <p:txBody>
          <a:bodyPr vert="horz" lIns="0" tIns="0" rIns="0" bIns="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Tree>
    <p:extLst>
      <p:ext uri="{BB962C8B-B14F-4D97-AF65-F5344CB8AC3E}">
        <p14:creationId xmlns:p14="http://schemas.microsoft.com/office/powerpoint/2010/main" val="3786833112"/>
      </p:ext>
    </p:extLst>
  </p:cSld>
  <p:clrMap bg1="lt1" tx1="dk1" bg2="lt2" tx2="dk2" accent1="accent1" accent2="accent2" accent3="accent3" accent4="accent4" accent5="accent5" accent6="accent6" hlink="hlink" folHlink="folHlink"/>
  <p:sldLayoutIdLst>
    <p:sldLayoutId id="2147483762" r:id="rId1"/>
    <p:sldLayoutId id="2147483763" r:id="rId2"/>
    <p:sldLayoutId id="2147483783" r:id="rId3"/>
    <p:sldLayoutId id="2147483774" r:id="rId4"/>
    <p:sldLayoutId id="2147483792" r:id="rId5"/>
    <p:sldLayoutId id="2147483775" r:id="rId6"/>
    <p:sldLayoutId id="2147483650" r:id="rId7"/>
    <p:sldLayoutId id="2147483652" r:id="rId8"/>
    <p:sldLayoutId id="2147483778" r:id="rId9"/>
    <p:sldLayoutId id="2147483779" r:id="rId10"/>
    <p:sldLayoutId id="2147483728" r:id="rId11"/>
    <p:sldLayoutId id="2147483784" r:id="rId12"/>
    <p:sldLayoutId id="2147483656" r:id="rId13"/>
    <p:sldLayoutId id="2147483732" r:id="rId14"/>
    <p:sldLayoutId id="2147483793" r:id="rId15"/>
    <p:sldLayoutId id="2147483657" r:id="rId16"/>
    <p:sldLayoutId id="2147483765" r:id="rId17"/>
    <p:sldLayoutId id="2147483787" r:id="rId18"/>
    <p:sldLayoutId id="2147483788" r:id="rId19"/>
    <p:sldLayoutId id="2147483794" r:id="rId20"/>
    <p:sldLayoutId id="2147483795" r:id="rId21"/>
    <p:sldLayoutId id="2147483796" r:id="rId22"/>
    <p:sldLayoutId id="2147483791" r:id="rId23"/>
    <p:sldLayoutId id="2147483797" r:id="rId24"/>
    <p:sldLayoutId id="2147483790" r:id="rId25"/>
    <p:sldLayoutId id="2147483798" r:id="rId26"/>
    <p:sldLayoutId id="2147483768" r:id="rId27"/>
    <p:sldLayoutId id="2147483769" r:id="rId28"/>
    <p:sldLayoutId id="2147483770" r:id="rId29"/>
    <p:sldLayoutId id="2147483771" r:id="rId30"/>
    <p:sldLayoutId id="2147483789" r:id="rId31"/>
    <p:sldLayoutId id="2147483776" r:id="rId32"/>
    <p:sldLayoutId id="2147483777" r:id="rId33"/>
    <p:sldLayoutId id="2147483654" r:id="rId34"/>
    <p:sldLayoutId id="2147483785" r:id="rId35"/>
    <p:sldLayoutId id="2147483780" r:id="rId36"/>
    <p:sldLayoutId id="2147483782" r:id="rId37"/>
    <p:sldLayoutId id="2147483799" r:id="rId38"/>
    <p:sldLayoutId id="2147483800" r:id="rId3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914400" rtl="0" eaLnBrk="1" latinLnBrk="0" hangingPunct="1">
        <a:lnSpc>
          <a:spcPct val="90000"/>
        </a:lnSpc>
        <a:spcBef>
          <a:spcPct val="0"/>
        </a:spcBef>
        <a:buNone/>
        <a:defRPr sz="3400" b="0" kern="1200">
          <a:solidFill>
            <a:srgbClr val="CD3030"/>
          </a:solidFill>
          <a:latin typeface="+mj-lt"/>
          <a:ea typeface="+mj-ea"/>
          <a:cs typeface="+mj-cs"/>
        </a:defRPr>
      </a:lvl1pPr>
    </p:titleStyle>
    <p:bodyStyle>
      <a:lvl1pPr marL="0" indent="0" algn="l" defTabSz="914400" rtl="0" eaLnBrk="1" latinLnBrk="0" hangingPunct="1">
        <a:lnSpc>
          <a:spcPct val="110000"/>
        </a:lnSpc>
        <a:spcBef>
          <a:spcPts val="300"/>
        </a:spcBef>
        <a:spcAft>
          <a:spcPts val="300"/>
        </a:spcAft>
        <a:buClr>
          <a:schemeClr val="tx1"/>
        </a:buClr>
        <a:buFont typeface="Arial" panose="020B0604020202020204" pitchFamily="34" charset="0"/>
        <a:buNone/>
        <a:defRPr lang="en-US" sz="1800" kern="1200" dirty="0">
          <a:solidFill>
            <a:schemeClr val="tx1"/>
          </a:solidFill>
          <a:latin typeface="+mn-lt"/>
          <a:ea typeface="+mn-ea"/>
          <a:cs typeface="+mn-cs"/>
        </a:defRPr>
      </a:lvl1pPr>
      <a:lvl2pPr marL="180000" indent="-179388" algn="l" defTabSz="914400" rtl="0" eaLnBrk="1" latinLnBrk="0" hangingPunct="1">
        <a:lnSpc>
          <a:spcPct val="110000"/>
        </a:lnSpc>
        <a:spcBef>
          <a:spcPts val="300"/>
        </a:spcBef>
        <a:spcAft>
          <a:spcPts val="300"/>
        </a:spcAft>
        <a:buClr>
          <a:srgbClr val="CD3030"/>
        </a:buClr>
        <a:buFont typeface="Courier New" panose="02070309020205020404" pitchFamily="49" charset="0"/>
        <a:buChar char="o"/>
        <a:defRPr lang="en-US" sz="1800" kern="1200" dirty="0">
          <a:solidFill>
            <a:schemeClr val="tx1"/>
          </a:solidFill>
          <a:latin typeface="+mn-lt"/>
          <a:ea typeface="+mn-ea"/>
          <a:cs typeface="+mn-cs"/>
        </a:defRPr>
      </a:lvl2pPr>
      <a:lvl3pPr marL="360000" indent="-179388" algn="l" defTabSz="914400" rtl="0" eaLnBrk="1" latinLnBrk="0" hangingPunct="1">
        <a:lnSpc>
          <a:spcPct val="110000"/>
        </a:lnSpc>
        <a:spcBef>
          <a:spcPts val="200"/>
        </a:spcBef>
        <a:spcAft>
          <a:spcPts val="200"/>
        </a:spcAft>
        <a:buClr>
          <a:srgbClr val="CD3030"/>
        </a:buClr>
        <a:buFont typeface="Courier New" panose="02070309020205020404" pitchFamily="49" charset="0"/>
        <a:buChar char="o"/>
        <a:defRPr lang="en-US" sz="1800" kern="1200" baseline="0" dirty="0">
          <a:solidFill>
            <a:schemeClr val="tx1"/>
          </a:solidFill>
          <a:latin typeface="+mn-lt"/>
          <a:ea typeface="+mn-ea"/>
          <a:cs typeface="+mn-cs"/>
        </a:defRPr>
      </a:lvl3pPr>
      <a:lvl4pPr marL="540000" indent="-179388" algn="l" defTabSz="914400" rtl="0" eaLnBrk="1" latinLnBrk="0" hangingPunct="1">
        <a:lnSpc>
          <a:spcPct val="110000"/>
        </a:lnSpc>
        <a:spcBef>
          <a:spcPts val="100"/>
        </a:spcBef>
        <a:spcAft>
          <a:spcPts val="100"/>
        </a:spcAft>
        <a:buClr>
          <a:srgbClr val="CD3030"/>
        </a:buClr>
        <a:buFont typeface="Courier New" panose="02070309020205020404" pitchFamily="49" charset="0"/>
        <a:buChar char="o"/>
        <a:defRPr lang="en-US" sz="1800" kern="1200" baseline="0" dirty="0">
          <a:solidFill>
            <a:schemeClr val="tx1"/>
          </a:solidFill>
          <a:latin typeface="+mn-lt"/>
          <a:ea typeface="+mn-ea"/>
          <a:cs typeface="+mn-cs"/>
        </a:defRPr>
      </a:lvl4pPr>
      <a:lvl5pPr marL="0" indent="0" algn="l" defTabSz="914400" rtl="0" eaLnBrk="1" latinLnBrk="0" hangingPunct="1">
        <a:lnSpc>
          <a:spcPct val="100000"/>
        </a:lnSpc>
        <a:spcBef>
          <a:spcPts val="1200"/>
        </a:spcBef>
        <a:spcAft>
          <a:spcPts val="600"/>
        </a:spcAft>
        <a:buFont typeface="Arial" panose="020B0604020202020204" pitchFamily="34" charset="0"/>
        <a:buNone/>
        <a:defRPr lang="en-US" sz="2400" kern="1200" baseline="0" dirty="0">
          <a:solidFill>
            <a:schemeClr val="tx1"/>
          </a:solidFill>
          <a:latin typeface="+mn-lt"/>
          <a:ea typeface="+mn-ea"/>
          <a:cs typeface="+mn-cs"/>
        </a:defRPr>
      </a:lvl5pPr>
      <a:lvl6pPr marL="0" indent="0" algn="l" defTabSz="914400" rtl="0" eaLnBrk="1" latinLnBrk="0" hangingPunct="1">
        <a:spcBef>
          <a:spcPts val="600"/>
        </a:spcBef>
        <a:spcAft>
          <a:spcPts val="300"/>
        </a:spcAft>
        <a:buFont typeface="Arial" pitchFamily="34" charset="0"/>
        <a:buNone/>
        <a:defRPr lang="en-AU" sz="2000" b="1" kern="1200" baseline="0" dirty="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438" userDrawn="1">
          <p15:clr>
            <a:srgbClr val="F26B43"/>
          </p15:clr>
        </p15:guide>
        <p15:guide id="6" orient="horz" pos="3974" userDrawn="1">
          <p15:clr>
            <a:srgbClr val="F26B43"/>
          </p15:clr>
        </p15:guide>
        <p15:guide id="7" orient="horz" pos="663" userDrawn="1">
          <p15:clr>
            <a:srgbClr val="F26B43"/>
          </p15:clr>
        </p15:guide>
        <p15:guide id="9" pos="3961" userDrawn="1">
          <p15:clr>
            <a:srgbClr val="F26B43"/>
          </p15:clr>
        </p15:guide>
        <p15:guide id="10" pos="3719" userDrawn="1">
          <p15:clr>
            <a:srgbClr val="F26B43"/>
          </p15:clr>
        </p15:guide>
        <p15:guide id="11" orient="horz" pos="4110" userDrawn="1">
          <p15:clr>
            <a:srgbClr val="F26B43"/>
          </p15:clr>
        </p15:guide>
        <p15:guide id="13" pos="7242" userDrawn="1">
          <p15:clr>
            <a:srgbClr val="F26B43"/>
          </p15:clr>
        </p15:guide>
        <p15:guide id="14" orient="horz" pos="981" userDrawn="1">
          <p15:clr>
            <a:srgbClr val="F26B43"/>
          </p15:clr>
        </p15:guide>
        <p15:guide id="15" pos="2772" userDrawn="1">
          <p15:clr>
            <a:srgbClr val="F26B43"/>
          </p15:clr>
        </p15:guide>
        <p15:guide id="16" pos="2570" userDrawn="1">
          <p15:clr>
            <a:srgbClr val="F26B43"/>
          </p15:clr>
        </p15:guide>
        <p15:guide id="17" pos="5110" userDrawn="1">
          <p15:clr>
            <a:srgbClr val="F26B43"/>
          </p15:clr>
        </p15:guide>
        <p15:guide id="18" pos="4908" userDrawn="1">
          <p15:clr>
            <a:srgbClr val="F26B43"/>
          </p15:clr>
        </p15:guide>
        <p15:guide id="19" orient="horz" pos="1071"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38.xml"/><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9.xml"/><Relationship Id="rId5" Type="http://schemas.openxmlformats.org/officeDocument/2006/relationships/image" Target="../media/image11.jpg"/><Relationship Id="rId4"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image" Target="../media/image6.png"/><Relationship Id="rId1" Type="http://schemas.openxmlformats.org/officeDocument/2006/relationships/slideLayout" Target="../slideLayouts/slideLayout39.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9.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9.xml"/></Relationships>
</file>

<file path=ppt/slides/_rels/slide6.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image" Target="../media/image6.png"/><Relationship Id="rId1" Type="http://schemas.openxmlformats.org/officeDocument/2006/relationships/slideLayout" Target="../slideLayouts/slideLayout39.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9.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9.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9.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9.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9.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9.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9.xml"/></Relationships>
</file>

<file path=ppt/slides/_rels/slide14.xml.rels><?xml version="1.0" encoding="UTF-8" standalone="yes"?>
<Relationships xmlns="http://schemas.openxmlformats.org/package/2006/relationships"><Relationship Id="rId8" Type="http://schemas.openxmlformats.org/officeDocument/2006/relationships/hyperlink" Target="https://doi.org/10.1097/WNR.0b013e32832e64b1" TargetMode="External"/><Relationship Id="rId3" Type="http://schemas.openxmlformats.org/officeDocument/2006/relationships/hyperlink" Target="https://doi.org/10.1016/j.lingua.2025.103931" TargetMode="External"/><Relationship Id="rId7" Type="http://schemas.openxmlformats.org/officeDocument/2006/relationships/hyperlink" Target="https://doi.org/10.1016/j.lingua.2025.103946" TargetMode="External"/><Relationship Id="rId2" Type="http://schemas.openxmlformats.org/officeDocument/2006/relationships/hyperlink" Target="https://doi.org/10.1111/j.1745-6924.2009.01115.x" TargetMode="External"/><Relationship Id="rId1" Type="http://schemas.openxmlformats.org/officeDocument/2006/relationships/slideLayout" Target="../slideLayouts/slideLayout39.xml"/><Relationship Id="rId6" Type="http://schemas.openxmlformats.org/officeDocument/2006/relationships/hyperlink" Target="https://doi.org/10.1016/j.lingua.2018.03.008" TargetMode="External"/><Relationship Id="rId5" Type="http://schemas.openxmlformats.org/officeDocument/2006/relationships/hyperlink" Target="https://www.r-project.org/" TargetMode="External"/><Relationship Id="rId4" Type="http://schemas.openxmlformats.org/officeDocument/2006/relationships/hyperlink" Target="http://www.posit.co/" TargetMode="External"/><Relationship Id="rId9" Type="http://schemas.openxmlformats.org/officeDocument/2006/relationships/image" Target="../media/image6.png"/></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8.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38.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9.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3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190079-DF56-B497-C558-DBED6F9308C2}"/>
              </a:ext>
            </a:extLst>
          </p:cNvPr>
          <p:cNvSpPr>
            <a:spLocks noGrp="1"/>
          </p:cNvSpPr>
          <p:nvPr>
            <p:ph type="ctrTitle"/>
          </p:nvPr>
        </p:nvSpPr>
        <p:spPr>
          <a:xfrm>
            <a:off x="479376" y="1292086"/>
            <a:ext cx="11089232" cy="4153138"/>
          </a:xfrm>
        </p:spPr>
        <p:txBody>
          <a:bodyPr>
            <a:normAutofit/>
          </a:bodyPr>
          <a:lstStyle/>
          <a:p>
            <a:r>
              <a:rPr lang="en-US" sz="4800" b="1" dirty="0"/>
              <a:t>Vulgarity in spoken interaction </a:t>
            </a:r>
            <a:br>
              <a:rPr lang="en-US" sz="4800" b="1" dirty="0"/>
            </a:br>
            <a:r>
              <a:rPr lang="en-US" sz="4800" b="1" dirty="0"/>
              <a:t>across selected varieties of English</a:t>
            </a:r>
            <a:br>
              <a:rPr lang="en-AU" dirty="0"/>
            </a:br>
            <a:r>
              <a:rPr lang="en-AU" sz="2700" dirty="0"/>
              <a:t>Martin Schweinberger</a:t>
            </a:r>
            <a:br>
              <a:rPr lang="en-AU" sz="2700" dirty="0"/>
            </a:br>
            <a:br>
              <a:rPr lang="en-AU" sz="2700" dirty="0"/>
            </a:br>
            <a:r>
              <a:rPr lang="en-US" sz="2700" dirty="0"/>
              <a:t>m.schweinberger@uq.edu.au	</a:t>
            </a:r>
            <a:br>
              <a:rPr lang="en-US" sz="2700" dirty="0"/>
            </a:br>
            <a:r>
              <a:rPr lang="en-US" sz="2700" dirty="0"/>
              <a:t>materials and slides available at </a:t>
            </a:r>
            <a:br>
              <a:rPr lang="en-US" sz="2700" dirty="0"/>
            </a:br>
            <a:r>
              <a:rPr lang="en-US" sz="2700" dirty="0"/>
              <a:t>www.martinschweinberger.de</a:t>
            </a:r>
            <a:endParaRPr lang="en-AU" dirty="0"/>
          </a:p>
        </p:txBody>
      </p:sp>
      <p:sp>
        <p:nvSpPr>
          <p:cNvPr id="3" name="Subtitle 2">
            <a:extLst>
              <a:ext uri="{FF2B5EF4-FFF2-40B4-BE49-F238E27FC236}">
                <a16:creationId xmlns:a16="http://schemas.microsoft.com/office/drawing/2014/main" id="{11185EB3-A92A-44F9-4577-B2B9AD6365FB}"/>
              </a:ext>
            </a:extLst>
          </p:cNvPr>
          <p:cNvSpPr>
            <a:spLocks noGrp="1"/>
          </p:cNvSpPr>
          <p:nvPr>
            <p:ph type="subTitle" idx="1"/>
          </p:nvPr>
        </p:nvSpPr>
        <p:spPr>
          <a:xfrm>
            <a:off x="1631504" y="5733256"/>
            <a:ext cx="9144000" cy="985523"/>
          </a:xfrm>
        </p:spPr>
        <p:txBody>
          <a:bodyPr>
            <a:normAutofit fontScale="55000" lnSpcReduction="20000"/>
          </a:bodyPr>
          <a:lstStyle/>
          <a:p>
            <a:r>
              <a:rPr lang="en-US" dirty="0"/>
              <a:t>This research was partially funded by the Language Data Commons of Australia (LDaCA). Language Data Commons of Australia (LDaCA) (DOI: 10.3565/kq2v-9g52) is a co-investment partnership with the Australian Research Data Commons (ARDC) through the HASS and Indigenous Research Data Commons. The ARDC is enabled by the Australian Government’s National Collaborative Research Infrastructure Strategy (NCRIS). In addition, this research was partially funded by the Centre for Digital Cultures and Societies at the University of Queensland.</a:t>
            </a:r>
          </a:p>
        </p:txBody>
      </p:sp>
      <p:pic>
        <p:nvPicPr>
          <p:cNvPr id="1026" name="Picture 2">
            <a:extLst>
              <a:ext uri="{FF2B5EF4-FFF2-40B4-BE49-F238E27FC236}">
                <a16:creationId xmlns:a16="http://schemas.microsoft.com/office/drawing/2014/main" id="{440B6946-E3DD-3FDC-0D09-196CBED45C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6A553B64-B94A-7DA8-0DAB-0F7A56997175}"/>
              </a:ext>
            </a:extLst>
          </p:cNvPr>
          <p:cNvPicPr>
            <a:picLocks noChangeAspect="1"/>
          </p:cNvPicPr>
          <p:nvPr/>
        </p:nvPicPr>
        <p:blipFill>
          <a:blip r:embed="rId3"/>
          <a:stretch>
            <a:fillRect/>
          </a:stretch>
        </p:blipFill>
        <p:spPr>
          <a:xfrm>
            <a:off x="0" y="0"/>
            <a:ext cx="3215919" cy="1013548"/>
          </a:xfrm>
          <a:prstGeom prst="rect">
            <a:avLst/>
          </a:prstGeom>
        </p:spPr>
      </p:pic>
      <p:pic>
        <p:nvPicPr>
          <p:cNvPr id="5" name="Picture 4">
            <a:extLst>
              <a:ext uri="{FF2B5EF4-FFF2-40B4-BE49-F238E27FC236}">
                <a16:creationId xmlns:a16="http://schemas.microsoft.com/office/drawing/2014/main" id="{1B5EAC13-62B2-18C1-910D-D31057DAFEA1}"/>
              </a:ext>
            </a:extLst>
          </p:cNvPr>
          <p:cNvPicPr>
            <a:picLocks noChangeAspect="1"/>
          </p:cNvPicPr>
          <p:nvPr/>
        </p:nvPicPr>
        <p:blipFill>
          <a:blip r:embed="rId4"/>
          <a:stretch>
            <a:fillRect/>
          </a:stretch>
        </p:blipFill>
        <p:spPr>
          <a:xfrm>
            <a:off x="3287520" y="2028"/>
            <a:ext cx="4511824" cy="1002702"/>
          </a:xfrm>
          <a:prstGeom prst="rect">
            <a:avLst/>
          </a:prstGeom>
        </p:spPr>
      </p:pic>
    </p:spTree>
    <p:extLst>
      <p:ext uri="{BB962C8B-B14F-4D97-AF65-F5344CB8AC3E}">
        <p14:creationId xmlns:p14="http://schemas.microsoft.com/office/powerpoint/2010/main" val="12151799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04E14-6147-9573-A204-2483709662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2B67A-B77D-004F-A9ED-B9C87B76C745}"/>
              </a:ext>
            </a:extLst>
          </p:cNvPr>
          <p:cNvSpPr>
            <a:spLocks noGrp="1"/>
          </p:cNvSpPr>
          <p:nvPr>
            <p:ph type="title"/>
          </p:nvPr>
        </p:nvSpPr>
        <p:spPr/>
        <p:txBody>
          <a:bodyPr/>
          <a:lstStyle/>
          <a:p>
            <a:r>
              <a:rPr lang="de-DE" dirty="0"/>
              <a:t>Background</a:t>
            </a:r>
            <a:endParaRPr lang="en-AU" dirty="0"/>
          </a:p>
        </p:txBody>
      </p:sp>
      <p:sp>
        <p:nvSpPr>
          <p:cNvPr id="3" name="Content Placeholder 2">
            <a:extLst>
              <a:ext uri="{FF2B5EF4-FFF2-40B4-BE49-F238E27FC236}">
                <a16:creationId xmlns:a16="http://schemas.microsoft.com/office/drawing/2014/main" id="{C35E6FAA-B5D0-7A19-0714-5185D0BC85F3}"/>
              </a:ext>
            </a:extLst>
          </p:cNvPr>
          <p:cNvSpPr>
            <a:spLocks noGrp="1"/>
          </p:cNvSpPr>
          <p:nvPr>
            <p:ph idx="1"/>
          </p:nvPr>
        </p:nvSpPr>
        <p:spPr/>
        <p:txBody>
          <a:bodyPr>
            <a:normAutofit/>
          </a:bodyPr>
          <a:lstStyle/>
          <a:p>
            <a:r>
              <a:rPr lang="de-DE" dirty="0"/>
              <a:t>In 2021, together with colleagues from UQ, The Queensland University of Technology, and the University of Eastern Finland, we applied for funding for a project called </a:t>
            </a:r>
            <a:r>
              <a:rPr lang="en-US" b="1" dirty="0"/>
              <a:t>F%$# Twitter </a:t>
            </a:r>
            <a:r>
              <a:rPr lang="en-US" dirty="0"/>
              <a:t>from the UQ Centre for Digital Cultures and Societies.</a:t>
            </a:r>
          </a:p>
          <a:p>
            <a:r>
              <a:rPr lang="de-DE" dirty="0"/>
              <a:t>The results of this project have led to several presentations at international conferences and a </a:t>
            </a:r>
            <a:r>
              <a:rPr lang="de-DE" i="1" dirty="0"/>
              <a:t>Lingua</a:t>
            </a:r>
            <a:r>
              <a:rPr lang="de-DE" dirty="0"/>
              <a:t> Special Issue </a:t>
            </a:r>
            <a:r>
              <a:rPr lang="en-US" b="1" i="1" dirty="0"/>
              <a:t>Bad Language and Vulgarity Online and in Public Discourse</a:t>
            </a:r>
            <a:r>
              <a:rPr lang="en-US" b="1" dirty="0"/>
              <a:t> </a:t>
            </a:r>
            <a:r>
              <a:rPr lang="en-US" dirty="0"/>
              <a:t>(Eds. Martin Schweinberger, Paula Rautionaho, &amp; Kate Burridge)</a:t>
            </a:r>
          </a:p>
          <a:p>
            <a:r>
              <a:rPr lang="en-US" dirty="0"/>
              <a:t>Schweinberger &amp; Burridge (2025) Vulgarity in online discourse around the English-speaking world went viral…</a:t>
            </a:r>
          </a:p>
          <a:p>
            <a:pPr marL="285750" indent="-285750">
              <a:buClr>
                <a:srgbClr val="CD3030"/>
              </a:buClr>
              <a:buFont typeface="Courier New" panose="02070309020205020404" pitchFamily="49" charset="0"/>
              <a:buChar char="o"/>
            </a:pPr>
            <a:r>
              <a:rPr lang="en-US" dirty="0"/>
              <a:t>Features in the national afternoon and evening news in Australia</a:t>
            </a:r>
          </a:p>
          <a:p>
            <a:pPr marL="285750" indent="-285750">
              <a:buClr>
                <a:srgbClr val="CD3030"/>
              </a:buClr>
              <a:buFont typeface="Courier New" panose="02070309020205020404" pitchFamily="49" charset="0"/>
              <a:buChar char="o"/>
            </a:pPr>
            <a:r>
              <a:rPr lang="en-US" dirty="0"/>
              <a:t>Over 70 newspaper articles including </a:t>
            </a:r>
            <a:r>
              <a:rPr lang="en-US" i="1" dirty="0"/>
              <a:t>The Guardian</a:t>
            </a:r>
            <a:r>
              <a:rPr lang="en-US" dirty="0"/>
              <a:t>, </a:t>
            </a:r>
            <a:r>
              <a:rPr lang="en-US" i="1" dirty="0"/>
              <a:t>CNN</a:t>
            </a:r>
            <a:r>
              <a:rPr lang="en-US" dirty="0"/>
              <a:t>, </a:t>
            </a:r>
            <a:r>
              <a:rPr lang="en-US" i="1" dirty="0"/>
              <a:t>The Conversation</a:t>
            </a:r>
            <a:r>
              <a:rPr lang="en-US" dirty="0"/>
              <a:t>, </a:t>
            </a:r>
            <a:br>
              <a:rPr lang="en-US" dirty="0"/>
            </a:br>
            <a:r>
              <a:rPr lang="en-US" i="1" dirty="0"/>
              <a:t>The Washington Times</a:t>
            </a:r>
            <a:r>
              <a:rPr lang="en-US" dirty="0"/>
              <a:t>, etc.</a:t>
            </a:r>
          </a:p>
          <a:p>
            <a:pPr marL="285750" indent="-285750">
              <a:buClr>
                <a:srgbClr val="CD3030"/>
              </a:buClr>
              <a:buFont typeface="Courier New" panose="02070309020205020404" pitchFamily="49" charset="0"/>
              <a:buChar char="o"/>
            </a:pPr>
            <a:r>
              <a:rPr lang="en-US" dirty="0"/>
              <a:t>Several live radio interviews (I alone appeared on 5 ABC radio shows)</a:t>
            </a:r>
          </a:p>
        </p:txBody>
      </p:sp>
      <p:pic>
        <p:nvPicPr>
          <p:cNvPr id="4" name="Picture 2">
            <a:extLst>
              <a:ext uri="{FF2B5EF4-FFF2-40B4-BE49-F238E27FC236}">
                <a16:creationId xmlns:a16="http://schemas.microsoft.com/office/drawing/2014/main" id="{F3B5D271-AD6E-0F20-E9AC-3EEC2C7A3D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A person wearing glasses&#10;&#10;AI-generated content may be incorrect.">
            <a:extLst>
              <a:ext uri="{FF2B5EF4-FFF2-40B4-BE49-F238E27FC236}">
                <a16:creationId xmlns:a16="http://schemas.microsoft.com/office/drawing/2014/main" id="{711B9D15-E68A-31A1-45C0-0A4F77AECA2A}"/>
              </a:ext>
            </a:extLst>
          </p:cNvPr>
          <p:cNvPicPr>
            <a:picLocks noChangeAspect="1"/>
          </p:cNvPicPr>
          <p:nvPr/>
        </p:nvPicPr>
        <p:blipFill>
          <a:blip r:embed="rId3"/>
          <a:stretch>
            <a:fillRect/>
          </a:stretch>
        </p:blipFill>
        <p:spPr>
          <a:xfrm>
            <a:off x="9336360" y="4105594"/>
            <a:ext cx="1668049" cy="940386"/>
          </a:xfrm>
          <a:prstGeom prst="rect">
            <a:avLst/>
          </a:prstGeom>
        </p:spPr>
      </p:pic>
      <p:pic>
        <p:nvPicPr>
          <p:cNvPr id="6" name="Picture 5" descr="A screen shot of a phone&#10;&#10;AI-generated content may be incorrect.">
            <a:extLst>
              <a:ext uri="{FF2B5EF4-FFF2-40B4-BE49-F238E27FC236}">
                <a16:creationId xmlns:a16="http://schemas.microsoft.com/office/drawing/2014/main" id="{98819A8D-1042-FA27-7165-95493BC10BE4}"/>
              </a:ext>
            </a:extLst>
          </p:cNvPr>
          <p:cNvPicPr>
            <a:picLocks noChangeAspect="1"/>
          </p:cNvPicPr>
          <p:nvPr/>
        </p:nvPicPr>
        <p:blipFill>
          <a:blip r:embed="rId4"/>
          <a:stretch>
            <a:fillRect/>
          </a:stretch>
        </p:blipFill>
        <p:spPr>
          <a:xfrm>
            <a:off x="8256240" y="5135190"/>
            <a:ext cx="2029263" cy="1558688"/>
          </a:xfrm>
          <a:prstGeom prst="rect">
            <a:avLst/>
          </a:prstGeom>
        </p:spPr>
      </p:pic>
      <p:pic>
        <p:nvPicPr>
          <p:cNvPr id="7" name="Picture 6" descr="A person and a bird&#10;&#10;AI-generated content may be incorrect.">
            <a:extLst>
              <a:ext uri="{FF2B5EF4-FFF2-40B4-BE49-F238E27FC236}">
                <a16:creationId xmlns:a16="http://schemas.microsoft.com/office/drawing/2014/main" id="{FF18E587-40AB-1307-0F6D-B12748C002CB}"/>
              </a:ext>
            </a:extLst>
          </p:cNvPr>
          <p:cNvPicPr>
            <a:picLocks noChangeAspect="1"/>
          </p:cNvPicPr>
          <p:nvPr/>
        </p:nvPicPr>
        <p:blipFill>
          <a:blip r:embed="rId5"/>
          <a:stretch>
            <a:fillRect/>
          </a:stretch>
        </p:blipFill>
        <p:spPr>
          <a:xfrm>
            <a:off x="9941210" y="5578785"/>
            <a:ext cx="2215734" cy="819150"/>
          </a:xfrm>
          <a:prstGeom prst="rect">
            <a:avLst/>
          </a:prstGeom>
        </p:spPr>
      </p:pic>
    </p:spTree>
    <p:extLst>
      <p:ext uri="{BB962C8B-B14F-4D97-AF65-F5344CB8AC3E}">
        <p14:creationId xmlns:p14="http://schemas.microsoft.com/office/powerpoint/2010/main" val="7476224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2D77D-E769-5ABC-84F0-40EBC92138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03A36B-A09B-BCA0-CAD8-EFA9EABE68AD}"/>
              </a:ext>
            </a:extLst>
          </p:cNvPr>
          <p:cNvSpPr>
            <a:spLocks noGrp="1"/>
          </p:cNvSpPr>
          <p:nvPr>
            <p:ph type="title"/>
          </p:nvPr>
        </p:nvSpPr>
        <p:spPr/>
        <p:txBody>
          <a:bodyPr/>
          <a:lstStyle/>
          <a:p>
            <a:r>
              <a:rPr lang="de-DE" dirty="0"/>
              <a:t>Background</a:t>
            </a:r>
            <a:endParaRPr lang="en-AU" dirty="0"/>
          </a:p>
        </p:txBody>
      </p:sp>
      <p:sp>
        <p:nvSpPr>
          <p:cNvPr id="3" name="Content Placeholder 2">
            <a:extLst>
              <a:ext uri="{FF2B5EF4-FFF2-40B4-BE49-F238E27FC236}">
                <a16:creationId xmlns:a16="http://schemas.microsoft.com/office/drawing/2014/main" id="{CFA7EE0D-EF9C-739C-0A09-354DC12FBDCC}"/>
              </a:ext>
            </a:extLst>
          </p:cNvPr>
          <p:cNvSpPr>
            <a:spLocks noGrp="1"/>
          </p:cNvSpPr>
          <p:nvPr>
            <p:ph idx="1"/>
          </p:nvPr>
        </p:nvSpPr>
        <p:spPr/>
        <p:txBody>
          <a:bodyPr>
            <a:normAutofit/>
          </a:bodyPr>
          <a:lstStyle/>
          <a:p>
            <a:r>
              <a:rPr lang="en-US" dirty="0"/>
              <a:t>For our paper: public interest in the ranking of the use of vulgarity </a:t>
            </a:r>
            <a:br>
              <a:rPr lang="en-US" dirty="0"/>
            </a:br>
            <a:r>
              <a:rPr lang="en-US" dirty="0"/>
              <a:t>across English-speaking regions (although that was a not the </a:t>
            </a:r>
            <a:br>
              <a:rPr lang="en-US" dirty="0"/>
            </a:br>
            <a:r>
              <a:rPr lang="en-US" dirty="0"/>
              <a:t>main focus of our paper)</a:t>
            </a:r>
          </a:p>
          <a:p>
            <a:r>
              <a:rPr lang="en-US" dirty="0"/>
              <a:t>Most common question we received:</a:t>
            </a:r>
            <a:br>
              <a:rPr lang="en-US" dirty="0"/>
            </a:br>
            <a:endParaRPr lang="en-US" b="1" dirty="0"/>
          </a:p>
          <a:p>
            <a:endParaRPr lang="en-AU" b="1" dirty="0"/>
          </a:p>
        </p:txBody>
      </p:sp>
      <p:pic>
        <p:nvPicPr>
          <p:cNvPr id="4" name="Picture 2">
            <a:extLst>
              <a:ext uri="{FF2B5EF4-FFF2-40B4-BE49-F238E27FC236}">
                <a16:creationId xmlns:a16="http://schemas.microsoft.com/office/drawing/2014/main" id="{622B3233-2DF9-A3B7-1EFB-A6AEA644DA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A graph showing the different countries/regions&#10;&#10;AI-generated content may be incorrect.">
            <a:extLst>
              <a:ext uri="{FF2B5EF4-FFF2-40B4-BE49-F238E27FC236}">
                <a16:creationId xmlns:a16="http://schemas.microsoft.com/office/drawing/2014/main" id="{EDA940DE-5633-060A-7D80-1FBC0E95F933}"/>
              </a:ext>
            </a:extLst>
          </p:cNvPr>
          <p:cNvPicPr>
            <a:picLocks noChangeAspect="1"/>
          </p:cNvPicPr>
          <p:nvPr/>
        </p:nvPicPr>
        <p:blipFill>
          <a:blip r:embed="rId3"/>
          <a:stretch>
            <a:fillRect/>
          </a:stretch>
        </p:blipFill>
        <p:spPr>
          <a:xfrm>
            <a:off x="7536160" y="2762659"/>
            <a:ext cx="4329239" cy="3042605"/>
          </a:xfrm>
          <a:prstGeom prst="rect">
            <a:avLst/>
          </a:prstGeom>
        </p:spPr>
      </p:pic>
      <p:sp>
        <p:nvSpPr>
          <p:cNvPr id="9" name="TextBox 8">
            <a:extLst>
              <a:ext uri="{FF2B5EF4-FFF2-40B4-BE49-F238E27FC236}">
                <a16:creationId xmlns:a16="http://schemas.microsoft.com/office/drawing/2014/main" id="{E266BDFD-2F64-620E-C20E-890C032D6CE8}"/>
              </a:ext>
            </a:extLst>
          </p:cNvPr>
          <p:cNvSpPr txBox="1"/>
          <p:nvPr/>
        </p:nvSpPr>
        <p:spPr>
          <a:xfrm>
            <a:off x="695324" y="3573016"/>
            <a:ext cx="6480720" cy="1200329"/>
          </a:xfrm>
          <a:prstGeom prst="rect">
            <a:avLst/>
          </a:prstGeom>
          <a:noFill/>
          <a:ln w="38100">
            <a:solidFill>
              <a:srgbClr val="CD3030"/>
            </a:solidFill>
          </a:ln>
        </p:spPr>
        <p:txBody>
          <a:bodyPr wrap="square" rtlCol="0">
            <a:spAutoFit/>
          </a:bodyPr>
          <a:lstStyle/>
          <a:p>
            <a:endParaRPr lang="de-DE" b="1" dirty="0"/>
          </a:p>
          <a:p>
            <a:pPr algn="ctr"/>
            <a:r>
              <a:rPr lang="en-US" b="1" dirty="0"/>
              <a:t>What would results be </a:t>
            </a:r>
          </a:p>
          <a:p>
            <a:pPr algn="ctr"/>
            <a:r>
              <a:rPr lang="en-US" b="1" dirty="0"/>
              <a:t>if you looked at face-to-face interaction?!</a:t>
            </a:r>
          </a:p>
          <a:p>
            <a:r>
              <a:rPr lang="de-DE" dirty="0"/>
              <a:t> </a:t>
            </a:r>
            <a:endParaRPr lang="en-AU" dirty="0"/>
          </a:p>
        </p:txBody>
      </p:sp>
    </p:spTree>
    <p:extLst>
      <p:ext uri="{BB962C8B-B14F-4D97-AF65-F5344CB8AC3E}">
        <p14:creationId xmlns:p14="http://schemas.microsoft.com/office/powerpoint/2010/main" val="7721090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A28AE-1D65-568F-8800-8209794E40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606BCE-F638-EB07-C110-5721A3B29F35}"/>
              </a:ext>
            </a:extLst>
          </p:cNvPr>
          <p:cNvSpPr>
            <a:spLocks noGrp="1"/>
          </p:cNvSpPr>
          <p:nvPr>
            <p:ph type="title"/>
          </p:nvPr>
        </p:nvSpPr>
        <p:spPr/>
        <p:txBody>
          <a:bodyPr/>
          <a:lstStyle/>
          <a:p>
            <a:r>
              <a:rPr lang="de-DE" dirty="0"/>
              <a:t>Functions of Swearing/Vulgarity</a:t>
            </a:r>
            <a:endParaRPr lang="en-AU" dirty="0"/>
          </a:p>
        </p:txBody>
      </p:sp>
      <p:sp>
        <p:nvSpPr>
          <p:cNvPr id="3" name="Content Placeholder 2">
            <a:extLst>
              <a:ext uri="{FF2B5EF4-FFF2-40B4-BE49-F238E27FC236}">
                <a16:creationId xmlns:a16="http://schemas.microsoft.com/office/drawing/2014/main" id="{E99741AC-AC94-7159-B4AF-73AEBAC023F8}"/>
              </a:ext>
            </a:extLst>
          </p:cNvPr>
          <p:cNvSpPr>
            <a:spLocks noGrp="1"/>
          </p:cNvSpPr>
          <p:nvPr>
            <p:ph idx="1"/>
          </p:nvPr>
        </p:nvSpPr>
        <p:spPr/>
        <p:txBody>
          <a:bodyPr>
            <a:normAutofit fontScale="92500" lnSpcReduction="20000"/>
          </a:bodyPr>
          <a:lstStyle/>
          <a:p>
            <a:r>
              <a:rPr lang="de-DE" b="1" dirty="0"/>
              <a:t>Social functions</a:t>
            </a:r>
          </a:p>
          <a:p>
            <a:pPr marL="285750" indent="-285750">
              <a:buClr>
                <a:srgbClr val="CD3030"/>
              </a:buClr>
              <a:buFont typeface="Courier New" panose="02070309020205020404" pitchFamily="49" charset="0"/>
              <a:buChar char="o"/>
            </a:pPr>
            <a:r>
              <a:rPr lang="en-US" dirty="0"/>
              <a:t>Indexing Identity/Group Membership: can signal in-group solidarity, shared norms, or cultural/regional identity </a:t>
            </a:r>
            <a:r>
              <a:rPr lang="en-US" sz="1200" dirty="0"/>
              <a:t>(Beers Fägersten, 2012)</a:t>
            </a:r>
          </a:p>
          <a:p>
            <a:pPr marL="285750" indent="-285750">
              <a:buClr>
                <a:srgbClr val="CD3030"/>
              </a:buClr>
              <a:buFont typeface="Courier New" panose="02070309020205020404" pitchFamily="49" charset="0"/>
              <a:buChar char="o"/>
            </a:pPr>
            <a:r>
              <a:rPr lang="en-US" dirty="0" err="1"/>
              <a:t>Establishing|Challenging</a:t>
            </a:r>
            <a:r>
              <a:rPr lang="en-US" dirty="0"/>
              <a:t> Social Hierarchies: can assert dominance, express resistance, or subvert social norms </a:t>
            </a:r>
            <a:r>
              <a:rPr lang="en-US" sz="1200" dirty="0"/>
              <a:t>(Dynel, 2012; Jay, 2009)</a:t>
            </a:r>
          </a:p>
          <a:p>
            <a:pPr marL="285750" indent="-285750">
              <a:buClr>
                <a:srgbClr val="CD3030"/>
              </a:buClr>
              <a:buFont typeface="Courier New" panose="02070309020205020404" pitchFamily="49" charset="0"/>
              <a:buChar char="o"/>
            </a:pPr>
            <a:r>
              <a:rPr lang="en-US" dirty="0"/>
              <a:t>Expressing Emotion &amp; Intensity: used as an emotional intensifier and stress relief </a:t>
            </a:r>
            <a:r>
              <a:rPr lang="en-US" sz="1200" dirty="0"/>
              <a:t>(Stephens, Atkins, &amp; Kingston, 2009; </a:t>
            </a:r>
            <a:r>
              <a:rPr lang="en-US" sz="1200" dirty="0" err="1"/>
              <a:t>Wajnryb</a:t>
            </a:r>
            <a:r>
              <a:rPr lang="en-US" sz="1200" dirty="0"/>
              <a:t>, 2005).</a:t>
            </a:r>
          </a:p>
          <a:p>
            <a:pPr marL="285750" indent="-285750">
              <a:buClr>
                <a:srgbClr val="CD3030"/>
              </a:buClr>
              <a:buFont typeface="Courier New" panose="02070309020205020404" pitchFamily="49" charset="0"/>
              <a:buChar char="o"/>
            </a:pPr>
            <a:r>
              <a:rPr lang="en-US" dirty="0"/>
              <a:t>Managing Social Distance &amp; Politeness: may reduce social distance or enhance authenticity in informal settings </a:t>
            </a:r>
            <a:r>
              <a:rPr lang="en-US" sz="1200" dirty="0"/>
              <a:t>(Culpeper, 2011; Kádár &amp; Haugh, 2013)</a:t>
            </a:r>
          </a:p>
          <a:p>
            <a:pPr>
              <a:buClr>
                <a:srgbClr val="51247A"/>
              </a:buClr>
            </a:pPr>
            <a:r>
              <a:rPr lang="en-US" b="1" dirty="0"/>
              <a:t>Linguistic functions</a:t>
            </a:r>
          </a:p>
          <a:p>
            <a:pPr marL="285750" indent="-285750">
              <a:buClr>
                <a:srgbClr val="CD3030"/>
              </a:buClr>
              <a:buFont typeface="Courier New" panose="02070309020205020404" pitchFamily="49" charset="0"/>
              <a:buChar char="o"/>
            </a:pPr>
            <a:r>
              <a:rPr lang="en-US" dirty="0"/>
              <a:t>Lexical Creativity &amp; Innovation: Swearing often involves creative word formation, euphemisms, and taboo-avoidance strategies </a:t>
            </a:r>
            <a:r>
              <a:rPr lang="en-US" sz="1200" dirty="0"/>
              <a:t>(Allan &amp; Burridge, 2006; Ljung, 2011).</a:t>
            </a:r>
            <a:endParaRPr lang="de-DE" sz="1200" dirty="0"/>
          </a:p>
          <a:p>
            <a:pPr marL="285750" indent="-285750">
              <a:buClr>
                <a:srgbClr val="CD3030"/>
              </a:buClr>
              <a:buFont typeface="Courier New" panose="02070309020205020404" pitchFamily="49" charset="0"/>
              <a:buChar char="o"/>
            </a:pPr>
            <a:r>
              <a:rPr lang="en-US" dirty="0"/>
              <a:t>Pragmatic &amp; Discourse Marking: serves as a discourse strategy to mark stance, topic shifts, or emphasis </a:t>
            </a:r>
            <a:r>
              <a:rPr lang="en-US" sz="1200" dirty="0"/>
              <a:t>(Dewaele, 2016; Holmes, 2013)</a:t>
            </a:r>
          </a:p>
          <a:p>
            <a:pPr marL="285750" indent="-285750">
              <a:buClr>
                <a:srgbClr val="CD3030"/>
              </a:buClr>
              <a:buFont typeface="Courier New" panose="02070309020205020404" pitchFamily="49" charset="0"/>
              <a:buChar char="o"/>
            </a:pPr>
            <a:r>
              <a:rPr lang="en-US" dirty="0"/>
              <a:t>Sociolinguistic Variation: varies by age, gender, class, and region, making it a rich domain for sociolinguistic study </a:t>
            </a:r>
            <a:r>
              <a:rPr lang="en-US" sz="1200" dirty="0"/>
              <a:t>(McEnery &amp; Xiao, 2004; Schweinberger, 2018; Stapleton, 2003)</a:t>
            </a:r>
          </a:p>
          <a:p>
            <a:pPr marL="285750" indent="-285750">
              <a:buClr>
                <a:srgbClr val="CD3030"/>
              </a:buClr>
              <a:buFont typeface="Courier New" panose="02070309020205020404" pitchFamily="49" charset="0"/>
              <a:buChar char="o"/>
            </a:pPr>
            <a:r>
              <a:rPr lang="en-US" dirty="0"/>
              <a:t>Language Norms and Taboo: reveals how societies construct and negotiate linguistic taboos </a:t>
            </a:r>
            <a:r>
              <a:rPr lang="en-US" sz="1200" dirty="0"/>
              <a:t>(Burridge, 2006; Pinker, 2007).</a:t>
            </a:r>
            <a:endParaRPr lang="de-DE" sz="1200" dirty="0"/>
          </a:p>
        </p:txBody>
      </p:sp>
      <p:pic>
        <p:nvPicPr>
          <p:cNvPr id="4" name="Picture 2">
            <a:extLst>
              <a:ext uri="{FF2B5EF4-FFF2-40B4-BE49-F238E27FC236}">
                <a16:creationId xmlns:a16="http://schemas.microsoft.com/office/drawing/2014/main" id="{E3EFF2C6-EB1A-CD51-58AD-C17D231332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153125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18AA1-495C-B344-DFBE-6AB1112672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C73D01-5144-499A-60F4-34724335ED3B}"/>
              </a:ext>
            </a:extLst>
          </p:cNvPr>
          <p:cNvSpPr>
            <a:spLocks noGrp="1"/>
          </p:cNvSpPr>
          <p:nvPr>
            <p:ph type="title"/>
          </p:nvPr>
        </p:nvSpPr>
        <p:spPr/>
        <p:txBody>
          <a:bodyPr/>
          <a:lstStyle/>
          <a:p>
            <a:r>
              <a:rPr lang="de-DE" dirty="0"/>
              <a:t>Research questions and hypotheses</a:t>
            </a:r>
            <a:endParaRPr lang="en-AU" dirty="0"/>
          </a:p>
        </p:txBody>
      </p:sp>
      <p:sp>
        <p:nvSpPr>
          <p:cNvPr id="3" name="Content Placeholder 2">
            <a:extLst>
              <a:ext uri="{FF2B5EF4-FFF2-40B4-BE49-F238E27FC236}">
                <a16:creationId xmlns:a16="http://schemas.microsoft.com/office/drawing/2014/main" id="{7F8D943D-DF3A-26E4-8C73-59D9F774F34B}"/>
              </a:ext>
            </a:extLst>
          </p:cNvPr>
          <p:cNvSpPr>
            <a:spLocks noGrp="1"/>
          </p:cNvSpPr>
          <p:nvPr>
            <p:ph idx="1"/>
          </p:nvPr>
        </p:nvSpPr>
        <p:spPr/>
        <p:txBody>
          <a:bodyPr>
            <a:normAutofit/>
          </a:bodyPr>
          <a:lstStyle/>
          <a:p>
            <a:r>
              <a:rPr lang="de-DE" b="1" dirty="0"/>
              <a:t>Relevant findings from prior research </a:t>
            </a:r>
          </a:p>
          <a:p>
            <a:pPr marL="285750" indent="-285750">
              <a:buClr>
                <a:srgbClr val="CD3030"/>
              </a:buClr>
              <a:buFont typeface="Courier New" panose="02070309020205020404" pitchFamily="49" charset="0"/>
              <a:buChar char="o"/>
            </a:pPr>
            <a:r>
              <a:rPr lang="de-DE" dirty="0"/>
              <a:t>online, speakers/users from inner circle varieties and espcially speakers from the US use most vulgarity </a:t>
            </a:r>
            <a:r>
              <a:rPr lang="de-DE" sz="1200" dirty="0">
                <a:solidFill>
                  <a:schemeClr val="bg1">
                    <a:lumMod val="75000"/>
                  </a:schemeClr>
                </a:solidFill>
              </a:rPr>
              <a:t>(</a:t>
            </a:r>
            <a:r>
              <a:rPr lang="en-US" sz="1200" dirty="0">
                <a:solidFill>
                  <a:schemeClr val="bg1">
                    <a:lumMod val="75000"/>
                  </a:schemeClr>
                </a:solidFill>
              </a:rPr>
              <a:t>Laitinen,  Rautionaho, Fatemi, &amp; Halonen, 2025</a:t>
            </a:r>
            <a:r>
              <a:rPr lang="de-DE" sz="1200" dirty="0">
                <a:solidFill>
                  <a:schemeClr val="bg1">
                    <a:lumMod val="75000"/>
                  </a:schemeClr>
                </a:solidFill>
              </a:rPr>
              <a:t>; Schweinberger &amp; Burridge, 2025; </a:t>
            </a:r>
            <a:r>
              <a:rPr lang="en-US" sz="1200" dirty="0">
                <a:solidFill>
                  <a:schemeClr val="bg1">
                    <a:lumMod val="75000"/>
                  </a:schemeClr>
                </a:solidFill>
              </a:rPr>
              <a:t>Schweinberger, Laitinen, Haugh, Rautionaho, Fatemi, Hames, &amp; Takahashi, n.d.; Schweinberger, Haugh, Laitinen, Fatemi, Hames, Rautionaho, &amp; Takahashi, n.d.</a:t>
            </a:r>
            <a:r>
              <a:rPr lang="de-DE" sz="1200" dirty="0">
                <a:solidFill>
                  <a:schemeClr val="bg1">
                    <a:lumMod val="75000"/>
                  </a:schemeClr>
                </a:solidFill>
              </a:rPr>
              <a:t>).</a:t>
            </a:r>
          </a:p>
          <a:p>
            <a:pPr marL="285750" indent="-285750">
              <a:buClr>
                <a:srgbClr val="CD3030"/>
              </a:buClr>
              <a:buFont typeface="Courier New" panose="02070309020205020404" pitchFamily="49" charset="0"/>
              <a:buChar char="o"/>
            </a:pPr>
            <a:r>
              <a:rPr lang="de-DE" dirty="0"/>
              <a:t>Younger speakers and young males in particular exhibit higher rates of vulgarity compared with older speakers or female speakers</a:t>
            </a:r>
            <a:r>
              <a:rPr lang="de-DE" dirty="0">
                <a:solidFill>
                  <a:srgbClr val="51247A"/>
                </a:solidFill>
              </a:rPr>
              <a:t> </a:t>
            </a:r>
            <a:r>
              <a:rPr lang="de-DE" sz="1200" dirty="0">
                <a:solidFill>
                  <a:schemeClr val="bg1">
                    <a:lumMod val="75000"/>
                  </a:schemeClr>
                </a:solidFill>
              </a:rPr>
              <a:t>(Schweinberger, 2018)</a:t>
            </a:r>
          </a:p>
          <a:p>
            <a:r>
              <a:rPr lang="de-DE" b="1" dirty="0"/>
              <a:t>Hypotheses</a:t>
            </a:r>
          </a:p>
          <a:p>
            <a:r>
              <a:rPr lang="de-DE" dirty="0"/>
              <a:t>Based on the use of vulgarity in spoken discourse in public settings (advertisement ads and outbursts of former Prime Miniters on televsion), we assumed that </a:t>
            </a:r>
          </a:p>
          <a:p>
            <a:pPr marL="285750" indent="-285750">
              <a:buClr>
                <a:srgbClr val="CD3030"/>
              </a:buClr>
              <a:buFont typeface="Courier New" panose="02070309020205020404" pitchFamily="49" charset="0"/>
              <a:buChar char="o"/>
            </a:pPr>
            <a:r>
              <a:rPr lang="de-DE" dirty="0"/>
              <a:t>Australians would exhibit higher frequencies of vulgarity in face-to-face conversations while the use of vulgarity among US speakers would be lower.</a:t>
            </a:r>
          </a:p>
          <a:p>
            <a:pPr marL="285750" indent="-285750">
              <a:buClr>
                <a:srgbClr val="CD3030"/>
              </a:buClr>
              <a:buFont typeface="Courier New" panose="02070309020205020404" pitchFamily="49" charset="0"/>
              <a:buChar char="o"/>
            </a:pPr>
            <a:r>
              <a:rPr lang="de-DE" dirty="0"/>
              <a:t>Inner circle varieties exhibit a tendency for higher use fo vulgarity compared to outer circle vareities.</a:t>
            </a:r>
          </a:p>
          <a:p>
            <a:endParaRPr lang="de-DE" dirty="0"/>
          </a:p>
          <a:p>
            <a:endParaRPr lang="de-DE" dirty="0"/>
          </a:p>
          <a:p>
            <a:endParaRPr lang="de-DE" dirty="0">
              <a:solidFill>
                <a:srgbClr val="51247A"/>
              </a:solidFill>
            </a:endParaRPr>
          </a:p>
        </p:txBody>
      </p:sp>
      <p:pic>
        <p:nvPicPr>
          <p:cNvPr id="4" name="Picture 2">
            <a:extLst>
              <a:ext uri="{FF2B5EF4-FFF2-40B4-BE49-F238E27FC236}">
                <a16:creationId xmlns:a16="http://schemas.microsoft.com/office/drawing/2014/main" id="{C82E975E-AB5F-EFB8-E1EF-0B4265A412C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150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277F5-BEFB-C4AF-E3F5-BC48FEA5C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7D3946-857D-5163-F22B-831380FDBB2E}"/>
              </a:ext>
            </a:extLst>
          </p:cNvPr>
          <p:cNvSpPr>
            <a:spLocks noGrp="1"/>
          </p:cNvSpPr>
          <p:nvPr>
            <p:ph type="title"/>
          </p:nvPr>
        </p:nvSpPr>
        <p:spPr/>
        <p:txBody>
          <a:bodyPr/>
          <a:lstStyle/>
          <a:p>
            <a:r>
              <a:rPr lang="de-DE" dirty="0"/>
              <a:t>Data and Data Processing</a:t>
            </a:r>
            <a:endParaRPr lang="en-AU" dirty="0"/>
          </a:p>
        </p:txBody>
      </p:sp>
      <p:sp>
        <p:nvSpPr>
          <p:cNvPr id="3" name="Content Placeholder 2">
            <a:extLst>
              <a:ext uri="{FF2B5EF4-FFF2-40B4-BE49-F238E27FC236}">
                <a16:creationId xmlns:a16="http://schemas.microsoft.com/office/drawing/2014/main" id="{93A5FB2D-11E6-FFF6-08B9-1D6D4DA940EC}"/>
              </a:ext>
            </a:extLst>
          </p:cNvPr>
          <p:cNvSpPr>
            <a:spLocks noGrp="1"/>
          </p:cNvSpPr>
          <p:nvPr>
            <p:ph idx="1"/>
          </p:nvPr>
        </p:nvSpPr>
        <p:spPr/>
        <p:txBody>
          <a:bodyPr>
            <a:normAutofit/>
          </a:bodyPr>
          <a:lstStyle/>
          <a:p>
            <a:r>
              <a:rPr lang="de-DE" b="1" dirty="0"/>
              <a:t>International Corpus of English (ICE)</a:t>
            </a:r>
          </a:p>
          <a:p>
            <a:r>
              <a:rPr lang="de-DE" dirty="0"/>
              <a:t>Spoken sections of ICE Australia, Canada, East Africa (Kenya &amp; Tanzania), Great Britain, Hong Kong, Ireland, India, Jamaica, New Zealand, Philippines, Sri Lanka, Singapore, and the Santa Barbraa Corpus of Spoken American English</a:t>
            </a:r>
          </a:p>
          <a:p>
            <a:r>
              <a:rPr lang="de-DE" b="1" dirty="0"/>
              <a:t>Data Processing</a:t>
            </a:r>
          </a:p>
          <a:p>
            <a:r>
              <a:rPr lang="de-DE" dirty="0"/>
              <a:t>All in R version 4.4.2 </a:t>
            </a:r>
            <a:r>
              <a:rPr lang="de-DE" sz="1200" dirty="0">
                <a:solidFill>
                  <a:schemeClr val="bg1">
                    <a:lumMod val="75000"/>
                  </a:schemeClr>
                </a:solidFill>
              </a:rPr>
              <a:t>(R Core Team, 2024) </a:t>
            </a:r>
            <a:r>
              <a:rPr lang="de-DE" dirty="0"/>
              <a:t>via RStudio </a:t>
            </a:r>
            <a:r>
              <a:rPr lang="de-DE" sz="1200" dirty="0">
                <a:solidFill>
                  <a:schemeClr val="bg1">
                    <a:lumMod val="75000"/>
                  </a:schemeClr>
                </a:solidFill>
              </a:rPr>
              <a:t>(Posit team, 2025)</a:t>
            </a:r>
            <a:r>
              <a:rPr lang="de-DE" dirty="0">
                <a:solidFill>
                  <a:srgbClr val="51247A"/>
                </a:solidFill>
              </a:rPr>
              <a:t>: </a:t>
            </a:r>
            <a:r>
              <a:rPr lang="de-DE" dirty="0"/>
              <a:t>analysis details available at XXX)</a:t>
            </a:r>
          </a:p>
          <a:p>
            <a:pPr marL="285750" indent="-285750">
              <a:buClr>
                <a:srgbClr val="CD3030"/>
              </a:buClr>
              <a:buFont typeface="Courier New" panose="02070309020205020404" pitchFamily="49" charset="0"/>
              <a:buChar char="o"/>
            </a:pPr>
            <a:r>
              <a:rPr lang="de-DE" dirty="0"/>
              <a:t>Split into untterances</a:t>
            </a:r>
          </a:p>
          <a:p>
            <a:pPr marL="285750" indent="-285750">
              <a:buClr>
                <a:srgbClr val="CD3030"/>
              </a:buClr>
              <a:buFont typeface="Courier New" panose="02070309020205020404" pitchFamily="49" charset="0"/>
              <a:buChar char="o"/>
            </a:pPr>
            <a:r>
              <a:rPr lang="de-DE" dirty="0"/>
              <a:t>Extracted speaker reference and cleaned utterance</a:t>
            </a:r>
          </a:p>
          <a:p>
            <a:pPr marL="285750" indent="-285750">
              <a:buClr>
                <a:srgbClr val="CD3030"/>
              </a:buClr>
              <a:buFont typeface="Courier New" panose="02070309020205020404" pitchFamily="49" charset="0"/>
              <a:buChar char="o"/>
            </a:pPr>
            <a:r>
              <a:rPr lang="de-DE" dirty="0"/>
              <a:t>Added speaker information and determined the number of tokens in each utterance</a:t>
            </a:r>
          </a:p>
          <a:p>
            <a:pPr marL="285750" indent="-285750">
              <a:buClr>
                <a:srgbClr val="CD3030"/>
              </a:buClr>
              <a:buFont typeface="Courier New" panose="02070309020205020404" pitchFamily="49" charset="0"/>
              <a:buChar char="o"/>
            </a:pPr>
            <a:r>
              <a:rPr lang="de-DE" dirty="0"/>
              <a:t>Concordancing of vulgar elements using a list of regular expressions </a:t>
            </a:r>
            <a:br>
              <a:rPr lang="de-DE" dirty="0"/>
            </a:br>
            <a:r>
              <a:rPr lang="de-DE" dirty="0"/>
              <a:t>(same as Schweinberger &amp; Burridge, 2025)</a:t>
            </a:r>
          </a:p>
          <a:p>
            <a:pPr marL="285750" indent="-285750">
              <a:buClr>
                <a:srgbClr val="CD3030"/>
              </a:buClr>
              <a:buFont typeface="Courier New" panose="02070309020205020404" pitchFamily="49" charset="0"/>
              <a:buChar char="o"/>
            </a:pPr>
            <a:r>
              <a:rPr lang="de-DE" dirty="0"/>
              <a:t>Tabullation and visualisation</a:t>
            </a:r>
          </a:p>
          <a:p>
            <a:endParaRPr lang="de-DE" dirty="0">
              <a:solidFill>
                <a:srgbClr val="51247A"/>
              </a:solidFill>
            </a:endParaRPr>
          </a:p>
        </p:txBody>
      </p:sp>
      <p:pic>
        <p:nvPicPr>
          <p:cNvPr id="4" name="Picture 2">
            <a:extLst>
              <a:ext uri="{FF2B5EF4-FFF2-40B4-BE49-F238E27FC236}">
                <a16:creationId xmlns:a16="http://schemas.microsoft.com/office/drawing/2014/main" id="{AC222302-FA8F-5459-EE39-C5D0A35069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A close up of a logo&#10;&#10;AI-generated content may be incorrect.">
            <a:extLst>
              <a:ext uri="{FF2B5EF4-FFF2-40B4-BE49-F238E27FC236}">
                <a16:creationId xmlns:a16="http://schemas.microsoft.com/office/drawing/2014/main" id="{204B3F4A-5C8A-8F23-0AB5-1133C0EB9715}"/>
              </a:ext>
            </a:extLst>
          </p:cNvPr>
          <p:cNvPicPr>
            <a:picLocks noChangeAspect="1"/>
          </p:cNvPicPr>
          <p:nvPr/>
        </p:nvPicPr>
        <p:blipFill>
          <a:blip r:embed="rId3"/>
          <a:stretch>
            <a:fillRect/>
          </a:stretch>
        </p:blipFill>
        <p:spPr>
          <a:xfrm>
            <a:off x="8328248" y="5879833"/>
            <a:ext cx="3673575" cy="857789"/>
          </a:xfrm>
          <a:prstGeom prst="rect">
            <a:avLst/>
          </a:prstGeom>
        </p:spPr>
      </p:pic>
    </p:spTree>
    <p:extLst>
      <p:ext uri="{BB962C8B-B14F-4D97-AF65-F5344CB8AC3E}">
        <p14:creationId xmlns:p14="http://schemas.microsoft.com/office/powerpoint/2010/main" val="2264830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541FE9-6109-ABD1-4637-CA03658BA2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3FC125-EF76-E0EE-A7B9-1D663E09236D}"/>
              </a:ext>
            </a:extLst>
          </p:cNvPr>
          <p:cNvSpPr>
            <a:spLocks noGrp="1"/>
          </p:cNvSpPr>
          <p:nvPr>
            <p:ph type="title"/>
          </p:nvPr>
        </p:nvSpPr>
        <p:spPr/>
        <p:txBody>
          <a:bodyPr/>
          <a:lstStyle/>
          <a:p>
            <a:r>
              <a:rPr lang="de-DE" dirty="0"/>
              <a:t>Methodology</a:t>
            </a:r>
            <a:endParaRPr lang="en-AU" dirty="0"/>
          </a:p>
        </p:txBody>
      </p:sp>
      <p:sp>
        <p:nvSpPr>
          <p:cNvPr id="3" name="Content Placeholder 2">
            <a:extLst>
              <a:ext uri="{FF2B5EF4-FFF2-40B4-BE49-F238E27FC236}">
                <a16:creationId xmlns:a16="http://schemas.microsoft.com/office/drawing/2014/main" id="{2544C75A-9D0C-853B-0082-285F9F6F70B4}"/>
              </a:ext>
            </a:extLst>
          </p:cNvPr>
          <p:cNvSpPr>
            <a:spLocks noGrp="1"/>
          </p:cNvSpPr>
          <p:nvPr>
            <p:ph idx="1"/>
          </p:nvPr>
        </p:nvSpPr>
        <p:spPr/>
        <p:txBody>
          <a:bodyPr>
            <a:normAutofit/>
          </a:bodyPr>
          <a:lstStyle/>
          <a:p>
            <a:r>
              <a:rPr lang="de-DE" b="1" dirty="0"/>
              <a:t>Data Extraction</a:t>
            </a:r>
          </a:p>
          <a:p>
            <a:r>
              <a:rPr lang="de-DE" dirty="0"/>
              <a:t>To extract vulgar elements we used the same list of regular expressions as Schweinberger and Burrdige (2025).</a:t>
            </a:r>
          </a:p>
          <a:p>
            <a:r>
              <a:rPr lang="de-DE" dirty="0"/>
              <a:t>Started with terms listed in online content modertation, previous research, and what the OED considers „vulgar“. Then manually checked the lists and enhanced them using regular expressions to be able to find vulgarity with non-normalised spellings and other variants (plurals, progressive forms, etc.).</a:t>
            </a:r>
          </a:p>
          <a:p>
            <a:r>
              <a:rPr lang="de-DE" b="1" dirty="0"/>
              <a:t>Statistical Methods</a:t>
            </a:r>
          </a:p>
          <a:p>
            <a:pPr marL="285750" indent="-285750">
              <a:buClr>
                <a:srgbClr val="CD3030"/>
              </a:buClr>
              <a:buFont typeface="Courier New" panose="02070309020205020404" pitchFamily="49" charset="0"/>
              <a:buChar char="o"/>
            </a:pPr>
            <a:r>
              <a:rPr lang="de-DE" dirty="0"/>
              <a:t>Frequency tabulation (normalised by N tokens)</a:t>
            </a:r>
          </a:p>
          <a:p>
            <a:pPr marL="285750" indent="-285750">
              <a:buClr>
                <a:srgbClr val="CD3030"/>
              </a:buClr>
              <a:buFont typeface="Courier New" panose="02070309020205020404" pitchFamily="49" charset="0"/>
              <a:buChar char="o"/>
            </a:pPr>
            <a:r>
              <a:rPr lang="de-DE" dirty="0"/>
              <a:t>Adjusted Corrected Type-Token Ratios (aCTTR) to investigate variability and creativity in use: the higher the aCTTR, the more different variants the speaker form a region are using.</a:t>
            </a:r>
          </a:p>
          <a:p>
            <a:pPr marL="285750" indent="-285750">
              <a:buClr>
                <a:srgbClr val="CD3030"/>
              </a:buClr>
              <a:buFont typeface="Courier New" panose="02070309020205020404" pitchFamily="49" charset="0"/>
              <a:buChar char="o"/>
            </a:pPr>
            <a:r>
              <a:rPr lang="de-DE" dirty="0"/>
              <a:t>Conditional Inference Trees (CIT) to check for differences along social categories </a:t>
            </a:r>
            <a:br>
              <a:rPr lang="de-DE" dirty="0"/>
            </a:br>
            <a:r>
              <a:rPr lang="de-DE" dirty="0"/>
              <a:t>(dependent variable: speaker uses or vulgar element vs does not use a vulgar element).</a:t>
            </a:r>
          </a:p>
          <a:p>
            <a:endParaRPr lang="de-DE" dirty="0"/>
          </a:p>
        </p:txBody>
      </p:sp>
      <p:pic>
        <p:nvPicPr>
          <p:cNvPr id="4" name="Picture 2">
            <a:extLst>
              <a:ext uri="{FF2B5EF4-FFF2-40B4-BE49-F238E27FC236}">
                <a16:creationId xmlns:a16="http://schemas.microsoft.com/office/drawing/2014/main" id="{43713053-B5FB-8E54-5FCC-5EF7BE4641E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14953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CF5DA-4C31-FFA1-90C1-ADA7D235C9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FA416B-52CA-6BF2-5CDC-38C5C118AC8D}"/>
              </a:ext>
            </a:extLst>
          </p:cNvPr>
          <p:cNvSpPr>
            <a:spLocks noGrp="1"/>
          </p:cNvSpPr>
          <p:nvPr>
            <p:ph type="title"/>
          </p:nvPr>
        </p:nvSpPr>
        <p:spPr/>
        <p:txBody>
          <a:bodyPr/>
          <a:lstStyle/>
          <a:p>
            <a:r>
              <a:rPr lang="de-DE" dirty="0"/>
              <a:t>Data</a:t>
            </a:r>
            <a:endParaRPr lang="en-AU" dirty="0"/>
          </a:p>
        </p:txBody>
      </p:sp>
      <p:pic>
        <p:nvPicPr>
          <p:cNvPr id="4" name="Picture 2">
            <a:extLst>
              <a:ext uri="{FF2B5EF4-FFF2-40B4-BE49-F238E27FC236}">
                <a16:creationId xmlns:a16="http://schemas.microsoft.com/office/drawing/2014/main" id="{D71FC491-A7A3-4F66-AC4C-8A6699FDDC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
        <p:nvSpPr>
          <p:cNvPr id="6" name="Content Placeholder 5">
            <a:extLst>
              <a:ext uri="{FF2B5EF4-FFF2-40B4-BE49-F238E27FC236}">
                <a16:creationId xmlns:a16="http://schemas.microsoft.com/office/drawing/2014/main" id="{028B3B0C-3E39-C794-1054-E3B0E94F7ECC}"/>
              </a:ext>
            </a:extLst>
          </p:cNvPr>
          <p:cNvSpPr>
            <a:spLocks noGrp="1"/>
          </p:cNvSpPr>
          <p:nvPr>
            <p:ph idx="1"/>
          </p:nvPr>
        </p:nvSpPr>
        <p:spPr/>
        <p:txBody>
          <a:bodyPr/>
          <a:lstStyle/>
          <a:p>
            <a:endParaRPr lang="en-AU"/>
          </a:p>
        </p:txBody>
      </p:sp>
      <p:graphicFrame>
        <p:nvGraphicFramePr>
          <p:cNvPr id="7" name="Table 6">
            <a:extLst>
              <a:ext uri="{FF2B5EF4-FFF2-40B4-BE49-F238E27FC236}">
                <a16:creationId xmlns:a16="http://schemas.microsoft.com/office/drawing/2014/main" id="{D83493A2-EB63-D3B0-BABE-BC0E3128897B}"/>
              </a:ext>
            </a:extLst>
          </p:cNvPr>
          <p:cNvGraphicFramePr>
            <a:graphicFrameLocks noGrp="1"/>
          </p:cNvGraphicFramePr>
          <p:nvPr>
            <p:extLst>
              <p:ext uri="{D42A27DB-BD31-4B8C-83A1-F6EECF244321}">
                <p14:modId xmlns:p14="http://schemas.microsoft.com/office/powerpoint/2010/main" val="3733884165"/>
              </p:ext>
            </p:extLst>
          </p:nvPr>
        </p:nvGraphicFramePr>
        <p:xfrm>
          <a:off x="695325" y="1628799"/>
          <a:ext cx="11305335" cy="5040553"/>
        </p:xfrm>
        <a:graphic>
          <a:graphicData uri="http://schemas.openxmlformats.org/drawingml/2006/table">
            <a:tbl>
              <a:tblPr>
                <a:tableStyleId>{5C22544A-7EE6-4342-B048-85BDC9FD1C3A}</a:tableStyleId>
              </a:tblPr>
              <a:tblGrid>
                <a:gridCol w="1217739">
                  <a:extLst>
                    <a:ext uri="{9D8B030D-6E8A-4147-A177-3AD203B41FA5}">
                      <a16:colId xmlns:a16="http://schemas.microsoft.com/office/drawing/2014/main" val="1546746475"/>
                    </a:ext>
                  </a:extLst>
                </a:gridCol>
                <a:gridCol w="1013473">
                  <a:extLst>
                    <a:ext uri="{9D8B030D-6E8A-4147-A177-3AD203B41FA5}">
                      <a16:colId xmlns:a16="http://schemas.microsoft.com/office/drawing/2014/main" val="3472616743"/>
                    </a:ext>
                  </a:extLst>
                </a:gridCol>
                <a:gridCol w="754213">
                  <a:extLst>
                    <a:ext uri="{9D8B030D-6E8A-4147-A177-3AD203B41FA5}">
                      <a16:colId xmlns:a16="http://schemas.microsoft.com/office/drawing/2014/main" val="1909503035"/>
                    </a:ext>
                  </a:extLst>
                </a:gridCol>
                <a:gridCol w="754213">
                  <a:extLst>
                    <a:ext uri="{9D8B030D-6E8A-4147-A177-3AD203B41FA5}">
                      <a16:colId xmlns:a16="http://schemas.microsoft.com/office/drawing/2014/main" val="973147712"/>
                    </a:ext>
                  </a:extLst>
                </a:gridCol>
                <a:gridCol w="1013473">
                  <a:extLst>
                    <a:ext uri="{9D8B030D-6E8A-4147-A177-3AD203B41FA5}">
                      <a16:colId xmlns:a16="http://schemas.microsoft.com/office/drawing/2014/main" val="900175499"/>
                    </a:ext>
                  </a:extLst>
                </a:gridCol>
                <a:gridCol w="754213">
                  <a:extLst>
                    <a:ext uri="{9D8B030D-6E8A-4147-A177-3AD203B41FA5}">
                      <a16:colId xmlns:a16="http://schemas.microsoft.com/office/drawing/2014/main" val="2032995095"/>
                    </a:ext>
                  </a:extLst>
                </a:gridCol>
                <a:gridCol w="754213">
                  <a:extLst>
                    <a:ext uri="{9D8B030D-6E8A-4147-A177-3AD203B41FA5}">
                      <a16:colId xmlns:a16="http://schemas.microsoft.com/office/drawing/2014/main" val="769293306"/>
                    </a:ext>
                  </a:extLst>
                </a:gridCol>
                <a:gridCol w="1013473">
                  <a:extLst>
                    <a:ext uri="{9D8B030D-6E8A-4147-A177-3AD203B41FA5}">
                      <a16:colId xmlns:a16="http://schemas.microsoft.com/office/drawing/2014/main" val="241983897"/>
                    </a:ext>
                  </a:extLst>
                </a:gridCol>
                <a:gridCol w="754213">
                  <a:extLst>
                    <a:ext uri="{9D8B030D-6E8A-4147-A177-3AD203B41FA5}">
                      <a16:colId xmlns:a16="http://schemas.microsoft.com/office/drawing/2014/main" val="6501747"/>
                    </a:ext>
                  </a:extLst>
                </a:gridCol>
                <a:gridCol w="754213">
                  <a:extLst>
                    <a:ext uri="{9D8B030D-6E8A-4147-A177-3AD203B41FA5}">
                      <a16:colId xmlns:a16="http://schemas.microsoft.com/office/drawing/2014/main" val="465967609"/>
                    </a:ext>
                  </a:extLst>
                </a:gridCol>
                <a:gridCol w="1013473">
                  <a:extLst>
                    <a:ext uri="{9D8B030D-6E8A-4147-A177-3AD203B41FA5}">
                      <a16:colId xmlns:a16="http://schemas.microsoft.com/office/drawing/2014/main" val="3196700609"/>
                    </a:ext>
                  </a:extLst>
                </a:gridCol>
                <a:gridCol w="754213">
                  <a:extLst>
                    <a:ext uri="{9D8B030D-6E8A-4147-A177-3AD203B41FA5}">
                      <a16:colId xmlns:a16="http://schemas.microsoft.com/office/drawing/2014/main" val="204272169"/>
                    </a:ext>
                  </a:extLst>
                </a:gridCol>
                <a:gridCol w="754213">
                  <a:extLst>
                    <a:ext uri="{9D8B030D-6E8A-4147-A177-3AD203B41FA5}">
                      <a16:colId xmlns:a16="http://schemas.microsoft.com/office/drawing/2014/main" val="4157980577"/>
                    </a:ext>
                  </a:extLst>
                </a:gridCol>
              </a:tblGrid>
              <a:tr h="281989">
                <a:tc>
                  <a:txBody>
                    <a:bodyPr/>
                    <a:lstStyle/>
                    <a:p>
                      <a:pPr algn="l" fontAlgn="ctr"/>
                      <a:endParaRPr lang="en-AU" sz="1100" b="1" i="0" u="none" strike="noStrike" dirty="0">
                        <a:solidFill>
                          <a:srgbClr val="000000"/>
                        </a:solidFill>
                        <a:effectLst/>
                        <a:latin typeface="Aptos Narrow" panose="020B0004020202020204" pitchFamily="34" charset="0"/>
                      </a:endParaRPr>
                    </a:p>
                  </a:txBody>
                  <a:tcPr marL="7620" marR="7620" marT="7620" marB="0" anchor="ctr"/>
                </a:tc>
                <a:tc gridSpan="3">
                  <a:txBody>
                    <a:bodyPr/>
                    <a:lstStyle/>
                    <a:p>
                      <a:pPr algn="ctr" fontAlgn="ctr"/>
                      <a:r>
                        <a:rPr lang="en-AU" sz="1100" b="1" u="none" strike="noStrike" dirty="0">
                          <a:effectLst/>
                        </a:rPr>
                        <a:t>private dialogue</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hMerge="1">
                  <a:txBody>
                    <a:bodyPr/>
                    <a:lstStyle/>
                    <a:p>
                      <a:endParaRPr lang="en-AU"/>
                    </a:p>
                  </a:txBody>
                  <a:tcPr/>
                </a:tc>
                <a:tc hMerge="1">
                  <a:txBody>
                    <a:bodyPr/>
                    <a:lstStyle/>
                    <a:p>
                      <a:endParaRPr lang="en-AU"/>
                    </a:p>
                  </a:txBody>
                  <a:tcPr/>
                </a:tc>
                <a:tc gridSpan="3">
                  <a:txBody>
                    <a:bodyPr/>
                    <a:lstStyle/>
                    <a:p>
                      <a:pPr algn="ctr" fontAlgn="ctr"/>
                      <a:r>
                        <a:rPr lang="en-AU" sz="1100" b="1" u="none" strike="noStrike" dirty="0">
                          <a:effectLst/>
                        </a:rPr>
                        <a:t>public dialogue</a:t>
                      </a:r>
                      <a:endParaRPr lang="en-AU" sz="1100" b="1" i="0" u="none" strike="noStrike" dirty="0">
                        <a:solidFill>
                          <a:srgbClr val="000000"/>
                        </a:solidFill>
                        <a:effectLst/>
                        <a:latin typeface="Aptos Narrow" panose="020B0004020202020204" pitchFamily="34" charset="0"/>
                      </a:endParaRPr>
                    </a:p>
                  </a:txBody>
                  <a:tcPr marL="7620" marR="7620" marT="7620" marB="0" anchor="ctr"/>
                </a:tc>
                <a:tc hMerge="1">
                  <a:txBody>
                    <a:bodyPr/>
                    <a:lstStyle/>
                    <a:p>
                      <a:endParaRPr lang="en-AU"/>
                    </a:p>
                  </a:txBody>
                  <a:tcPr/>
                </a:tc>
                <a:tc hMerge="1">
                  <a:txBody>
                    <a:bodyPr/>
                    <a:lstStyle/>
                    <a:p>
                      <a:endParaRPr lang="en-AU"/>
                    </a:p>
                  </a:txBody>
                  <a:tcPr/>
                </a:tc>
                <a:tc gridSpan="3">
                  <a:txBody>
                    <a:bodyPr/>
                    <a:lstStyle/>
                    <a:p>
                      <a:pPr algn="ctr" fontAlgn="ctr"/>
                      <a:r>
                        <a:rPr lang="en-AU" sz="1100" b="1" u="none" strike="noStrike" dirty="0">
                          <a:effectLst/>
                        </a:rPr>
                        <a:t>unscripted monologue</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hMerge="1">
                  <a:txBody>
                    <a:bodyPr/>
                    <a:lstStyle/>
                    <a:p>
                      <a:endParaRPr lang="en-AU"/>
                    </a:p>
                  </a:txBody>
                  <a:tcPr/>
                </a:tc>
                <a:tc hMerge="1">
                  <a:txBody>
                    <a:bodyPr/>
                    <a:lstStyle/>
                    <a:p>
                      <a:endParaRPr lang="en-AU"/>
                    </a:p>
                  </a:txBody>
                  <a:tcPr/>
                </a:tc>
                <a:tc gridSpan="3">
                  <a:txBody>
                    <a:bodyPr/>
                    <a:lstStyle/>
                    <a:p>
                      <a:pPr algn="ctr" fontAlgn="ctr"/>
                      <a:r>
                        <a:rPr lang="en-AU" sz="1100" b="1" u="none" strike="noStrike">
                          <a:effectLst/>
                        </a:rPr>
                        <a:t>scripted monologue</a:t>
                      </a:r>
                      <a:endParaRPr lang="en-AU" sz="1100" b="1" i="0" u="none" strike="noStrike">
                        <a:solidFill>
                          <a:srgbClr val="000000"/>
                        </a:solidFill>
                        <a:effectLst/>
                        <a:latin typeface="Aptos Narrow" panose="020B0004020202020204" pitchFamily="34" charset="0"/>
                      </a:endParaRPr>
                    </a:p>
                  </a:txBody>
                  <a:tcPr marL="7620" marR="7620" marT="7620" marB="0" anchor="ctr"/>
                </a:tc>
                <a:tc hMerge="1">
                  <a:txBody>
                    <a:bodyPr/>
                    <a:lstStyle/>
                    <a:p>
                      <a:endParaRPr lang="en-AU"/>
                    </a:p>
                  </a:txBody>
                  <a:tcPr/>
                </a:tc>
                <a:tc hMerge="1">
                  <a:txBody>
                    <a:bodyPr/>
                    <a:lstStyle/>
                    <a:p>
                      <a:endParaRPr lang="en-AU"/>
                    </a:p>
                  </a:txBody>
                  <a:tcPr/>
                </a:tc>
                <a:extLst>
                  <a:ext uri="{0D108BD9-81ED-4DB2-BD59-A6C34878D82A}">
                    <a16:rowId xmlns:a16="http://schemas.microsoft.com/office/drawing/2014/main" val="1358369916"/>
                  </a:ext>
                </a:extLst>
              </a:tr>
              <a:tr h="528729">
                <a:tc>
                  <a:txBody>
                    <a:bodyPr/>
                    <a:lstStyle/>
                    <a:p>
                      <a:pPr algn="l" fontAlgn="ctr"/>
                      <a:r>
                        <a:rPr lang="en-AU" sz="1100" b="1" u="none" strike="noStrike">
                          <a:effectLst/>
                        </a:rPr>
                        <a:t>Region</a:t>
                      </a:r>
                      <a:endParaRPr lang="en-AU" sz="1100" b="1"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Vulgar Tokens</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Tokens</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a:effectLst/>
                        </a:rPr>
                        <a:t>Percent</a:t>
                      </a:r>
                      <a:endParaRPr lang="en-AU" sz="1100" b="1"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a:effectLst/>
                        </a:rPr>
                        <a:t>Vulgar Tokens</a:t>
                      </a:r>
                      <a:endParaRPr lang="en-AU" sz="1100" b="1"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Tokens</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Percent</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Vulgar Tokens</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Tokens</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Percent</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Vulgar Tokens</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Tokens</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Percent</a:t>
                      </a:r>
                      <a:endParaRPr lang="en-AU" sz="1100" b="1" i="0" u="none" strike="noStrike" dirty="0">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1096177094"/>
                  </a:ext>
                </a:extLst>
              </a:tr>
              <a:tr h="281989">
                <a:tc>
                  <a:txBody>
                    <a:bodyPr/>
                    <a:lstStyle/>
                    <a:p>
                      <a:pPr algn="l" fontAlgn="ctr"/>
                      <a:r>
                        <a:rPr lang="en-AU" sz="1100" u="none" strike="noStrike" dirty="0">
                          <a:effectLst/>
                        </a:rPr>
                        <a:t>Australia</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146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206,544</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0.071</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19</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163,595</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0.012</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23</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147,533</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0.016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22</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109,371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0.02</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742052536"/>
                  </a:ext>
                </a:extLst>
              </a:tr>
              <a:tr h="281989">
                <a:tc>
                  <a:txBody>
                    <a:bodyPr/>
                    <a:lstStyle/>
                    <a:p>
                      <a:pPr algn="l" fontAlgn="ctr"/>
                      <a:r>
                        <a:rPr lang="en-AU" sz="1100" u="none" strike="noStrike" dirty="0">
                          <a:effectLst/>
                        </a:rPr>
                        <a:t>Canada</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72</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271,984</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0.026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24</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297,391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0.008</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10</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181,750</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0.006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18</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298,530</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0.006</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883436534"/>
                  </a:ext>
                </a:extLst>
              </a:tr>
              <a:tr h="281989">
                <a:tc>
                  <a:txBody>
                    <a:bodyPr/>
                    <a:lstStyle/>
                    <a:p>
                      <a:pPr algn="l" fontAlgn="ctr"/>
                      <a:r>
                        <a:rPr lang="en-AU" sz="1100" u="none" strike="noStrike">
                          <a:effectLst/>
                        </a:rPr>
                        <a:t>Great Britain</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126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261,576</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0.048</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11</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192,483</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0.006</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12</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294,119</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0.004</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3</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174,120</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0.002</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1926246741"/>
                  </a:ext>
                </a:extLst>
              </a:tr>
              <a:tr h="281989">
                <a:tc>
                  <a:txBody>
                    <a:bodyPr/>
                    <a:lstStyle/>
                    <a:p>
                      <a:pPr algn="l" fontAlgn="ctr"/>
                      <a:r>
                        <a:rPr lang="en-AU" sz="1100" u="none" strike="noStrike" dirty="0">
                          <a:effectLst/>
                        </a:rPr>
                        <a:t>Hong Kong</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74</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485,383</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0.015</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17</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293,478</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0.006</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8</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257,041</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0.003</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15</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257,831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0.006</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234793545"/>
                  </a:ext>
                </a:extLst>
              </a:tr>
              <a:tr h="281989">
                <a:tc>
                  <a:txBody>
                    <a:bodyPr/>
                    <a:lstStyle/>
                    <a:p>
                      <a:pPr algn="l" fontAlgn="ctr"/>
                      <a:r>
                        <a:rPr lang="en-AU" sz="1100" u="none" strike="noStrike" dirty="0">
                          <a:effectLst/>
                        </a:rPr>
                        <a:t>India</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237,108</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0.007</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2</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195,321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4</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164,214</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0.002</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7</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153,340</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0.005</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3863656851"/>
                  </a:ext>
                </a:extLst>
              </a:tr>
              <a:tr h="281989">
                <a:tc>
                  <a:txBody>
                    <a:bodyPr/>
                    <a:lstStyle/>
                    <a:p>
                      <a:pPr algn="l" fontAlgn="ctr"/>
                      <a:r>
                        <a:rPr lang="en-AU" sz="1100" u="none" strike="noStrike">
                          <a:effectLst/>
                        </a:rPr>
                        <a:t>Ireland</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196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205,032</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0.096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4</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169,785</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0.002</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13</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158,834</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0.008</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6</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108,709</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0.006</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3425800522"/>
                  </a:ext>
                </a:extLst>
              </a:tr>
              <a:tr h="281989">
                <a:tc>
                  <a:txBody>
                    <a:bodyPr/>
                    <a:lstStyle/>
                    <a:p>
                      <a:pPr algn="l" fontAlgn="ctr"/>
                      <a:r>
                        <a:rPr lang="en-AU" sz="1100" u="none" strike="noStrike" dirty="0">
                          <a:effectLst/>
                        </a:rPr>
                        <a:t>Jamaica</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30</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236,258</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0.013</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8</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191,304</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0.004</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39</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221,205</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0.018</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5</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137,777</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0.004</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3346590152"/>
                  </a:ext>
                </a:extLst>
              </a:tr>
              <a:tr h="281989">
                <a:tc>
                  <a:txBody>
                    <a:bodyPr/>
                    <a:lstStyle/>
                    <a:p>
                      <a:pPr algn="l" fontAlgn="ctr"/>
                      <a:r>
                        <a:rPr lang="en-AU" sz="1100" u="none" strike="noStrike" dirty="0">
                          <a:effectLst/>
                        </a:rPr>
                        <a:t>Kenya</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3</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63,073</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0.005</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9</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151,371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0.006</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6</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122,646</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0.005</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3509533477"/>
                  </a:ext>
                </a:extLst>
              </a:tr>
              <a:tr h="281989">
                <a:tc>
                  <a:txBody>
                    <a:bodyPr/>
                    <a:lstStyle/>
                    <a:p>
                      <a:pPr algn="l" fontAlgn="ctr"/>
                      <a:r>
                        <a:rPr lang="en-AU" sz="1100" u="none" strike="noStrike" dirty="0">
                          <a:effectLst/>
                        </a:rPr>
                        <a:t>New Zealand</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246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225,457</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0.109</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9</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183,930</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0.005</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14</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171,280</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0.008</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9</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128,076</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0.007</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3869199"/>
                  </a:ext>
                </a:extLst>
              </a:tr>
              <a:tr h="281989">
                <a:tc>
                  <a:txBody>
                    <a:bodyPr/>
                    <a:lstStyle/>
                    <a:p>
                      <a:pPr algn="l" fontAlgn="ctr"/>
                      <a:r>
                        <a:rPr lang="en-AU" sz="1100" u="none" strike="noStrike" dirty="0">
                          <a:effectLst/>
                        </a:rPr>
                        <a:t>Philippines</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28</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204,346</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0.014</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2</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162,356</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2</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215,569</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0.001</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4</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184,170</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0.002</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1776628900"/>
                  </a:ext>
                </a:extLst>
              </a:tr>
              <a:tr h="281989">
                <a:tc>
                  <a:txBody>
                    <a:bodyPr/>
                    <a:lstStyle/>
                    <a:p>
                      <a:pPr algn="l" fontAlgn="ctr"/>
                      <a:r>
                        <a:rPr lang="en-AU" sz="1100" u="none" strike="noStrike" dirty="0">
                          <a:effectLst/>
                        </a:rPr>
                        <a:t>Singapore</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82</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226,537</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0.036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9</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181,943</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0.005</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3</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147,228</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0.002</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13</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120,700</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0.011</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1206094832"/>
                  </a:ext>
                </a:extLst>
              </a:tr>
              <a:tr h="281989">
                <a:tc>
                  <a:txBody>
                    <a:bodyPr/>
                    <a:lstStyle/>
                    <a:p>
                      <a:pPr algn="l" fontAlgn="ctr"/>
                      <a:r>
                        <a:rPr lang="en-AU" sz="1100" u="none" strike="noStrike" dirty="0">
                          <a:effectLst/>
                        </a:rPr>
                        <a:t>Sri Lanka</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108</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222,615</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0.049</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16</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177,260</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0.009</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4</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156,676</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0.003</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7</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113,641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0.006</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1839570514"/>
                  </a:ext>
                </a:extLst>
              </a:tr>
              <a:tr h="281989">
                <a:tc>
                  <a:txBody>
                    <a:bodyPr/>
                    <a:lstStyle/>
                    <a:p>
                      <a:pPr algn="l" fontAlgn="ctr"/>
                      <a:r>
                        <a:rPr lang="en-AU" sz="1100" u="none" strike="noStrike" dirty="0">
                          <a:effectLst/>
                        </a:rPr>
                        <a:t>Tanzania</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8,625</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0.012</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16</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436,249</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0.004</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8</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102,479</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0.008</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1693394715"/>
                  </a:ext>
                </a:extLst>
              </a:tr>
              <a:tr h="281989">
                <a:tc>
                  <a:txBody>
                    <a:bodyPr/>
                    <a:lstStyle/>
                    <a:p>
                      <a:pPr algn="l" fontAlgn="ctr"/>
                      <a:r>
                        <a:rPr lang="en-AU" sz="1100" u="none" strike="noStrike" dirty="0">
                          <a:effectLst/>
                        </a:rPr>
                        <a:t>United States</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80</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221,827</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0.036</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4133697546"/>
                  </a:ext>
                </a:extLst>
              </a:tr>
              <a:tr h="281989">
                <a:tc>
                  <a:txBody>
                    <a:bodyPr/>
                    <a:lstStyle/>
                    <a:p>
                      <a:pPr algn="l" fontAlgn="ctr"/>
                      <a:r>
                        <a:rPr lang="en-AU" sz="1100" b="1" u="none" strike="noStrike" dirty="0">
                          <a:effectLst/>
                        </a:rPr>
                        <a:t>Total</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1,208</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3,076,365</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0.039</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146</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2,796,466</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0.005</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132</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2,115,449</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0.006</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123</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2,011,390</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0.006</a:t>
                      </a:r>
                      <a:endParaRPr lang="en-AU" sz="1100" b="1" i="0" u="none" strike="noStrike" dirty="0">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425937411"/>
                  </a:ext>
                </a:extLst>
              </a:tr>
            </a:tbl>
          </a:graphicData>
        </a:graphic>
      </p:graphicFrame>
    </p:spTree>
    <p:extLst>
      <p:ext uri="{BB962C8B-B14F-4D97-AF65-F5344CB8AC3E}">
        <p14:creationId xmlns:p14="http://schemas.microsoft.com/office/powerpoint/2010/main" val="20432033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E18D1-E8EC-4177-1D8C-D84942B31C70}"/>
            </a:ext>
          </a:extLst>
        </p:cNvPr>
        <p:cNvGrpSpPr/>
        <p:nvPr/>
      </p:nvGrpSpPr>
      <p:grpSpPr>
        <a:xfrm>
          <a:off x="0" y="0"/>
          <a:ext cx="0" cy="0"/>
          <a:chOff x="0" y="0"/>
          <a:chExt cx="0" cy="0"/>
        </a:xfrm>
      </p:grpSpPr>
      <p:pic>
        <p:nvPicPr>
          <p:cNvPr id="8" name="Picture 7" descr="A screenshot of a computer&#10;&#10;AI-generated content may be incorrect.">
            <a:extLst>
              <a:ext uri="{FF2B5EF4-FFF2-40B4-BE49-F238E27FC236}">
                <a16:creationId xmlns:a16="http://schemas.microsoft.com/office/drawing/2014/main" id="{611D8EA2-54C8-50F0-2511-34A2610059B6}"/>
              </a:ext>
            </a:extLst>
          </p:cNvPr>
          <p:cNvPicPr>
            <a:picLocks noChangeAspect="1"/>
          </p:cNvPicPr>
          <p:nvPr/>
        </p:nvPicPr>
        <p:blipFill>
          <a:blip r:embed="rId2"/>
          <a:stretch>
            <a:fillRect/>
          </a:stretch>
        </p:blipFill>
        <p:spPr>
          <a:xfrm>
            <a:off x="335360" y="764703"/>
            <a:ext cx="11521280" cy="5760639"/>
          </a:xfrm>
          <a:prstGeom prst="rect">
            <a:avLst/>
          </a:prstGeom>
        </p:spPr>
      </p:pic>
    </p:spTree>
    <p:extLst>
      <p:ext uri="{BB962C8B-B14F-4D97-AF65-F5344CB8AC3E}">
        <p14:creationId xmlns:p14="http://schemas.microsoft.com/office/powerpoint/2010/main" val="15305068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5C5E8-DB79-BE8C-1B45-E55D16DEF682}"/>
            </a:ext>
          </a:extLst>
        </p:cNvPr>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CB28C155-545C-C33A-266B-9D792B7DC389}"/>
              </a:ext>
            </a:extLst>
          </p:cNvPr>
          <p:cNvPicPr>
            <a:picLocks noChangeAspect="1"/>
          </p:cNvPicPr>
          <p:nvPr/>
        </p:nvPicPr>
        <p:blipFill>
          <a:blip r:embed="rId2"/>
          <a:stretch>
            <a:fillRect/>
          </a:stretch>
        </p:blipFill>
        <p:spPr>
          <a:xfrm>
            <a:off x="407368" y="764703"/>
            <a:ext cx="11521280" cy="5760639"/>
          </a:xfrm>
          <a:prstGeom prst="rect">
            <a:avLst/>
          </a:prstGeom>
        </p:spPr>
      </p:pic>
    </p:spTree>
    <p:extLst>
      <p:ext uri="{BB962C8B-B14F-4D97-AF65-F5344CB8AC3E}">
        <p14:creationId xmlns:p14="http://schemas.microsoft.com/office/powerpoint/2010/main" val="38997849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214B45-3524-E03A-1933-BA33E6FE1C04}"/>
            </a:ext>
          </a:extLst>
        </p:cNvPr>
        <p:cNvGrpSpPr/>
        <p:nvPr/>
      </p:nvGrpSpPr>
      <p:grpSpPr>
        <a:xfrm>
          <a:off x="0" y="0"/>
          <a:ext cx="0" cy="0"/>
          <a:chOff x="0" y="0"/>
          <a:chExt cx="0" cy="0"/>
        </a:xfrm>
      </p:grpSpPr>
      <p:pic>
        <p:nvPicPr>
          <p:cNvPr id="3" name="Picture 2" descr="A diagram of a diagram&#10;&#10;AI-generated content may be incorrect.">
            <a:extLst>
              <a:ext uri="{FF2B5EF4-FFF2-40B4-BE49-F238E27FC236}">
                <a16:creationId xmlns:a16="http://schemas.microsoft.com/office/drawing/2014/main" id="{8E315CD8-A6F9-4CE6-7845-33F107C40B00}"/>
              </a:ext>
            </a:extLst>
          </p:cNvPr>
          <p:cNvPicPr>
            <a:picLocks noChangeAspect="1"/>
          </p:cNvPicPr>
          <p:nvPr/>
        </p:nvPicPr>
        <p:blipFill>
          <a:blip r:embed="rId2"/>
          <a:stretch>
            <a:fillRect/>
          </a:stretch>
        </p:blipFill>
        <p:spPr>
          <a:xfrm>
            <a:off x="22374" y="678947"/>
            <a:ext cx="12192000" cy="6095263"/>
          </a:xfrm>
          <a:prstGeom prst="rect">
            <a:avLst/>
          </a:prstGeom>
        </p:spPr>
      </p:pic>
    </p:spTree>
    <p:extLst>
      <p:ext uri="{BB962C8B-B14F-4D97-AF65-F5344CB8AC3E}">
        <p14:creationId xmlns:p14="http://schemas.microsoft.com/office/powerpoint/2010/main" val="653450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55A2CB-AABC-D9C4-B19A-D2B917E1B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0DDF6-6A48-D26D-4C7A-81A987A41A6A}"/>
              </a:ext>
            </a:extLst>
          </p:cNvPr>
          <p:cNvSpPr>
            <a:spLocks noGrp="1"/>
          </p:cNvSpPr>
          <p:nvPr>
            <p:ph type="title"/>
          </p:nvPr>
        </p:nvSpPr>
        <p:spPr/>
        <p:txBody>
          <a:bodyPr/>
          <a:lstStyle/>
          <a:p>
            <a:r>
              <a:rPr lang="de-DE" dirty="0"/>
              <a:t>Key Findings</a:t>
            </a:r>
            <a:endParaRPr lang="en-AU" dirty="0"/>
          </a:p>
        </p:txBody>
      </p:sp>
      <p:sp>
        <p:nvSpPr>
          <p:cNvPr id="3" name="Content Placeholder 2">
            <a:extLst>
              <a:ext uri="{FF2B5EF4-FFF2-40B4-BE49-F238E27FC236}">
                <a16:creationId xmlns:a16="http://schemas.microsoft.com/office/drawing/2014/main" id="{1B8E921A-B83A-E0EB-42D9-9C973EB22F5F}"/>
              </a:ext>
            </a:extLst>
          </p:cNvPr>
          <p:cNvSpPr>
            <a:spLocks noGrp="1"/>
          </p:cNvSpPr>
          <p:nvPr>
            <p:ph idx="1"/>
          </p:nvPr>
        </p:nvSpPr>
        <p:spPr/>
        <p:txBody>
          <a:bodyPr>
            <a:normAutofit/>
          </a:bodyPr>
          <a:lstStyle/>
          <a:p>
            <a:pPr marL="285750" indent="-285750">
              <a:buClr>
                <a:srgbClr val="CD3030"/>
              </a:buClr>
              <a:buFont typeface="Courier New" panose="02070309020205020404" pitchFamily="49" charset="0"/>
              <a:buChar char="o"/>
            </a:pPr>
            <a:r>
              <a:rPr lang="en-US" dirty="0"/>
              <a:t>Vulgarity is notably more frequent in informal private dialogues than in public-stage talk or monologues intended for broader audiences.</a:t>
            </a:r>
          </a:p>
          <a:p>
            <a:pPr marL="285750" indent="-285750">
              <a:buClr>
                <a:srgbClr val="CD3030"/>
              </a:buClr>
              <a:buFont typeface="Courier New" panose="02070309020205020404" pitchFamily="49" charset="0"/>
              <a:buChar char="o"/>
            </a:pPr>
            <a:r>
              <a:rPr lang="en-US" dirty="0"/>
              <a:t>Speakers from inner circle varieties use more vulgarity in face-to-face conversations than speakers from outer circle varieties.</a:t>
            </a:r>
          </a:p>
          <a:p>
            <a:pPr marL="285750" indent="-285750">
              <a:buClr>
                <a:srgbClr val="CD3030"/>
              </a:buClr>
              <a:buFont typeface="Courier New" panose="02070309020205020404" pitchFamily="49" charset="0"/>
              <a:buChar char="o"/>
            </a:pPr>
            <a:r>
              <a:rPr lang="en-US" dirty="0"/>
              <a:t>Unlike online discourse, US speakers are less prominent in face-to-face vulgarity use.</a:t>
            </a:r>
          </a:p>
          <a:p>
            <a:pPr marL="285750" indent="-285750">
              <a:buClr>
                <a:srgbClr val="CD3030"/>
              </a:buClr>
              <a:buFont typeface="Courier New" panose="02070309020205020404" pitchFamily="49" charset="0"/>
              <a:buChar char="o"/>
            </a:pPr>
            <a:r>
              <a:rPr lang="en-US" dirty="0"/>
              <a:t>In contrast, </a:t>
            </a:r>
            <a:r>
              <a:rPr lang="en-US" dirty="0" err="1"/>
              <a:t>nativised</a:t>
            </a:r>
            <a:r>
              <a:rPr lang="en-US" dirty="0"/>
              <a:t> post-colonial varieties (Ireland, New Zealand, Australia) show higher frequencies of vulgar expressions.</a:t>
            </a:r>
          </a:p>
          <a:p>
            <a:pPr marL="285750" indent="-285750">
              <a:buClr>
                <a:srgbClr val="CD3030"/>
              </a:buClr>
              <a:buFont typeface="Courier New" panose="02070309020205020404" pitchFamily="49" charset="0"/>
              <a:buChar char="o"/>
            </a:pPr>
            <a:r>
              <a:rPr lang="en-US" dirty="0"/>
              <a:t>Australians have the highest share of speakers who use vulgarity in face-to-face settings.</a:t>
            </a:r>
          </a:p>
          <a:p>
            <a:pPr marL="285750" indent="-285750">
              <a:buClr>
                <a:srgbClr val="CD3030"/>
              </a:buClr>
              <a:buFont typeface="Courier New" panose="02070309020205020404" pitchFamily="49" charset="0"/>
              <a:buChar char="o"/>
            </a:pPr>
            <a:r>
              <a:rPr lang="en-US" dirty="0"/>
              <a:t>Inner circle varieties also show greater creativity in swearing, indicated by a higher variability of vulgar forms.</a:t>
            </a:r>
          </a:p>
          <a:p>
            <a:pPr marL="285750" indent="-285750">
              <a:buClr>
                <a:srgbClr val="CD3030"/>
              </a:buClr>
              <a:buFont typeface="Courier New" panose="02070309020205020404" pitchFamily="49" charset="0"/>
              <a:buChar char="o"/>
            </a:pPr>
            <a:r>
              <a:rPr lang="en-US" dirty="0"/>
              <a:t>Prior research regarding sociolinguistic constraints are supported and expanded: young speakers use more vulgarity. Young women use vulgarity regardless of audience size, young men use vulgarity significantly more in intimate settings rather than with a broad audience. </a:t>
            </a:r>
            <a:endParaRPr lang="de-DE" dirty="0"/>
          </a:p>
        </p:txBody>
      </p:sp>
      <p:pic>
        <p:nvPicPr>
          <p:cNvPr id="4" name="Picture 2">
            <a:extLst>
              <a:ext uri="{FF2B5EF4-FFF2-40B4-BE49-F238E27FC236}">
                <a16:creationId xmlns:a16="http://schemas.microsoft.com/office/drawing/2014/main" id="{7D8759F9-1263-3AE2-62A3-93887DCA86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5241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A761E-AEF9-AEAF-EB06-94A957A924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46D05A-18AF-91CE-9936-0BD26A36B79D}"/>
              </a:ext>
            </a:extLst>
          </p:cNvPr>
          <p:cNvSpPr>
            <a:spLocks noGrp="1"/>
          </p:cNvSpPr>
          <p:nvPr>
            <p:ph type="title"/>
          </p:nvPr>
        </p:nvSpPr>
        <p:spPr/>
        <p:txBody>
          <a:bodyPr/>
          <a:lstStyle/>
          <a:p>
            <a:r>
              <a:rPr lang="de-DE" dirty="0"/>
              <a:t>Problems</a:t>
            </a:r>
            <a:endParaRPr lang="en-AU" dirty="0"/>
          </a:p>
        </p:txBody>
      </p:sp>
      <p:sp>
        <p:nvSpPr>
          <p:cNvPr id="3" name="Content Placeholder 2">
            <a:extLst>
              <a:ext uri="{FF2B5EF4-FFF2-40B4-BE49-F238E27FC236}">
                <a16:creationId xmlns:a16="http://schemas.microsoft.com/office/drawing/2014/main" id="{B2ED9C63-9FB9-7305-A213-5733337C2FBE}"/>
              </a:ext>
            </a:extLst>
          </p:cNvPr>
          <p:cNvSpPr>
            <a:spLocks noGrp="1"/>
          </p:cNvSpPr>
          <p:nvPr>
            <p:ph idx="1"/>
          </p:nvPr>
        </p:nvSpPr>
        <p:spPr/>
        <p:txBody>
          <a:bodyPr>
            <a:normAutofit/>
          </a:bodyPr>
          <a:lstStyle/>
          <a:p>
            <a:pPr>
              <a:buClr>
                <a:srgbClr val="51247A"/>
              </a:buClr>
            </a:pPr>
            <a:r>
              <a:rPr lang="en-US" b="1" dirty="0"/>
              <a:t>ICE corpora related</a:t>
            </a:r>
          </a:p>
          <a:p>
            <a:pPr marL="285750" indent="-285750">
              <a:buClr>
                <a:srgbClr val="CD3030"/>
              </a:buClr>
              <a:buFont typeface="Courier New" panose="02070309020205020404" pitchFamily="49" charset="0"/>
              <a:buChar char="o"/>
            </a:pPr>
            <a:r>
              <a:rPr lang="en-US" dirty="0"/>
              <a:t>Despite being intended for cross-cultural comparisons – are quite heterogeneous and inconsistent (structure, transcription convention, coverage, sociodemographic information, etc.).</a:t>
            </a:r>
          </a:p>
          <a:p>
            <a:pPr marL="285750" indent="-285750">
              <a:buClr>
                <a:srgbClr val="CD3030"/>
              </a:buClr>
              <a:buFont typeface="Courier New" panose="02070309020205020404" pitchFamily="49" charset="0"/>
              <a:buChar char="o"/>
            </a:pPr>
            <a:r>
              <a:rPr lang="en-US" dirty="0"/>
              <a:t>Focus of ICE on educated speakers – very little data from working class speakers.</a:t>
            </a:r>
          </a:p>
          <a:p>
            <a:pPr marL="285750" indent="-285750">
              <a:buClr>
                <a:srgbClr val="CD3030"/>
              </a:buClr>
              <a:buFont typeface="Courier New" panose="02070309020205020404" pitchFamily="49" charset="0"/>
              <a:buChar char="o"/>
            </a:pPr>
            <a:r>
              <a:rPr lang="en-US" dirty="0"/>
              <a:t>Data quite “old” by now…</a:t>
            </a:r>
          </a:p>
          <a:p>
            <a:pPr>
              <a:buClr>
                <a:srgbClr val="51247A"/>
              </a:buClr>
            </a:pPr>
            <a:r>
              <a:rPr lang="en-US" b="1" dirty="0"/>
              <a:t>General</a:t>
            </a:r>
          </a:p>
          <a:p>
            <a:pPr marL="285750" indent="-285750">
              <a:buClr>
                <a:srgbClr val="CD3030"/>
              </a:buClr>
              <a:buFont typeface="Courier New" panose="02070309020205020404" pitchFamily="49" charset="0"/>
              <a:buChar char="o"/>
            </a:pPr>
            <a:r>
              <a:rPr lang="en-US" dirty="0"/>
              <a:t>“True” behavior hard to capture – speakers are still aware that they are recorded.</a:t>
            </a:r>
          </a:p>
          <a:p>
            <a:pPr marL="285750" indent="-285750">
              <a:buClr>
                <a:srgbClr val="CD3030"/>
              </a:buClr>
              <a:buFont typeface="Courier New" panose="02070309020205020404" pitchFamily="49" charset="0"/>
              <a:buChar char="o"/>
            </a:pPr>
            <a:r>
              <a:rPr lang="en-US" dirty="0"/>
              <a:t>How representative are the ICE components?</a:t>
            </a:r>
          </a:p>
          <a:p>
            <a:pPr marL="285750" indent="-285750">
              <a:buClr>
                <a:srgbClr val="51247A"/>
              </a:buClr>
              <a:buFont typeface="Arial" panose="020B0604020202020204" pitchFamily="34" charset="0"/>
              <a:buChar char="•"/>
            </a:pPr>
            <a:endParaRPr lang="en-US" dirty="0"/>
          </a:p>
          <a:p>
            <a:pPr marL="285750" indent="-285750">
              <a:buClr>
                <a:srgbClr val="51247A"/>
              </a:buClr>
              <a:buFont typeface="Arial" panose="020B0604020202020204" pitchFamily="34" charset="0"/>
              <a:buChar char="•"/>
            </a:pPr>
            <a:endParaRPr lang="en-US" dirty="0"/>
          </a:p>
          <a:p>
            <a:pPr>
              <a:buClr>
                <a:srgbClr val="51247A"/>
              </a:buClr>
            </a:pPr>
            <a:endParaRPr lang="en-US" dirty="0"/>
          </a:p>
          <a:p>
            <a:pPr marL="285750" indent="-285750">
              <a:buClr>
                <a:srgbClr val="51247A"/>
              </a:buClr>
              <a:buFont typeface="Arial" panose="020B0604020202020204" pitchFamily="34" charset="0"/>
              <a:buChar char="•"/>
            </a:pPr>
            <a:endParaRPr lang="en-US" dirty="0"/>
          </a:p>
        </p:txBody>
      </p:sp>
      <p:pic>
        <p:nvPicPr>
          <p:cNvPr id="4" name="Picture 2">
            <a:extLst>
              <a:ext uri="{FF2B5EF4-FFF2-40B4-BE49-F238E27FC236}">
                <a16:creationId xmlns:a16="http://schemas.microsoft.com/office/drawing/2014/main" id="{C228ED33-E848-B065-F70B-3758CB72E8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197858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32F6C-5E62-C563-A0EE-8957CB826F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C15CDF-81B0-3B61-D76C-F9E197316BFB}"/>
              </a:ext>
            </a:extLst>
          </p:cNvPr>
          <p:cNvSpPr>
            <a:spLocks noGrp="1"/>
          </p:cNvSpPr>
          <p:nvPr>
            <p:ph type="title"/>
          </p:nvPr>
        </p:nvSpPr>
        <p:spPr/>
        <p:txBody>
          <a:bodyPr/>
          <a:lstStyle/>
          <a:p>
            <a:r>
              <a:rPr lang="de-DE" dirty="0"/>
              <a:t>References</a:t>
            </a:r>
            <a:endParaRPr lang="en-AU" dirty="0"/>
          </a:p>
        </p:txBody>
      </p:sp>
      <p:sp>
        <p:nvSpPr>
          <p:cNvPr id="3" name="Content Placeholder 2">
            <a:extLst>
              <a:ext uri="{FF2B5EF4-FFF2-40B4-BE49-F238E27FC236}">
                <a16:creationId xmlns:a16="http://schemas.microsoft.com/office/drawing/2014/main" id="{6AD95551-3562-D2DB-23BE-F09DC546A391}"/>
              </a:ext>
            </a:extLst>
          </p:cNvPr>
          <p:cNvSpPr>
            <a:spLocks noGrp="1"/>
          </p:cNvSpPr>
          <p:nvPr>
            <p:ph idx="1"/>
          </p:nvPr>
        </p:nvSpPr>
        <p:spPr>
          <a:xfrm>
            <a:off x="695326" y="1700213"/>
            <a:ext cx="10801349" cy="5139458"/>
          </a:xfrm>
        </p:spPr>
        <p:txBody>
          <a:bodyPr>
            <a:normAutofit fontScale="55000" lnSpcReduction="20000"/>
          </a:bodyPr>
          <a:lstStyle/>
          <a:p>
            <a:pPr indent="-914400">
              <a:lnSpc>
                <a:spcPct val="100000"/>
              </a:lnSpc>
            </a:pPr>
            <a:r>
              <a:rPr lang="en-US" dirty="0"/>
              <a:t>Allan, K., &amp; Burridge, K. (2006). Forbidden Words: Taboo and the Censoring of Language. Cambridge University Press.</a:t>
            </a:r>
          </a:p>
          <a:p>
            <a:pPr indent="-914400">
              <a:lnSpc>
                <a:spcPct val="100000"/>
              </a:lnSpc>
            </a:pPr>
            <a:r>
              <a:rPr lang="en-US" dirty="0"/>
              <a:t>Beers Fägersten, K. (2012). </a:t>
            </a:r>
            <a:r>
              <a:rPr lang="en-US" i="1" dirty="0"/>
              <a:t>Who’s Swearing Now? The Social Aspects of Conversational Swearing</a:t>
            </a:r>
            <a:r>
              <a:rPr lang="en-US" dirty="0"/>
              <a:t>. Cambridge Scholars Publishing.</a:t>
            </a:r>
          </a:p>
          <a:p>
            <a:pPr indent="-914400">
              <a:lnSpc>
                <a:spcPct val="100000"/>
              </a:lnSpc>
            </a:pPr>
            <a:r>
              <a:rPr lang="en-US" dirty="0"/>
              <a:t>Burridge, K. (2006). Taboo words and the polite language. </a:t>
            </a:r>
            <a:r>
              <a:rPr lang="en-US" i="1" dirty="0"/>
              <a:t>English Today, 22</a:t>
            </a:r>
            <a:r>
              <a:rPr lang="en-US" dirty="0"/>
              <a:t>(1), 3–9.</a:t>
            </a:r>
          </a:p>
          <a:p>
            <a:pPr indent="-914400">
              <a:lnSpc>
                <a:spcPct val="100000"/>
              </a:lnSpc>
            </a:pPr>
            <a:r>
              <a:rPr lang="en-US" dirty="0"/>
              <a:t>Culpeper, J. (2011). </a:t>
            </a:r>
            <a:r>
              <a:rPr lang="en-US" i="1" dirty="0"/>
              <a:t>Impoliteness: Using Language to Cause Offence</a:t>
            </a:r>
            <a:r>
              <a:rPr lang="en-US" dirty="0"/>
              <a:t>. Cambridge University Press.</a:t>
            </a:r>
          </a:p>
          <a:p>
            <a:pPr indent="-914400">
              <a:lnSpc>
                <a:spcPct val="100000"/>
              </a:lnSpc>
            </a:pPr>
            <a:r>
              <a:rPr lang="en-US" dirty="0"/>
              <a:t>Dewaele, J.-M. (2016). Self-reported use and perception of swear words across languages by multilinguals. </a:t>
            </a:r>
            <a:r>
              <a:rPr lang="en-US" i="1" dirty="0"/>
              <a:t>Intercultural Pragmatics, 13</a:t>
            </a:r>
            <a:r>
              <a:rPr lang="en-US" dirty="0"/>
              <a:t>(3), 343–369.</a:t>
            </a:r>
          </a:p>
          <a:p>
            <a:pPr indent="-914400">
              <a:lnSpc>
                <a:spcPct val="100000"/>
              </a:lnSpc>
            </a:pPr>
            <a:r>
              <a:rPr lang="en-US" dirty="0"/>
              <a:t>Dynel, M. (2012). Swearing methodologically: The (</a:t>
            </a:r>
            <a:r>
              <a:rPr lang="en-US" dirty="0" err="1"/>
              <a:t>im</a:t>
            </a:r>
            <a:r>
              <a:rPr lang="en-US" dirty="0"/>
              <a:t>)politeness of expletives in anonymous commentaries on YouTube. </a:t>
            </a:r>
            <a:r>
              <a:rPr lang="en-US" i="1" dirty="0"/>
              <a:t>Journal of English Studies, 10</a:t>
            </a:r>
            <a:r>
              <a:rPr lang="en-US" dirty="0"/>
              <a:t>, 25–50.</a:t>
            </a:r>
          </a:p>
          <a:p>
            <a:pPr indent="-914400">
              <a:lnSpc>
                <a:spcPct val="100000"/>
              </a:lnSpc>
            </a:pPr>
            <a:r>
              <a:rPr lang="en-US" dirty="0"/>
              <a:t>Holmes, J. (2013). "Discourse markers." In R. F. Simonsen &amp; P. Mæhlum (Eds.), </a:t>
            </a:r>
            <a:r>
              <a:rPr lang="en-US" i="1" dirty="0"/>
              <a:t>Pragmatics of Society </a:t>
            </a:r>
            <a:r>
              <a:rPr lang="en-US" dirty="0"/>
              <a:t>(pp. 343–364). De Gruyter Mouton.</a:t>
            </a:r>
          </a:p>
          <a:p>
            <a:pPr indent="-914400">
              <a:lnSpc>
                <a:spcPct val="100000"/>
              </a:lnSpc>
            </a:pPr>
            <a:r>
              <a:rPr lang="en-US" dirty="0"/>
              <a:t>Jay, T. (2009). The utility and ubiquity of taboo words. </a:t>
            </a:r>
            <a:r>
              <a:rPr lang="en-US" i="1" dirty="0"/>
              <a:t>Perspectives on Psychological Science, 4</a:t>
            </a:r>
            <a:r>
              <a:rPr lang="en-US" dirty="0"/>
              <a:t>(2), 153–161. </a:t>
            </a:r>
            <a:r>
              <a:rPr lang="en-US" dirty="0">
                <a:hlinkClick r:id="rId2">
                  <a:extLst>
                    <a:ext uri="{A12FA001-AC4F-418D-AE19-62706E023703}">
                      <ahyp:hlinkClr xmlns:ahyp="http://schemas.microsoft.com/office/drawing/2018/hyperlinkcolor" val="tx"/>
                    </a:ext>
                  </a:extLst>
                </a:hlinkClick>
              </a:rPr>
              <a:t>https://doi.org/10.1111/j.1745-6924.2009.01115.x</a:t>
            </a:r>
            <a:endParaRPr lang="en-US" dirty="0"/>
          </a:p>
          <a:p>
            <a:pPr indent="-914400">
              <a:lnSpc>
                <a:spcPct val="100000"/>
              </a:lnSpc>
            </a:pPr>
            <a:r>
              <a:rPr lang="en-US" dirty="0"/>
              <a:t>Kádár, D. Z., &amp; Haugh, M. (2013). </a:t>
            </a:r>
            <a:r>
              <a:rPr lang="en-US" i="1" dirty="0"/>
              <a:t>Understanding Politeness</a:t>
            </a:r>
            <a:r>
              <a:rPr lang="en-US" dirty="0"/>
              <a:t>. Cambridge University Press.</a:t>
            </a:r>
          </a:p>
          <a:p>
            <a:pPr indent="-914400">
              <a:lnSpc>
                <a:spcPct val="100000"/>
              </a:lnSpc>
            </a:pPr>
            <a:r>
              <a:rPr lang="en-US" dirty="0"/>
              <a:t>Laitinen, M., Rautionaho, P., Fatemi, M., &amp; Halonen, M. (2025). Do we swear more with friends or with acquaintances? </a:t>
            </a:r>
            <a:r>
              <a:rPr lang="en-US" dirty="0" err="1"/>
              <a:t>F#ck</a:t>
            </a:r>
            <a:r>
              <a:rPr lang="en-US" dirty="0"/>
              <a:t> in social networks. </a:t>
            </a:r>
            <a:r>
              <a:rPr lang="en-US" i="1" dirty="0"/>
              <a:t>Lingua</a:t>
            </a:r>
            <a:r>
              <a:rPr lang="en-US" dirty="0"/>
              <a:t>, 320, 103931. </a:t>
            </a:r>
            <a:r>
              <a:rPr lang="en-US" dirty="0">
                <a:hlinkClick r:id="rId3">
                  <a:extLst>
                    <a:ext uri="{A12FA001-AC4F-418D-AE19-62706E023703}">
                      <ahyp:hlinkClr xmlns:ahyp="http://schemas.microsoft.com/office/drawing/2018/hyperlinkcolor" val="tx"/>
                    </a:ext>
                  </a:extLst>
                </a:hlinkClick>
              </a:rPr>
              <a:t>https://doi.org/10.1016/j.lingua.2025.103931</a:t>
            </a:r>
            <a:endParaRPr lang="en-US" dirty="0"/>
          </a:p>
          <a:p>
            <a:pPr indent="-914400">
              <a:lnSpc>
                <a:spcPct val="100000"/>
              </a:lnSpc>
            </a:pPr>
            <a:r>
              <a:rPr lang="en-US" dirty="0"/>
              <a:t> Ljung, M. (2011). </a:t>
            </a:r>
            <a:r>
              <a:rPr lang="en-US" i="1" dirty="0"/>
              <a:t>Swearing: A Cross-Cultural Linguistic Study</a:t>
            </a:r>
            <a:r>
              <a:rPr lang="en-US" dirty="0"/>
              <a:t>. Palgrave Macmillan.</a:t>
            </a:r>
          </a:p>
          <a:p>
            <a:pPr indent="-914400">
              <a:lnSpc>
                <a:spcPct val="100000"/>
              </a:lnSpc>
            </a:pPr>
            <a:r>
              <a:rPr lang="en-US" dirty="0"/>
              <a:t>McEnery, T., &amp; Xiao, R. (2004). Swearing in Modern British English: The Case of Fuck in the BNC. </a:t>
            </a:r>
            <a:r>
              <a:rPr lang="en-US" i="1" dirty="0"/>
              <a:t>Language and Literature, 13</a:t>
            </a:r>
            <a:r>
              <a:rPr lang="en-US" dirty="0"/>
              <a:t>(3), 235–268.</a:t>
            </a:r>
          </a:p>
          <a:p>
            <a:pPr indent="-914400">
              <a:lnSpc>
                <a:spcPct val="100000"/>
              </a:lnSpc>
            </a:pPr>
            <a:r>
              <a:rPr lang="en-US" dirty="0"/>
              <a:t>Pinker, S. (2007). </a:t>
            </a:r>
            <a:r>
              <a:rPr lang="en-US" i="1" dirty="0"/>
              <a:t>The Stuff of Thought: Language as a Window into Human Nature</a:t>
            </a:r>
            <a:r>
              <a:rPr lang="en-US" dirty="0"/>
              <a:t>. Viking.</a:t>
            </a:r>
          </a:p>
          <a:p>
            <a:pPr indent="-914400">
              <a:lnSpc>
                <a:spcPct val="100000"/>
              </a:lnSpc>
            </a:pPr>
            <a:r>
              <a:rPr lang="en-US" dirty="0"/>
              <a:t>Posit team (2025). </a:t>
            </a:r>
            <a:r>
              <a:rPr lang="en-US" i="1" dirty="0"/>
              <a:t>RStudio: Integrated Development Environment for R</a:t>
            </a:r>
            <a:r>
              <a:rPr lang="en-US" dirty="0"/>
              <a:t>. Posit Software, PBC, Boston, MA. url: </a:t>
            </a:r>
            <a:r>
              <a:rPr lang="en-US" dirty="0">
                <a:hlinkClick r:id="rId4">
                  <a:extLst>
                    <a:ext uri="{A12FA001-AC4F-418D-AE19-62706E023703}">
                      <ahyp:hlinkClr xmlns:ahyp="http://schemas.microsoft.com/office/drawing/2018/hyperlinkcolor" val="tx"/>
                    </a:ext>
                  </a:extLst>
                </a:hlinkClick>
              </a:rPr>
              <a:t>http://www.posit.co/</a:t>
            </a:r>
            <a:r>
              <a:rPr lang="en-US" dirty="0"/>
              <a:t>.</a:t>
            </a:r>
          </a:p>
          <a:p>
            <a:pPr indent="-914400">
              <a:lnSpc>
                <a:spcPct val="100000"/>
              </a:lnSpc>
            </a:pPr>
            <a:r>
              <a:rPr lang="en-US" dirty="0"/>
              <a:t>R Core Team (2024). </a:t>
            </a:r>
            <a:r>
              <a:rPr lang="en-US" i="1" dirty="0"/>
              <a:t>R: A Language and Environment for Statistical Computing</a:t>
            </a:r>
            <a:r>
              <a:rPr lang="en-US" dirty="0"/>
              <a:t>. R Foundation for Statistical Computing,   Vienna, Austria. url: </a:t>
            </a:r>
            <a:r>
              <a:rPr lang="en-US" dirty="0">
                <a:hlinkClick r:id="rId5">
                  <a:extLst>
                    <a:ext uri="{A12FA001-AC4F-418D-AE19-62706E023703}">
                      <ahyp:hlinkClr xmlns:ahyp="http://schemas.microsoft.com/office/drawing/2018/hyperlinkcolor" val="tx"/>
                    </a:ext>
                  </a:extLst>
                </a:hlinkClick>
              </a:rPr>
              <a:t>https://www.R-project.org</a:t>
            </a:r>
            <a:r>
              <a:rPr lang="en-US" dirty="0"/>
              <a:t>.</a:t>
            </a:r>
          </a:p>
          <a:p>
            <a:pPr indent="-914400">
              <a:lnSpc>
                <a:spcPct val="100000"/>
              </a:lnSpc>
            </a:pPr>
            <a:r>
              <a:rPr lang="en-US" dirty="0"/>
              <a:t>Schweinberger, Martin (2018). Swearing in Irish English – A corpus-based quantitative analysis of the sociolinguistics of swearing. </a:t>
            </a:r>
            <a:r>
              <a:rPr lang="en-US" i="1" dirty="0"/>
              <a:t>Lingua 209</a:t>
            </a:r>
            <a:r>
              <a:rPr lang="en-US" dirty="0"/>
              <a:t>: 1-20. </a:t>
            </a:r>
            <a:r>
              <a:rPr lang="en-US" dirty="0">
                <a:hlinkClick r:id="rId6">
                  <a:extLst>
                    <a:ext uri="{A12FA001-AC4F-418D-AE19-62706E023703}">
                      <ahyp:hlinkClr xmlns:ahyp="http://schemas.microsoft.com/office/drawing/2018/hyperlinkcolor" val="tx"/>
                    </a:ext>
                  </a:extLst>
                </a:hlinkClick>
              </a:rPr>
              <a:t>https://doi.org/10.1016/j.lingua.2018.03.008</a:t>
            </a:r>
            <a:endParaRPr lang="en-US" dirty="0"/>
          </a:p>
          <a:p>
            <a:pPr indent="-914400">
              <a:lnSpc>
                <a:spcPct val="100000"/>
              </a:lnSpc>
            </a:pPr>
            <a:r>
              <a:rPr lang="en-US" dirty="0"/>
              <a:t>Schweinberger, Martin and Kate Burridge. 2025. Vulgarity in Online Discourse around the English-Speaking World. </a:t>
            </a:r>
            <a:r>
              <a:rPr lang="en-US" i="1" dirty="0"/>
              <a:t>Lingua</a:t>
            </a:r>
            <a:r>
              <a:rPr lang="en-US" dirty="0"/>
              <a:t>, 321: 103946. </a:t>
            </a:r>
            <a:r>
              <a:rPr lang="en-US" dirty="0">
                <a:hlinkClick r:id="rId7">
                  <a:extLst>
                    <a:ext uri="{A12FA001-AC4F-418D-AE19-62706E023703}">
                      <ahyp:hlinkClr xmlns:ahyp="http://schemas.microsoft.com/office/drawing/2018/hyperlinkcolor" val="tx"/>
                    </a:ext>
                  </a:extLst>
                </a:hlinkClick>
              </a:rPr>
              <a:t>https://doi.org/10.1016/j.lingua.2025.103946</a:t>
            </a:r>
            <a:endParaRPr lang="en-US" dirty="0"/>
          </a:p>
          <a:p>
            <a:pPr indent="-914400">
              <a:lnSpc>
                <a:spcPct val="100000"/>
              </a:lnSpc>
            </a:pPr>
            <a:r>
              <a:rPr lang="en-US" dirty="0"/>
              <a:t>Schweinberger, M., Laitinen, M., Haugh, M., Rautionaho, P., Fatemi, M., Hames, S., &amp; Takahashi, M. (n.d.). F%$# Twitter: A corpus-based analysis of vulgar language on Twitter [Manuscript submitted for publication]. </a:t>
            </a:r>
            <a:r>
              <a:rPr lang="en-US" i="1" dirty="0"/>
              <a:t>Corpora</a:t>
            </a:r>
            <a:r>
              <a:rPr lang="en-US" dirty="0"/>
              <a:t>.</a:t>
            </a:r>
          </a:p>
          <a:p>
            <a:pPr indent="-914400">
              <a:lnSpc>
                <a:spcPct val="100000"/>
              </a:lnSpc>
            </a:pPr>
            <a:r>
              <a:rPr lang="en-US" dirty="0"/>
              <a:t>Schweinberger, M., Haugh, M., Laitinen, M., Fatemi, M., Hames, S., Rautionaho, P., &amp; Takahashi, M. (n.d.). Swearing online: Exploring dimensions of variability in born-digital data [Manuscript submitted for publication]. </a:t>
            </a:r>
            <a:r>
              <a:rPr lang="en-US" i="1" dirty="0"/>
              <a:t>Digital Scholarship in the Humanities</a:t>
            </a:r>
            <a:r>
              <a:rPr lang="en-US" dirty="0"/>
              <a:t>.</a:t>
            </a:r>
          </a:p>
          <a:p>
            <a:pPr indent="-914400">
              <a:lnSpc>
                <a:spcPct val="100000"/>
              </a:lnSpc>
            </a:pPr>
            <a:r>
              <a:rPr lang="en-US" dirty="0"/>
              <a:t>Stapleton, K. (2003). Gender and swearing: A community practice. </a:t>
            </a:r>
            <a:r>
              <a:rPr lang="en-US" i="1" dirty="0"/>
              <a:t>Women and Language, 26</a:t>
            </a:r>
            <a:r>
              <a:rPr lang="en-US" dirty="0"/>
              <a:t>(2), 22–33.</a:t>
            </a:r>
          </a:p>
          <a:p>
            <a:pPr indent="-914400">
              <a:lnSpc>
                <a:spcPct val="100000"/>
              </a:lnSpc>
            </a:pPr>
            <a:r>
              <a:rPr lang="en-US" dirty="0"/>
              <a:t>Stephens, R., Atkins, J., &amp; Kingston, A. (2009). Swearing as a response to pain. </a:t>
            </a:r>
            <a:r>
              <a:rPr lang="en-US" i="1" dirty="0" err="1"/>
              <a:t>NeuroReport</a:t>
            </a:r>
            <a:r>
              <a:rPr lang="en-US" i="1" dirty="0"/>
              <a:t>, 20</a:t>
            </a:r>
            <a:r>
              <a:rPr lang="en-US" dirty="0"/>
              <a:t>(12), 1056–1060. </a:t>
            </a:r>
            <a:r>
              <a:rPr lang="en-US" dirty="0">
                <a:hlinkClick r:id="rId8">
                  <a:extLst>
                    <a:ext uri="{A12FA001-AC4F-418D-AE19-62706E023703}">
                      <ahyp:hlinkClr xmlns:ahyp="http://schemas.microsoft.com/office/drawing/2018/hyperlinkcolor" val="tx"/>
                    </a:ext>
                  </a:extLst>
                </a:hlinkClick>
              </a:rPr>
              <a:t>https://doi.org/10.1097/WNR.0b013e32832e64b1</a:t>
            </a:r>
            <a:endParaRPr lang="en-US" dirty="0"/>
          </a:p>
          <a:p>
            <a:pPr indent="-914400">
              <a:lnSpc>
                <a:spcPct val="100000"/>
              </a:lnSpc>
            </a:pPr>
            <a:r>
              <a:rPr lang="en-US" dirty="0" err="1"/>
              <a:t>Wajnryb</a:t>
            </a:r>
            <a:r>
              <a:rPr lang="en-US" dirty="0"/>
              <a:t>, R. (2005). </a:t>
            </a:r>
            <a:r>
              <a:rPr lang="en-US" i="1" dirty="0"/>
              <a:t>Expletive Deleted: A Good Look at Bad Language</a:t>
            </a:r>
            <a:r>
              <a:rPr lang="en-US" dirty="0"/>
              <a:t>. Free Press.</a:t>
            </a:r>
            <a:endParaRPr lang="en-AU" b="1" dirty="0"/>
          </a:p>
        </p:txBody>
      </p:sp>
      <p:pic>
        <p:nvPicPr>
          <p:cNvPr id="4" name="Picture 2">
            <a:extLst>
              <a:ext uri="{FF2B5EF4-FFF2-40B4-BE49-F238E27FC236}">
                <a16:creationId xmlns:a16="http://schemas.microsoft.com/office/drawing/2014/main" id="{2DCAC5C7-C2AB-C3C1-EB34-F3E1435553D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25297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28FCCF-F241-29AE-14BE-6CE146486E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47A0AB-51A0-988E-B477-A1CC10F58546}"/>
              </a:ext>
            </a:extLst>
          </p:cNvPr>
          <p:cNvSpPr>
            <a:spLocks noGrp="1"/>
          </p:cNvSpPr>
          <p:nvPr>
            <p:ph type="ctrTitle"/>
          </p:nvPr>
        </p:nvSpPr>
        <p:spPr>
          <a:xfrm>
            <a:off x="479376" y="1292086"/>
            <a:ext cx="11089232" cy="2640970"/>
          </a:xfrm>
        </p:spPr>
        <p:txBody>
          <a:bodyPr>
            <a:normAutofit/>
          </a:bodyPr>
          <a:lstStyle/>
          <a:p>
            <a:r>
              <a:rPr lang="de-DE" sz="4800" b="1" dirty="0"/>
              <a:t>Thank you very ... much!</a:t>
            </a:r>
            <a:endParaRPr lang="en-AU" dirty="0"/>
          </a:p>
        </p:txBody>
      </p:sp>
      <p:pic>
        <p:nvPicPr>
          <p:cNvPr id="1026" name="Picture 2">
            <a:extLst>
              <a:ext uri="{FF2B5EF4-FFF2-40B4-BE49-F238E27FC236}">
                <a16:creationId xmlns:a16="http://schemas.microsoft.com/office/drawing/2014/main" id="{DAC2D049-AAE3-D0E3-6CB5-A888D4FCD14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88320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CD0EA-9207-A2D1-8055-ADA1509554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3242D7-BE86-68AD-23DB-72CE09FD579D}"/>
              </a:ext>
            </a:extLst>
          </p:cNvPr>
          <p:cNvSpPr>
            <a:spLocks noGrp="1"/>
          </p:cNvSpPr>
          <p:nvPr>
            <p:ph type="ctrTitle"/>
          </p:nvPr>
        </p:nvSpPr>
        <p:spPr>
          <a:xfrm>
            <a:off x="479376" y="1292086"/>
            <a:ext cx="11089232" cy="4153138"/>
          </a:xfrm>
        </p:spPr>
        <p:txBody>
          <a:bodyPr>
            <a:normAutofit/>
          </a:bodyPr>
          <a:lstStyle/>
          <a:p>
            <a:r>
              <a:rPr lang="en-US" sz="4800" b="1" dirty="0"/>
              <a:t>Vulgarity in spoken interaction </a:t>
            </a:r>
            <a:br>
              <a:rPr lang="en-US" sz="4800" b="1" dirty="0"/>
            </a:br>
            <a:r>
              <a:rPr lang="en-US" sz="4800" b="1" dirty="0"/>
              <a:t>across selected varieties of English</a:t>
            </a:r>
            <a:br>
              <a:rPr lang="en-AU" dirty="0"/>
            </a:br>
            <a:r>
              <a:rPr lang="en-AU" sz="2700" dirty="0"/>
              <a:t>Martin Schweinberger</a:t>
            </a:r>
            <a:br>
              <a:rPr lang="en-AU" sz="2700" dirty="0"/>
            </a:br>
            <a:br>
              <a:rPr lang="en-AU" sz="2700" dirty="0"/>
            </a:br>
            <a:r>
              <a:rPr lang="en-US" sz="2700" dirty="0"/>
              <a:t>m.schweinberger@uq.edu.au	</a:t>
            </a:r>
            <a:br>
              <a:rPr lang="en-US" sz="2700" dirty="0"/>
            </a:br>
            <a:r>
              <a:rPr lang="en-US" sz="2700" dirty="0"/>
              <a:t>materials and slides available at </a:t>
            </a:r>
            <a:br>
              <a:rPr lang="en-US" sz="2700" dirty="0"/>
            </a:br>
            <a:r>
              <a:rPr lang="en-US" sz="2700" dirty="0"/>
              <a:t>www.martinschweinberger.de</a:t>
            </a:r>
            <a:endParaRPr lang="en-AU" dirty="0"/>
          </a:p>
        </p:txBody>
      </p:sp>
      <p:sp>
        <p:nvSpPr>
          <p:cNvPr id="3" name="Subtitle 2">
            <a:extLst>
              <a:ext uri="{FF2B5EF4-FFF2-40B4-BE49-F238E27FC236}">
                <a16:creationId xmlns:a16="http://schemas.microsoft.com/office/drawing/2014/main" id="{4028F651-EC04-7847-5ECB-4415D61F7899}"/>
              </a:ext>
            </a:extLst>
          </p:cNvPr>
          <p:cNvSpPr>
            <a:spLocks noGrp="1"/>
          </p:cNvSpPr>
          <p:nvPr>
            <p:ph type="subTitle" idx="1"/>
          </p:nvPr>
        </p:nvSpPr>
        <p:spPr>
          <a:xfrm>
            <a:off x="1631504" y="5733256"/>
            <a:ext cx="9144000" cy="985523"/>
          </a:xfrm>
        </p:spPr>
        <p:txBody>
          <a:bodyPr>
            <a:normAutofit fontScale="55000" lnSpcReduction="20000"/>
          </a:bodyPr>
          <a:lstStyle/>
          <a:p>
            <a:r>
              <a:rPr lang="en-US" dirty="0"/>
              <a:t>This research was partially funded by the Language Data Commons of Australia (LDaCA). Language Data Commons of Australia (LDaCA) (DOI: 10.3565/kq2v-9g52) is a co-investment partnership with the Australian Research Data Commons (ARDC) through the HASS and Indigenous Research Data Commons. The ARDC is enabled by the Australian Government’s National Collaborative Research Infrastructure Strategy (NCRIS). In addition, this research was partially funded by the Centre for Digital Cultures and Societies at the University of Queensland.</a:t>
            </a:r>
          </a:p>
        </p:txBody>
      </p:sp>
      <p:pic>
        <p:nvPicPr>
          <p:cNvPr id="1026" name="Picture 2">
            <a:extLst>
              <a:ext uri="{FF2B5EF4-FFF2-40B4-BE49-F238E27FC236}">
                <a16:creationId xmlns:a16="http://schemas.microsoft.com/office/drawing/2014/main" id="{9FBBAAB8-0AD3-1C4E-14F7-141E8FE223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7741FB94-ACA2-0F13-FB45-E9716B7AA0C5}"/>
              </a:ext>
            </a:extLst>
          </p:cNvPr>
          <p:cNvPicPr>
            <a:picLocks noChangeAspect="1"/>
          </p:cNvPicPr>
          <p:nvPr/>
        </p:nvPicPr>
        <p:blipFill>
          <a:blip r:embed="rId3"/>
          <a:stretch>
            <a:fillRect/>
          </a:stretch>
        </p:blipFill>
        <p:spPr>
          <a:xfrm>
            <a:off x="0" y="0"/>
            <a:ext cx="3215919" cy="1013548"/>
          </a:xfrm>
          <a:prstGeom prst="rect">
            <a:avLst/>
          </a:prstGeom>
        </p:spPr>
      </p:pic>
      <p:pic>
        <p:nvPicPr>
          <p:cNvPr id="5" name="Picture 4">
            <a:extLst>
              <a:ext uri="{FF2B5EF4-FFF2-40B4-BE49-F238E27FC236}">
                <a16:creationId xmlns:a16="http://schemas.microsoft.com/office/drawing/2014/main" id="{E413EAAA-7EDE-8781-0BA8-4EA6D554BCA5}"/>
              </a:ext>
            </a:extLst>
          </p:cNvPr>
          <p:cNvPicPr>
            <a:picLocks noChangeAspect="1"/>
          </p:cNvPicPr>
          <p:nvPr/>
        </p:nvPicPr>
        <p:blipFill>
          <a:blip r:embed="rId4"/>
          <a:stretch>
            <a:fillRect/>
          </a:stretch>
        </p:blipFill>
        <p:spPr>
          <a:xfrm>
            <a:off x="3287520" y="2028"/>
            <a:ext cx="4511824" cy="1002702"/>
          </a:xfrm>
          <a:prstGeom prst="rect">
            <a:avLst/>
          </a:prstGeom>
        </p:spPr>
      </p:pic>
    </p:spTree>
    <p:extLst>
      <p:ext uri="{BB962C8B-B14F-4D97-AF65-F5344CB8AC3E}">
        <p14:creationId xmlns:p14="http://schemas.microsoft.com/office/powerpoint/2010/main" val="8966580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8AF17-F282-7D6E-D5C5-016568E6A39F}"/>
            </a:ext>
          </a:extLst>
        </p:cNvPr>
        <p:cNvGrpSpPr/>
        <p:nvPr/>
      </p:nvGrpSpPr>
      <p:grpSpPr>
        <a:xfrm>
          <a:off x="0" y="0"/>
          <a:ext cx="0" cy="0"/>
          <a:chOff x="0" y="0"/>
          <a:chExt cx="0" cy="0"/>
        </a:xfrm>
      </p:grpSpPr>
      <p:pic>
        <p:nvPicPr>
          <p:cNvPr id="2" name="Picture 1" descr="A graph of numbers and symbols&#10;&#10;AI-generated content may be incorrect.">
            <a:extLst>
              <a:ext uri="{FF2B5EF4-FFF2-40B4-BE49-F238E27FC236}">
                <a16:creationId xmlns:a16="http://schemas.microsoft.com/office/drawing/2014/main" id="{8DAE89AF-22B6-EA94-A7D9-42E133ECE975}"/>
              </a:ext>
            </a:extLst>
          </p:cNvPr>
          <p:cNvPicPr>
            <a:picLocks noChangeAspect="1"/>
          </p:cNvPicPr>
          <p:nvPr/>
        </p:nvPicPr>
        <p:blipFill>
          <a:blip r:embed="rId2"/>
          <a:stretch>
            <a:fillRect/>
          </a:stretch>
        </p:blipFill>
        <p:spPr>
          <a:xfrm>
            <a:off x="2855640" y="862026"/>
            <a:ext cx="7488832" cy="5616129"/>
          </a:xfrm>
          <a:prstGeom prst="rect">
            <a:avLst/>
          </a:prstGeom>
        </p:spPr>
      </p:pic>
    </p:spTree>
    <p:extLst>
      <p:ext uri="{BB962C8B-B14F-4D97-AF65-F5344CB8AC3E}">
        <p14:creationId xmlns:p14="http://schemas.microsoft.com/office/powerpoint/2010/main" val="18239278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CF355-29AF-8108-F10B-6F27A12ED78F}"/>
            </a:ext>
          </a:extLst>
        </p:cNvPr>
        <p:cNvGrpSpPr/>
        <p:nvPr/>
      </p:nvGrpSpPr>
      <p:grpSpPr>
        <a:xfrm>
          <a:off x="0" y="0"/>
          <a:ext cx="0" cy="0"/>
          <a:chOff x="0" y="0"/>
          <a:chExt cx="0" cy="0"/>
        </a:xfrm>
      </p:grpSpPr>
      <p:pic>
        <p:nvPicPr>
          <p:cNvPr id="3" name="Picture 2" descr="A screenshot of a computer&#10;&#10;AI-generated content may be incorrect.">
            <a:extLst>
              <a:ext uri="{FF2B5EF4-FFF2-40B4-BE49-F238E27FC236}">
                <a16:creationId xmlns:a16="http://schemas.microsoft.com/office/drawing/2014/main" id="{8C59BBB8-C9E1-8ED1-1B86-5091DC87E10B}"/>
              </a:ext>
            </a:extLst>
          </p:cNvPr>
          <p:cNvPicPr>
            <a:picLocks noChangeAspect="1"/>
          </p:cNvPicPr>
          <p:nvPr/>
        </p:nvPicPr>
        <p:blipFill>
          <a:blip r:embed="rId2"/>
          <a:stretch>
            <a:fillRect/>
          </a:stretch>
        </p:blipFill>
        <p:spPr>
          <a:xfrm>
            <a:off x="294104" y="800373"/>
            <a:ext cx="4515966" cy="6021288"/>
          </a:xfrm>
          <a:prstGeom prst="rect">
            <a:avLst/>
          </a:prstGeom>
        </p:spPr>
      </p:pic>
      <p:pic>
        <p:nvPicPr>
          <p:cNvPr id="4" name="Picture 3" descr="A screenshot of a computer&#10;&#10;AI-generated content may be incorrect.">
            <a:extLst>
              <a:ext uri="{FF2B5EF4-FFF2-40B4-BE49-F238E27FC236}">
                <a16:creationId xmlns:a16="http://schemas.microsoft.com/office/drawing/2014/main" id="{12FC4AE7-ECFC-B367-330D-700DB3262369}"/>
              </a:ext>
            </a:extLst>
          </p:cNvPr>
          <p:cNvPicPr>
            <a:picLocks noChangeAspect="1"/>
          </p:cNvPicPr>
          <p:nvPr/>
        </p:nvPicPr>
        <p:blipFill>
          <a:blip r:embed="rId3"/>
          <a:stretch>
            <a:fillRect/>
          </a:stretch>
        </p:blipFill>
        <p:spPr>
          <a:xfrm>
            <a:off x="7444023" y="757511"/>
            <a:ext cx="4105740" cy="6021288"/>
          </a:xfrm>
          <a:prstGeom prst="rect">
            <a:avLst/>
          </a:prstGeom>
        </p:spPr>
      </p:pic>
    </p:spTree>
    <p:extLst>
      <p:ext uri="{BB962C8B-B14F-4D97-AF65-F5344CB8AC3E}">
        <p14:creationId xmlns:p14="http://schemas.microsoft.com/office/powerpoint/2010/main" val="2051710063"/>
      </p:ext>
    </p:extLst>
  </p:cSld>
  <p:clrMapOvr>
    <a:masterClrMapping/>
  </p:clrMapOvr>
</p:sld>
</file>

<file path=ppt/theme/theme1.xml><?xml version="1.0" encoding="utf-8"?>
<a:theme xmlns:a="http://schemas.openxmlformats.org/drawingml/2006/main" name="University of Queensland">
  <a:themeElements>
    <a:clrScheme name="UQ PPT">
      <a:dk1>
        <a:sysClr val="windowText" lastClr="000000"/>
      </a:dk1>
      <a:lt1>
        <a:sysClr val="window" lastClr="FFFFFF"/>
      </a:lt1>
      <a:dk2>
        <a:srgbClr val="999490"/>
      </a:dk2>
      <a:lt2>
        <a:srgbClr val="D7D1CC"/>
      </a:lt2>
      <a:accent1>
        <a:srgbClr val="51247A"/>
      </a:accent1>
      <a:accent2>
        <a:srgbClr val="E62645"/>
      </a:accent2>
      <a:accent3>
        <a:srgbClr val="00A2C7"/>
      </a:accent3>
      <a:accent4>
        <a:srgbClr val="EB602B"/>
      </a:accent4>
      <a:accent5>
        <a:srgbClr val="4085C6"/>
      </a:accent5>
      <a:accent6>
        <a:srgbClr val="2EA836"/>
      </a:accent6>
      <a:hlink>
        <a:srgbClr val="00A2C7"/>
      </a:hlink>
      <a:folHlink>
        <a:srgbClr val="00A2C7"/>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UQ PowerPoint Template v4.potx" id="{EB40B91F-2F7C-4628-893D-3539496D6C6A}" vid="{691CE4A2-4C6F-4895-A94C-37E246F52C8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UQ PowerPoint Template v4</Template>
  <TotalTime>717</TotalTime>
  <Words>2284</Words>
  <Application>Microsoft Office PowerPoint</Application>
  <PresentationFormat>Widescreen</PresentationFormat>
  <Paragraphs>296</Paragraphs>
  <Slides>18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Aptos Narrow</vt:lpstr>
      <vt:lpstr>Arial</vt:lpstr>
      <vt:lpstr>Calibri</vt:lpstr>
      <vt:lpstr>Courier New</vt:lpstr>
      <vt:lpstr>University of Queensland</vt:lpstr>
      <vt:lpstr>Vulgarity in spoken interaction  across selected varieties of English Martin Schweinberger  m.schweinberger@uq.edu.au  materials and slides available at  www.martinschweinberger.de</vt:lpstr>
      <vt:lpstr>Background</vt:lpstr>
      <vt:lpstr>Background</vt:lpstr>
      <vt:lpstr>Functions of Swearing/Vulgarity</vt:lpstr>
      <vt:lpstr>Research questions and hypotheses</vt:lpstr>
      <vt:lpstr>Data and Data Processing</vt:lpstr>
      <vt:lpstr>Methodology</vt:lpstr>
      <vt:lpstr>Data</vt:lpstr>
      <vt:lpstr>PowerPoint Presentation</vt:lpstr>
      <vt:lpstr>PowerPoint Presentation</vt:lpstr>
      <vt:lpstr>PowerPoint Presentation</vt:lpstr>
      <vt:lpstr>Key Findings</vt:lpstr>
      <vt:lpstr>Problems</vt:lpstr>
      <vt:lpstr>References</vt:lpstr>
      <vt:lpstr>Thank you very ... much!</vt:lpstr>
      <vt:lpstr>Vulgarity in spoken interaction  across selected varieties of English Martin Schweinberger  m.schweinberger@uq.edu.au  materials and slides available at  www.martinschweinberger.de</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Rebekah</dc:creator>
  <cp:lastModifiedBy>Martin Schweinberger</cp:lastModifiedBy>
  <cp:revision>42</cp:revision>
  <cp:lastPrinted>2023-02-18T00:28:33Z</cp:lastPrinted>
  <dcterms:created xsi:type="dcterms:W3CDTF">2018-09-28T01:38:30Z</dcterms:created>
  <dcterms:modified xsi:type="dcterms:W3CDTF">2026-01-15T10:32:09Z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f488380-630a-4f55-a077-a19445e3f360_Enabled">
    <vt:lpwstr>true</vt:lpwstr>
  </property>
  <property fmtid="{D5CDD505-2E9C-101B-9397-08002B2CF9AE}" pid="3" name="MSIP_Label_0f488380-630a-4f55-a077-a19445e3f360_SetDate">
    <vt:lpwstr>2023-07-18T10:59:29Z</vt:lpwstr>
  </property>
  <property fmtid="{D5CDD505-2E9C-101B-9397-08002B2CF9AE}" pid="4" name="MSIP_Label_0f488380-630a-4f55-a077-a19445e3f360_Method">
    <vt:lpwstr>Standard</vt:lpwstr>
  </property>
  <property fmtid="{D5CDD505-2E9C-101B-9397-08002B2CF9AE}" pid="5" name="MSIP_Label_0f488380-630a-4f55-a077-a19445e3f360_Name">
    <vt:lpwstr>OFFICIAL - INTERNAL</vt:lpwstr>
  </property>
  <property fmtid="{D5CDD505-2E9C-101B-9397-08002B2CF9AE}" pid="6" name="MSIP_Label_0f488380-630a-4f55-a077-a19445e3f360_SiteId">
    <vt:lpwstr>b6e377cf-9db3-46cb-91a2-fad9605bb15c</vt:lpwstr>
  </property>
  <property fmtid="{D5CDD505-2E9C-101B-9397-08002B2CF9AE}" pid="7" name="MSIP_Label_0f488380-630a-4f55-a077-a19445e3f360_ActionId">
    <vt:lpwstr>2a6a2283-c6ce-4245-a2f7-c0f3e18c2add</vt:lpwstr>
  </property>
  <property fmtid="{D5CDD505-2E9C-101B-9397-08002B2CF9AE}" pid="8" name="MSIP_Label_0f488380-630a-4f55-a077-a19445e3f360_ContentBits">
    <vt:lpwstr>0</vt:lpwstr>
  </property>
</Properties>
</file>